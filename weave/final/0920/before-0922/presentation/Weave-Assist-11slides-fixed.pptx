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Fallback0" Type="http://schemas.openxmlformats.org/officeDocument/2006/relationships/image" Target="../media/weave-fallback-1-0.png"/><Relationship Id="rIdWeaveFallback1" Type="http://schemas.openxmlformats.org/officeDocument/2006/relationships/image" Target="../media/weave-fallback-1-1.png"/><Relationship Id="rIdWeaveFallback3" Type="http://schemas.openxmlformats.org/officeDocument/2006/relationships/image" Target="../media/weave-fallback-1-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Fallback2" Type="http://schemas.openxmlformats.org/officeDocument/2006/relationships/image" Target="../media/weave-fallback-2-2.png"/><Relationship Id="rIdWeaveFallback4" Type="http://schemas.openxmlformats.org/officeDocument/2006/relationships/image" Target="../media/weave-fallback-2-4.png"/><Relationship Id="rIdWeaveFallback6" Type="http://schemas.openxmlformats.org/officeDocument/2006/relationships/image" Target="../media/weave-fallback-2-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Fallback0" Type="http://schemas.openxmlformats.org/officeDocument/2006/relationships/image" Target="../media/weave-fallback-5-0.png"/><Relationship Id="rIdWeaveFallback3" Type="http://schemas.openxmlformats.org/officeDocument/2006/relationships/image" Target="../media/weave-fallback-5-3.png"/><Relationship Id="rIdWeaveFallback4" Type="http://schemas.openxmlformats.org/officeDocument/2006/relationships/image" Target="../media/weave-fallback-5-4.png"/><Relationship Id="rIdWeaveFallback6" Type="http://schemas.openxmlformats.org/officeDocument/2006/relationships/image" Target="../media/weave-fallback-5-6.png"/><Relationship Id="rIdWeaveFallback8" Type="http://schemas.openxmlformats.org/officeDocument/2006/relationships/image" Target="../media/weave-fallback-5-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Fallback0" Type="http://schemas.openxmlformats.org/officeDocument/2006/relationships/image" Target="../media/weave-fallback-6-0.png"/><Relationship Id="rIdWeaveFallback1" Type="http://schemas.openxmlformats.org/officeDocument/2006/relationships/image" Target="../media/weave-fallback-6-1.png"/><Relationship Id="rIdWeaveFallback2" Type="http://schemas.openxmlformats.org/officeDocument/2006/relationships/image" Target="../media/weave-fallback-6-2.png"/><Relationship Id="rIdWeaveFallback3" Type="http://schemas.openxmlformats.org/officeDocument/2006/relationships/image" Target="../media/weave-fallback-6-3.png"/><Relationship Id="rIdWeaveFallback4" Type="http://schemas.openxmlformats.org/officeDocument/2006/relationships/image" Target="../media/weave-fallback-6-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Fallback0" Type="http://schemas.openxmlformats.org/officeDocument/2006/relationships/image" Target="../media/weave-fallback-7-0.png"/><Relationship Id="rIdWeaveFallback1" Type="http://schemas.openxmlformats.org/officeDocument/2006/relationships/image" Target="../media/weave-fallback-7-1.png"/><Relationship Id="rIdWeaveFallback4" Type="http://schemas.openxmlformats.org/officeDocument/2006/relationships/image" Target="../media/weave-fallback-7-4.png"/><Relationship Id="rIdWeaveFallback7" Type="http://schemas.openxmlformats.org/officeDocument/2006/relationships/image" Target="../media/weave-fallback-7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Fallback1" Type="http://schemas.openxmlformats.org/officeDocument/2006/relationships/image" Target="../media/weave-fallback-8-1.png"/><Relationship Id="rIdWeaveFallback2" Type="http://schemas.openxmlformats.org/officeDocument/2006/relationships/image" Target="../media/weave-fallback-8-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Fallback0" Type="http://schemas.openxmlformats.org/officeDocument/2006/relationships/image" Target="../media/weave-fallback-11-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resenton Native SVG Image 1" descr=""/>
          <p:cNvPicPr/>
          <p:nvPr/>
        </p:nvPicPr>
        <p:blipFill>
          <a:blip r:embed="rIdWeaveFallback0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9" name="Shape 139"/>
          <p:cNvSpPr/>
          <p:nvPr/>
        </p:nvSpPr>
        <p:spPr>
          <a:xfrm>
            <a:off x="5400675" y="4438650"/>
            <a:ext cx="2219325" cy="1428750"/>
          </a:xfrm>
          <a:prstGeom prst="roundRect">
            <a:avLst>
              <a:gd name="adj" fmla="val 10667"/>
            </a:avLst>
          </a:prstGeom>
          <a:solidFill>
            <a:srgbClr val="171E34"/>
          </a:solidFill>
          <a:ln w="9525">
            <a:solidFill>
              <a:srgbClr val="4F466D"/>
            </a:solidFill>
          </a:ln>
        </p:spPr>
        <p:txBody>
          <a:bodyPr/>
          <a:lstStyle/>
          <a:p/>
        </p:txBody>
      </p:sp>
      <p:sp>
        <p:nvSpPr>
          <p:cNvPr id="140" name="Shape 140"/>
          <p:cNvSpPr/>
          <p:nvPr/>
        </p:nvSpPr>
        <p:spPr>
          <a:xfrm>
            <a:off x="5600700" y="463867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DCD2FF"/>
          </a:solidFill>
        </p:spPr>
        <p:txBody>
          <a:bodyPr/>
          <a:lstStyle/>
          <a:p/>
        </p:txBody>
      </p:sp>
      <p:pic>
        <p:nvPicPr>
          <p:cNvPr id="156" name="Presenton Native SVG Image 2" descr=""/>
          <p:cNvPicPr/>
          <p:nvPr/>
        </p:nvPicPr>
        <p:blipFill>
          <a:blip r:embed="rIdWeaveFallback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7375" y="4705350"/>
            <a:ext cx="171450" cy="171450"/>
          </a:xfrm>
          <a:prstGeom prst="rect">
            <a:avLst/>
          </a:prstGeom>
        </p:spPr>
      </p:pic>
      <p:sp>
        <p:nvSpPr>
          <p:cNvPr id="143" name="Shape 143"/>
          <p:cNvSpPr/>
          <p:nvPr/>
        </p:nvSpPr>
        <p:spPr>
          <a:xfrm>
            <a:off x="8001000" y="1028700"/>
            <a:ext cx="3352800" cy="5095875"/>
          </a:xfrm>
          <a:prstGeom prst="roundRect">
            <a:avLst>
              <a:gd name="adj" fmla="val 9659"/>
            </a:avLst>
          </a:prstGeom>
          <a:solidFill>
            <a:srgbClr val="DCE3EB"/>
          </a:solidFill>
          <a:ln w="57150">
            <a:solidFill>
              <a:srgbClr val="37415B"/>
            </a:solidFill>
          </a:ln>
        </p:spPr>
        <p:txBody>
          <a:bodyPr/>
          <a:lstStyle/>
          <a:p/>
        </p:txBody>
      </p:sp>
      <p:cxnSp>
        <p:nvCxnSpPr>
          <p:cNvPr id="2" name="Connector 2"/>
          <p:cNvCxnSpPr/>
          <p:nvPr/>
        </p:nvCxnSpPr>
        <p:spPr>
          <a:xfrm>
            <a:off x="8058150" y="1990725"/>
            <a:ext cx="3238500" cy="0"/>
          </a:xfrm>
          <a:prstGeom prst="line">
            <a:avLst/>
          </a:prstGeom>
          <a:ln w="9525">
            <a:solidFill>
              <a:srgbClr val="C7D0DE"/>
            </a:solidFill>
          </a:ln>
        </p:spPr>
      </p:cxnSp>
      <p:sp>
        <p:nvSpPr>
          <p:cNvPr id="148" name="Shape 148"/>
          <p:cNvSpPr/>
          <p:nvPr/>
        </p:nvSpPr>
        <p:spPr>
          <a:xfrm>
            <a:off x="8220075" y="2395538"/>
            <a:ext cx="2352675" cy="690563"/>
          </a:xfrm>
          <a:prstGeom prst="roundRect">
            <a:avLst>
              <a:gd name="adj" fmla="val 1931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57" name="Presenton Native Image 3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610600" y="3228975"/>
            <a:ext cx="2524125" cy="428625"/>
          </a:xfrm>
          <a:prstGeom prst="rect">
            <a:avLst/>
          </a:prstGeom>
        </p:spPr>
      </p:pic>
      <p:sp>
        <p:nvSpPr>
          <p:cNvPr id="151" name="Shape 151"/>
          <p:cNvSpPr/>
          <p:nvPr/>
        </p:nvSpPr>
        <p:spPr>
          <a:xfrm>
            <a:off x="8172450" y="3867150"/>
            <a:ext cx="3009900" cy="1644848"/>
          </a:xfrm>
          <a:prstGeom prst="roundRect">
            <a:avLst>
              <a:gd name="adj" fmla="val 9844"/>
            </a:avLst>
          </a:prstGeom>
          <a:solidFill>
            <a:srgbClr val="F9F7FF"/>
          </a:solidFill>
          <a:ln w="9525">
            <a:solidFill>
              <a:srgbClr val="C5B5EF"/>
            </a:solidFill>
          </a:ln>
        </p:spPr>
        <p:txBody>
          <a:bodyPr/>
          <a:lstStyle/>
          <a:p/>
        </p:txBody>
      </p:sp>
      <p:sp>
        <p:nvSpPr>
          <p:cNvPr id="152" name="Shape 152"/>
          <p:cNvSpPr/>
          <p:nvPr/>
        </p:nvSpPr>
        <p:spPr>
          <a:xfrm>
            <a:off x="8343900" y="403860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DCD2FF"/>
          </a:solidFill>
        </p:spPr>
        <p:txBody>
          <a:bodyPr/>
          <a:lstStyle/>
          <a:p/>
        </p:txBody>
      </p:sp>
      <p:pic>
        <p:nvPicPr>
          <p:cNvPr id="158" name="Presenton Native SVG Image 4" descr=""/>
          <p:cNvPicPr/>
          <p:nvPr/>
        </p:nvPicPr>
        <p:blipFill>
          <a:blip r:embed="rIdWeaveFallback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1050" y="4095750"/>
            <a:ext cx="190500" cy="190500"/>
          </a:xfrm>
          <a:prstGeom prst="rect">
            <a:avLst/>
          </a:prstGeom>
        </p:spPr>
      </p:pic>
      <p:sp>
        <p:nvSpPr>
          <p:cNvPr id="156" name="Shape 156"/>
          <p:cNvSpPr/>
          <p:nvPr/>
        </p:nvSpPr>
        <p:spPr>
          <a:xfrm>
            <a:off x="10415736" y="5069086"/>
            <a:ext cx="595164" cy="271463"/>
          </a:xfrm>
          <a:prstGeom prst="roundRect">
            <a:avLst>
              <a:gd name="adj" fmla="val 24561"/>
            </a:avLst>
          </a:prstGeom>
          <a:solidFill>
            <a:srgbClr val="DED4FC"/>
          </a:solidFill>
        </p:spPr>
        <p:txBody>
          <a:bodyPr/>
          <a:lstStyle/>
          <a:p/>
        </p:txBody>
      </p:sp>
      <p:sp>
        <p:nvSpPr>
          <p:cNvPr id="158" name="Shape 158"/>
          <p:cNvSpPr/>
          <p:nvPr/>
        </p:nvSpPr>
        <p:spPr>
          <a:xfrm>
            <a:off x="8210550" y="5645348"/>
            <a:ext cx="29337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grpSp>
        <p:nvGrpSpPr>
          <p:cNvPr id="159" name="Line 1: Weave Assist"/>
          <p:cNvGrpSpPr/>
          <p:nvPr/>
        </p:nvGrpSpPr>
        <p:grpSpPr>
          <a:xfrm>
            <a:off x="609600" y="390525"/>
            <a:ext cx="959197" cy="281940"/>
            <a:chOff x="609600" y="390525"/>
            <a:chExt cx="959197" cy="281940"/>
          </a:xfrm>
        </p:grpSpPr>
        <p:sp>
          <p:nvSpPr>
            <p:cNvPr id="160" name="Weave text 1: Weave Assist"/>
            <p:cNvSpPr txBox="1"/>
            <p:nvPr/>
          </p:nvSpPr>
          <p:spPr>
            <a:xfrm>
              <a:off x="609600" y="390525"/>
              <a:ext cx="95919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1" name="Line 2: ON-DEVICE AI · CONCEPT PROPOSAL"/>
          <p:cNvGrpSpPr/>
          <p:nvPr/>
        </p:nvGrpSpPr>
        <p:grpSpPr>
          <a:xfrm>
            <a:off x="9223474" y="419100"/>
            <a:ext cx="2397026" cy="205740"/>
            <a:chOff x="9223474" y="419100"/>
            <a:chExt cx="2397026" cy="205740"/>
          </a:xfrm>
        </p:grpSpPr>
        <p:sp>
          <p:nvSpPr>
            <p:cNvPr id="162" name="Weave text 2: ON-DEVICE AI · CONCEPT PROPOSAL"/>
            <p:cNvSpPr txBox="1"/>
            <p:nvPr/>
          </p:nvSpPr>
          <p:spPr>
            <a:xfrm>
              <a:off x="9223474" y="419100"/>
              <a:ext cx="239702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1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11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ON-DEVICE AI · CONCEPT PROPOSAL</a:t>
              </a:r>
              <a:endParaRPr sz="825" b="0" i="0" spc="11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3" name="Line 3: 그때 그거?"/>
          <p:cNvGrpSpPr/>
          <p:nvPr/>
        </p:nvGrpSpPr>
        <p:grpSpPr>
          <a:xfrm>
            <a:off x="609600" y="1590675"/>
            <a:ext cx="2272457" cy="906780"/>
            <a:chOff x="609600" y="1590675"/>
            <a:chExt cx="2272457" cy="906780"/>
          </a:xfrm>
        </p:grpSpPr>
        <p:sp>
          <p:nvSpPr>
            <p:cNvPr id="164" name="Weave text 3: 그때"/>
            <p:cNvSpPr txBox="1"/>
            <p:nvPr/>
          </p:nvSpPr>
          <p:spPr>
            <a:xfrm>
              <a:off x="609600" y="1590675"/>
              <a:ext cx="971996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:  "/>
            <p:cNvSpPr txBox="1"/>
            <p:nvPr/>
          </p:nvSpPr>
          <p:spPr>
            <a:xfrm>
              <a:off x="1543348" y="1590675"/>
              <a:ext cx="142429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: 그거"/>
            <p:cNvSpPr txBox="1"/>
            <p:nvPr/>
          </p:nvSpPr>
          <p:spPr>
            <a:xfrm>
              <a:off x="1647527" y="1590675"/>
              <a:ext cx="972145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: ?"/>
            <p:cNvSpPr txBox="1"/>
            <p:nvPr/>
          </p:nvSpPr>
          <p:spPr>
            <a:xfrm>
              <a:off x="2581424" y="1590675"/>
              <a:ext cx="300633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8" name="Line 4: Weave"/>
          <p:cNvGrpSpPr/>
          <p:nvPr/>
        </p:nvGrpSpPr>
        <p:grpSpPr>
          <a:xfrm>
            <a:off x="609600" y="2292400"/>
            <a:ext cx="2310854" cy="1226820"/>
            <a:chOff x="609600" y="2292400"/>
            <a:chExt cx="2310854" cy="1226820"/>
          </a:xfrm>
        </p:grpSpPr>
        <p:sp>
          <p:nvSpPr>
            <p:cNvPr id="169" name="Weave text 4: Weave"/>
            <p:cNvSpPr txBox="1"/>
            <p:nvPr/>
          </p:nvSpPr>
          <p:spPr>
            <a:xfrm>
              <a:off x="609600" y="2292400"/>
              <a:ext cx="2310854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5850" b="1" i="0" spc="-322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0" name="Line 5:  got it!"/>
          <p:cNvGrpSpPr/>
          <p:nvPr/>
        </p:nvGrpSpPr>
        <p:grpSpPr>
          <a:xfrm>
            <a:off x="2882354" y="2292400"/>
            <a:ext cx="1984772" cy="1226820"/>
            <a:chOff x="2882354" y="2292400"/>
            <a:chExt cx="1984772" cy="1226820"/>
          </a:xfrm>
        </p:grpSpPr>
        <p:sp>
          <p:nvSpPr>
            <p:cNvPr id="171" name="Weave text 5:  got it!"/>
            <p:cNvSpPr txBox="1"/>
            <p:nvPr/>
          </p:nvSpPr>
          <p:spPr>
            <a:xfrm>
              <a:off x="2882354" y="2292400"/>
              <a:ext cx="1984772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got it!</a:t>
              </a:r>
              <a:endParaRPr sz="5850" b="1" i="0" spc="-32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2" name="Line 6: 흩어진 기억을 엮어,"/>
          <p:cNvGrpSpPr/>
          <p:nvPr/>
        </p:nvGrpSpPr>
        <p:grpSpPr>
          <a:xfrm>
            <a:off x="609600" y="3552081"/>
            <a:ext cx="1989832" cy="434340"/>
            <a:chOff x="609600" y="3552081"/>
            <a:chExt cx="1989832" cy="434340"/>
          </a:xfrm>
        </p:grpSpPr>
        <p:sp>
          <p:nvSpPr>
            <p:cNvPr id="173" name="Weave text 6: 흩어진"/>
            <p:cNvSpPr txBox="1"/>
            <p:nvPr/>
          </p:nvSpPr>
          <p:spPr>
            <a:xfrm>
              <a:off x="609600" y="3552081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6:  "/>
            <p:cNvSpPr txBox="1"/>
            <p:nvPr/>
          </p:nvSpPr>
          <p:spPr>
            <a:xfrm>
              <a:off x="1270695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6: 기억을"/>
            <p:cNvSpPr txBox="1"/>
            <p:nvPr/>
          </p:nvSpPr>
          <p:spPr>
            <a:xfrm>
              <a:off x="1332905" y="3552081"/>
              <a:ext cx="699492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6:  "/>
            <p:cNvSpPr txBox="1"/>
            <p:nvPr/>
          </p:nvSpPr>
          <p:spPr>
            <a:xfrm>
              <a:off x="1994148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6: 엮어"/>
            <p:cNvSpPr txBox="1"/>
            <p:nvPr/>
          </p:nvSpPr>
          <p:spPr>
            <a:xfrm>
              <a:off x="2056358" y="3552081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6: ,"/>
            <p:cNvSpPr txBox="1"/>
            <p:nvPr/>
          </p:nvSpPr>
          <p:spPr>
            <a:xfrm>
              <a:off x="2497187" y="3552081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9" name="Line 7: 필요한 순간 건넵니다."/>
          <p:cNvGrpSpPr/>
          <p:nvPr/>
        </p:nvGrpSpPr>
        <p:grpSpPr>
          <a:xfrm>
            <a:off x="609600" y="3960614"/>
            <a:ext cx="2210246" cy="434340"/>
            <a:chOff x="609600" y="3960614"/>
            <a:chExt cx="2210246" cy="434340"/>
          </a:xfrm>
        </p:grpSpPr>
        <p:sp>
          <p:nvSpPr>
            <p:cNvPr id="180" name="Weave text 7: 필요한"/>
            <p:cNvSpPr txBox="1"/>
            <p:nvPr/>
          </p:nvSpPr>
          <p:spPr>
            <a:xfrm>
              <a:off x="609600" y="3960614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7:  "/>
            <p:cNvSpPr txBox="1"/>
            <p:nvPr/>
          </p:nvSpPr>
          <p:spPr>
            <a:xfrm>
              <a:off x="1270695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7: 순간"/>
            <p:cNvSpPr txBox="1"/>
            <p:nvPr/>
          </p:nvSpPr>
          <p:spPr>
            <a:xfrm>
              <a:off x="1332905" y="3960614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7:  "/>
            <p:cNvSpPr txBox="1"/>
            <p:nvPr/>
          </p:nvSpPr>
          <p:spPr>
            <a:xfrm>
              <a:off x="1773734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7: 건넵니다"/>
            <p:cNvSpPr txBox="1"/>
            <p:nvPr/>
          </p:nvSpPr>
          <p:spPr>
            <a:xfrm>
              <a:off x="1835944" y="3960614"/>
              <a:ext cx="919907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7: ."/>
            <p:cNvSpPr txBox="1"/>
            <p:nvPr/>
          </p:nvSpPr>
          <p:spPr>
            <a:xfrm>
              <a:off x="2717602" y="3960614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6" name="Line 8: 내 기록과 지금의 대화 사이, Weave."/>
          <p:cNvGrpSpPr/>
          <p:nvPr/>
        </p:nvGrpSpPr>
        <p:grpSpPr>
          <a:xfrm>
            <a:off x="609600" y="4893022"/>
            <a:ext cx="2017365" cy="251460"/>
            <a:chOff x="609600" y="4893022"/>
            <a:chExt cx="2017365" cy="251460"/>
          </a:xfrm>
        </p:grpSpPr>
        <p:sp>
          <p:nvSpPr>
            <p:cNvPr id="187" name="Weave text 8: 내"/>
            <p:cNvSpPr txBox="1"/>
            <p:nvPr/>
          </p:nvSpPr>
          <p:spPr>
            <a:xfrm>
              <a:off x="609600" y="4893022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8:  "/>
            <p:cNvSpPr txBox="1"/>
            <p:nvPr/>
          </p:nvSpPr>
          <p:spPr>
            <a:xfrm>
              <a:off x="729555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8: 기록과"/>
            <p:cNvSpPr txBox="1"/>
            <p:nvPr/>
          </p:nvSpPr>
          <p:spPr>
            <a:xfrm>
              <a:off x="764381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8:  "/>
            <p:cNvSpPr txBox="1"/>
            <p:nvPr/>
          </p:nvSpPr>
          <p:spPr>
            <a:xfrm>
              <a:off x="1124396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8: 지금의"/>
            <p:cNvSpPr txBox="1"/>
            <p:nvPr/>
          </p:nvSpPr>
          <p:spPr>
            <a:xfrm>
              <a:off x="1159222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8:  "/>
            <p:cNvSpPr txBox="1"/>
            <p:nvPr/>
          </p:nvSpPr>
          <p:spPr>
            <a:xfrm>
              <a:off x="1519238" y="4893022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8: 대화"/>
            <p:cNvSpPr txBox="1"/>
            <p:nvPr/>
          </p:nvSpPr>
          <p:spPr>
            <a:xfrm>
              <a:off x="1554212" y="4893022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8:  "/>
            <p:cNvSpPr txBox="1"/>
            <p:nvPr/>
          </p:nvSpPr>
          <p:spPr>
            <a:xfrm>
              <a:off x="1794123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8: 사이"/>
            <p:cNvSpPr txBox="1"/>
            <p:nvPr/>
          </p:nvSpPr>
          <p:spPr>
            <a:xfrm>
              <a:off x="1828949" y="4893022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8: , Weave."/>
            <p:cNvSpPr txBox="1"/>
            <p:nvPr/>
          </p:nvSpPr>
          <p:spPr>
            <a:xfrm>
              <a:off x="2069009" y="4893022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9: 가족 단체방 · 2주 전"/>
          <p:cNvGrpSpPr/>
          <p:nvPr/>
        </p:nvGrpSpPr>
        <p:grpSpPr>
          <a:xfrm>
            <a:off x="6000750" y="4722019"/>
            <a:ext cx="924818" cy="205740"/>
            <a:chOff x="6000750" y="4722019"/>
            <a:chExt cx="924818" cy="205740"/>
          </a:xfrm>
        </p:grpSpPr>
        <p:sp>
          <p:nvSpPr>
            <p:cNvPr id="198" name="Weave text 9: 가족"/>
            <p:cNvSpPr txBox="1"/>
            <p:nvPr/>
          </p:nvSpPr>
          <p:spPr>
            <a:xfrm>
              <a:off x="6000750" y="472201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9:  "/>
            <p:cNvSpPr txBox="1"/>
            <p:nvPr/>
          </p:nvSpPr>
          <p:spPr>
            <a:xfrm>
              <a:off x="6193482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9: 단체방"/>
            <p:cNvSpPr txBox="1"/>
            <p:nvPr/>
          </p:nvSpPr>
          <p:spPr>
            <a:xfrm>
              <a:off x="6222950" y="472201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9:  · 2"/>
            <p:cNvSpPr txBox="1"/>
            <p:nvPr/>
          </p:nvSpPr>
          <p:spPr>
            <a:xfrm>
              <a:off x="6512123" y="4722019"/>
              <a:ext cx="19124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· 2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9: 주"/>
            <p:cNvSpPr txBox="1"/>
            <p:nvPr/>
          </p:nvSpPr>
          <p:spPr>
            <a:xfrm>
              <a:off x="6665119" y="472201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9:  "/>
            <p:cNvSpPr txBox="1"/>
            <p:nvPr/>
          </p:nvSpPr>
          <p:spPr>
            <a:xfrm>
              <a:off x="6761559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9: 전"/>
            <p:cNvSpPr txBox="1"/>
            <p:nvPr/>
          </p:nvSpPr>
          <p:spPr>
            <a:xfrm>
              <a:off x="6791027" y="4722019"/>
              <a:ext cx="13454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전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10: “다음에 대전 가면"/>
          <p:cNvGrpSpPr/>
          <p:nvPr/>
        </p:nvGrpSpPr>
        <p:grpSpPr>
          <a:xfrm>
            <a:off x="5600700" y="5095875"/>
            <a:ext cx="1390055" cy="342900"/>
            <a:chOff x="5600700" y="5095875"/>
            <a:chExt cx="1390055" cy="342900"/>
          </a:xfrm>
        </p:grpSpPr>
        <p:sp>
          <p:nvSpPr>
            <p:cNvPr id="206" name="Weave text 10: “"/>
            <p:cNvSpPr txBox="1"/>
            <p:nvPr/>
          </p:nvSpPr>
          <p:spPr>
            <a:xfrm>
              <a:off x="5600700" y="5095875"/>
              <a:ext cx="12174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7" name="Weave text 10: 다음에"/>
            <p:cNvSpPr txBox="1"/>
            <p:nvPr/>
          </p:nvSpPr>
          <p:spPr>
            <a:xfrm>
              <a:off x="5684193" y="5095875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다음에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8" name="Weave text 10:  "/>
            <p:cNvSpPr txBox="1"/>
            <p:nvPr/>
          </p:nvSpPr>
          <p:spPr>
            <a:xfrm>
              <a:off x="6189911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9" name="Weave text 10: 대전"/>
            <p:cNvSpPr txBox="1"/>
            <p:nvPr/>
          </p:nvSpPr>
          <p:spPr>
            <a:xfrm>
              <a:off x="6234112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대전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10" name="Weave text 10:  "/>
            <p:cNvSpPr txBox="1"/>
            <p:nvPr/>
          </p:nvSpPr>
          <p:spPr>
            <a:xfrm>
              <a:off x="6571208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11" name="Weave text 10: 가면"/>
            <p:cNvSpPr txBox="1"/>
            <p:nvPr/>
          </p:nvSpPr>
          <p:spPr>
            <a:xfrm>
              <a:off x="6615410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가면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12" name="Line 11: 사다줄게.”"/>
          <p:cNvGrpSpPr/>
          <p:nvPr/>
        </p:nvGrpSpPr>
        <p:grpSpPr>
          <a:xfrm>
            <a:off x="5600700" y="5391150"/>
            <a:ext cx="833438" cy="342900"/>
            <a:chOff x="5600700" y="5391150"/>
            <a:chExt cx="833438" cy="342900"/>
          </a:xfrm>
        </p:grpSpPr>
        <p:sp>
          <p:nvSpPr>
            <p:cNvPr id="213" name="Weave text 11: 사다줄게"/>
            <p:cNvSpPr txBox="1"/>
            <p:nvPr/>
          </p:nvSpPr>
          <p:spPr>
            <a:xfrm>
              <a:off x="5600700" y="5391150"/>
              <a:ext cx="71258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사다줄게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14" name="Weave text 11: .”"/>
            <p:cNvSpPr txBox="1"/>
            <p:nvPr/>
          </p:nvSpPr>
          <p:spPr>
            <a:xfrm>
              <a:off x="6275040" y="5391150"/>
              <a:ext cx="159097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15" name="Line 12: 10:24"/>
          <p:cNvGrpSpPr/>
          <p:nvPr/>
        </p:nvGrpSpPr>
        <p:grpSpPr>
          <a:xfrm>
            <a:off x="8267700" y="1228725"/>
            <a:ext cx="287834" cy="190500"/>
            <a:chOff x="8267700" y="1228725"/>
            <a:chExt cx="287834" cy="190500"/>
          </a:xfrm>
        </p:grpSpPr>
        <p:sp>
          <p:nvSpPr>
            <p:cNvPr id="216" name="Weave text 12: 10:24"/>
            <p:cNvSpPr txBox="1"/>
            <p:nvPr/>
          </p:nvSpPr>
          <p:spPr>
            <a:xfrm>
              <a:off x="8267700" y="1228725"/>
              <a:ext cx="2878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10:24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17" name="Line 13: 5G · 100%"/>
          <p:cNvGrpSpPr/>
          <p:nvPr/>
        </p:nvGrpSpPr>
        <p:grpSpPr>
          <a:xfrm>
            <a:off x="10621566" y="1228725"/>
            <a:ext cx="503634" cy="190500"/>
            <a:chOff x="10621566" y="1228725"/>
            <a:chExt cx="503634" cy="190500"/>
          </a:xfrm>
        </p:grpSpPr>
        <p:sp>
          <p:nvSpPr>
            <p:cNvPr id="218" name="Weave text 13: 5G · 100%"/>
            <p:cNvSpPr txBox="1"/>
            <p:nvPr/>
          </p:nvSpPr>
          <p:spPr>
            <a:xfrm>
              <a:off x="10621566" y="1228725"/>
              <a:ext cx="5036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5G · 100%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19" name="Line 14: 엄마"/>
          <p:cNvGrpSpPr/>
          <p:nvPr/>
        </p:nvGrpSpPr>
        <p:grpSpPr>
          <a:xfrm>
            <a:off x="8267700" y="1543050"/>
            <a:ext cx="388739" cy="342900"/>
            <a:chOff x="8267700" y="1543050"/>
            <a:chExt cx="388739" cy="342900"/>
          </a:xfrm>
        </p:grpSpPr>
        <p:sp>
          <p:nvSpPr>
            <p:cNvPr id="220" name="Weave text 14: 엄마"/>
            <p:cNvSpPr txBox="1"/>
            <p:nvPr/>
          </p:nvSpPr>
          <p:spPr>
            <a:xfrm>
              <a:off x="8267700" y="1543050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21" name="Line 15: 대화 중"/>
          <p:cNvGrpSpPr/>
          <p:nvPr/>
        </p:nvGrpSpPr>
        <p:grpSpPr>
          <a:xfrm>
            <a:off x="8732639" y="1619250"/>
            <a:ext cx="385762" cy="220980"/>
            <a:chOff x="8732639" y="1619250"/>
            <a:chExt cx="385762" cy="220980"/>
          </a:xfrm>
        </p:grpSpPr>
        <p:sp>
          <p:nvSpPr>
            <p:cNvPr id="222" name="Weave text 15: 대화"/>
            <p:cNvSpPr txBox="1"/>
            <p:nvPr/>
          </p:nvSpPr>
          <p:spPr>
            <a:xfrm>
              <a:off x="8732639" y="16192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5:  "/>
            <p:cNvSpPr txBox="1"/>
            <p:nvPr/>
          </p:nvSpPr>
          <p:spPr>
            <a:xfrm>
              <a:off x="8942933" y="16192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73809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5: 중"/>
            <p:cNvSpPr txBox="1"/>
            <p:nvPr/>
          </p:nvSpPr>
          <p:spPr>
            <a:xfrm>
              <a:off x="8975080" y="16192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16: 엄마"/>
          <p:cNvGrpSpPr/>
          <p:nvPr/>
        </p:nvGrpSpPr>
        <p:grpSpPr>
          <a:xfrm>
            <a:off x="8220075" y="2181225"/>
            <a:ext cx="230981" cy="205740"/>
            <a:chOff x="8220075" y="2181225"/>
            <a:chExt cx="230981" cy="205740"/>
          </a:xfrm>
        </p:grpSpPr>
        <p:sp>
          <p:nvSpPr>
            <p:cNvPr id="226" name="Weave text 16: 엄마"/>
            <p:cNvSpPr txBox="1"/>
            <p:nvPr/>
          </p:nvSpPr>
          <p:spPr>
            <a:xfrm>
              <a:off x="8220075" y="218122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825" b="0" i="0" spc="0" kern="0" lang="ko-KR" altLang="en-US" dirty="0">
                <a:solidFill>
                  <a:srgbClr val="62708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7: 출장 다녀오느라 고생했어!"/>
          <p:cNvGrpSpPr/>
          <p:nvPr/>
        </p:nvGrpSpPr>
        <p:grpSpPr>
          <a:xfrm>
            <a:off x="8343900" y="2538412"/>
            <a:ext cx="1605558" cy="266700"/>
            <a:chOff x="8343900" y="2538412"/>
            <a:chExt cx="1605558" cy="266700"/>
          </a:xfrm>
        </p:grpSpPr>
        <p:sp>
          <p:nvSpPr>
            <p:cNvPr id="228" name="Weave text 17: 출장"/>
            <p:cNvSpPr txBox="1"/>
            <p:nvPr/>
          </p:nvSpPr>
          <p:spPr>
            <a:xfrm>
              <a:off x="8343900" y="2538412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17:  "/>
            <p:cNvSpPr txBox="1"/>
            <p:nvPr/>
          </p:nvSpPr>
          <p:spPr>
            <a:xfrm>
              <a:off x="8606730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17: 다녀오느라"/>
            <p:cNvSpPr txBox="1"/>
            <p:nvPr/>
          </p:nvSpPr>
          <p:spPr>
            <a:xfrm>
              <a:off x="8646914" y="2538412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17:  "/>
            <p:cNvSpPr txBox="1"/>
            <p:nvPr/>
          </p:nvSpPr>
          <p:spPr>
            <a:xfrm>
              <a:off x="9304139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17: 고생했어"/>
            <p:cNvSpPr txBox="1"/>
            <p:nvPr/>
          </p:nvSpPr>
          <p:spPr>
            <a:xfrm>
              <a:off x="9344323" y="2538412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17: !"/>
            <p:cNvSpPr txBox="1"/>
            <p:nvPr/>
          </p:nvSpPr>
          <p:spPr>
            <a:xfrm>
              <a:off x="9870132" y="2538412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4" name="Line 18: 집 오는 중이야?"/>
          <p:cNvGrpSpPr/>
          <p:nvPr/>
        </p:nvGrpSpPr>
        <p:grpSpPr>
          <a:xfrm>
            <a:off x="8343900" y="2759869"/>
            <a:ext cx="980331" cy="266700"/>
            <a:chOff x="8343900" y="2759869"/>
            <a:chExt cx="980331" cy="266700"/>
          </a:xfrm>
        </p:grpSpPr>
        <p:sp>
          <p:nvSpPr>
            <p:cNvPr id="235" name="Weave text 18: 집"/>
            <p:cNvSpPr txBox="1"/>
            <p:nvPr/>
          </p:nvSpPr>
          <p:spPr>
            <a:xfrm>
              <a:off x="8343900" y="2759869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6" name="Weave text 18:  "/>
            <p:cNvSpPr txBox="1"/>
            <p:nvPr/>
          </p:nvSpPr>
          <p:spPr>
            <a:xfrm>
              <a:off x="8475315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18: 오는"/>
            <p:cNvSpPr txBox="1"/>
            <p:nvPr/>
          </p:nvSpPr>
          <p:spPr>
            <a:xfrm>
              <a:off x="8515499" y="2759869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18:  "/>
            <p:cNvSpPr txBox="1"/>
            <p:nvPr/>
          </p:nvSpPr>
          <p:spPr>
            <a:xfrm>
              <a:off x="8778329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18: 중이야"/>
            <p:cNvSpPr txBox="1"/>
            <p:nvPr/>
          </p:nvSpPr>
          <p:spPr>
            <a:xfrm>
              <a:off x="8818513" y="2759869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18: ?"/>
            <p:cNvSpPr txBox="1"/>
            <p:nvPr/>
          </p:nvSpPr>
          <p:spPr>
            <a:xfrm>
              <a:off x="9212907" y="2759869"/>
              <a:ext cx="11132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1" name="Line 19: 응, 역 근처에서 기차 기다리고 있어."/>
          <p:cNvGrpSpPr/>
          <p:nvPr/>
        </p:nvGrpSpPr>
        <p:grpSpPr>
          <a:xfrm>
            <a:off x="8724900" y="3362325"/>
            <a:ext cx="2020044" cy="251460"/>
            <a:chOff x="8724900" y="3362325"/>
            <a:chExt cx="2020044" cy="251460"/>
          </a:xfrm>
        </p:grpSpPr>
        <p:sp>
          <p:nvSpPr>
            <p:cNvPr id="242" name="Weave text 19: 응"/>
            <p:cNvSpPr txBox="1"/>
            <p:nvPr/>
          </p:nvSpPr>
          <p:spPr>
            <a:xfrm>
              <a:off x="8724900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3" name="Weave text 19: , "/>
            <p:cNvSpPr txBox="1"/>
            <p:nvPr/>
          </p:nvSpPr>
          <p:spPr>
            <a:xfrm>
              <a:off x="8847534" y="3362325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4" name="Weave text 19: 역"/>
            <p:cNvSpPr txBox="1"/>
            <p:nvPr/>
          </p:nvSpPr>
          <p:spPr>
            <a:xfrm>
              <a:off x="8923437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5" name="Weave text 19:  "/>
            <p:cNvSpPr txBox="1"/>
            <p:nvPr/>
          </p:nvSpPr>
          <p:spPr>
            <a:xfrm>
              <a:off x="904607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6" name="Weave text 19: 근처에서"/>
            <p:cNvSpPr txBox="1"/>
            <p:nvPr/>
          </p:nvSpPr>
          <p:spPr>
            <a:xfrm>
              <a:off x="9083576" y="3362325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7" name="Weave text 19:  "/>
            <p:cNvSpPr txBox="1"/>
            <p:nvPr/>
          </p:nvSpPr>
          <p:spPr>
            <a:xfrm>
              <a:off x="957441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9: 기차"/>
            <p:cNvSpPr txBox="1"/>
            <p:nvPr/>
          </p:nvSpPr>
          <p:spPr>
            <a:xfrm>
              <a:off x="9611916" y="33623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9:  "/>
            <p:cNvSpPr txBox="1"/>
            <p:nvPr/>
          </p:nvSpPr>
          <p:spPr>
            <a:xfrm>
              <a:off x="9857184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9: 기다리고"/>
            <p:cNvSpPr txBox="1"/>
            <p:nvPr/>
          </p:nvSpPr>
          <p:spPr>
            <a:xfrm>
              <a:off x="9894689" y="33623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9:  "/>
            <p:cNvSpPr txBox="1"/>
            <p:nvPr/>
          </p:nvSpPr>
          <p:spPr>
            <a:xfrm>
              <a:off x="10385375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9: 있어"/>
            <p:cNvSpPr txBox="1"/>
            <p:nvPr/>
          </p:nvSpPr>
          <p:spPr>
            <a:xfrm>
              <a:off x="10422880" y="33623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9: ."/>
            <p:cNvSpPr txBox="1"/>
            <p:nvPr/>
          </p:nvSpPr>
          <p:spPr>
            <a:xfrm>
              <a:off x="10668298" y="3362325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4" name="Line 20: Weave"/>
          <p:cNvGrpSpPr/>
          <p:nvPr/>
        </p:nvGrpSpPr>
        <p:grpSpPr>
          <a:xfrm>
            <a:off x="8734425" y="4093369"/>
            <a:ext cx="508099" cy="266700"/>
            <a:chOff x="8734425" y="4093369"/>
            <a:chExt cx="508099" cy="266700"/>
          </a:xfrm>
        </p:grpSpPr>
        <p:sp>
          <p:nvSpPr>
            <p:cNvPr id="255" name="Weave text 20: Weave"/>
            <p:cNvSpPr txBox="1"/>
            <p:nvPr/>
          </p:nvSpPr>
          <p:spPr>
            <a:xfrm>
              <a:off x="8734425" y="4093369"/>
              <a:ext cx="50809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125" b="0" i="0" spc="0" kern="0" lang="ko-KR" altLang="en-US" dirty="0">
                <a:solidFill>
                  <a:srgbClr val="68519D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56" name="Line 21: 엄마, 전에 먹고 싶다던"/>
          <p:cNvGrpSpPr/>
          <p:nvPr/>
        </p:nvGrpSpPr>
        <p:grpSpPr>
          <a:xfrm>
            <a:off x="8343900" y="4467225"/>
            <a:ext cx="1538288" cy="312420"/>
            <a:chOff x="8343900" y="4467225"/>
            <a:chExt cx="1538288" cy="312420"/>
          </a:xfrm>
        </p:grpSpPr>
        <p:sp>
          <p:nvSpPr>
            <p:cNvPr id="257" name="Weave text 21: 엄마"/>
            <p:cNvSpPr txBox="1"/>
            <p:nvPr/>
          </p:nvSpPr>
          <p:spPr>
            <a:xfrm>
              <a:off x="8343900" y="4467225"/>
              <a:ext cx="33813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8" name="Weave text 21: , "/>
            <p:cNvSpPr txBox="1"/>
            <p:nvPr/>
          </p:nvSpPr>
          <p:spPr>
            <a:xfrm>
              <a:off x="8643789" y="4467225"/>
              <a:ext cx="11727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9" name="Weave text 21: 전에"/>
            <p:cNvSpPr txBox="1"/>
            <p:nvPr/>
          </p:nvSpPr>
          <p:spPr>
            <a:xfrm>
              <a:off x="8722816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0" name="Weave text 21:  "/>
            <p:cNvSpPr txBox="1"/>
            <p:nvPr/>
          </p:nvSpPr>
          <p:spPr>
            <a:xfrm>
              <a:off x="9022854" y="4467225"/>
              <a:ext cx="7367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1" name="Weave text 21: 먹고"/>
            <p:cNvSpPr txBox="1"/>
            <p:nvPr/>
          </p:nvSpPr>
          <p:spPr>
            <a:xfrm>
              <a:off x="9058275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2" name="Weave text 21:  "/>
            <p:cNvSpPr txBox="1"/>
            <p:nvPr/>
          </p:nvSpPr>
          <p:spPr>
            <a:xfrm>
              <a:off x="9358312" y="4467225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3" name="Weave text 21: 싶다던"/>
            <p:cNvSpPr txBox="1"/>
            <p:nvPr/>
          </p:nvSpPr>
          <p:spPr>
            <a:xfrm>
              <a:off x="9393882" y="4467225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4" name="Line 22: 무화과시루 사갈까?"/>
          <p:cNvGrpSpPr/>
          <p:nvPr/>
        </p:nvGrpSpPr>
        <p:grpSpPr>
          <a:xfrm>
            <a:off x="8343900" y="4715768"/>
            <a:ext cx="1359247" cy="312420"/>
            <a:chOff x="8343900" y="4715768"/>
            <a:chExt cx="1359247" cy="312420"/>
          </a:xfrm>
        </p:grpSpPr>
        <p:sp>
          <p:nvSpPr>
            <p:cNvPr id="265" name="Weave text 22: 무화과시루"/>
            <p:cNvSpPr txBox="1"/>
            <p:nvPr/>
          </p:nvSpPr>
          <p:spPr>
            <a:xfrm>
              <a:off x="8343900" y="4715768"/>
              <a:ext cx="78819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6" name="Weave text 22:  "/>
            <p:cNvSpPr txBox="1"/>
            <p:nvPr/>
          </p:nvSpPr>
          <p:spPr>
            <a:xfrm>
              <a:off x="9093845" y="4715768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7" name="Weave text 22: 사갈까"/>
            <p:cNvSpPr txBox="1"/>
            <p:nvPr/>
          </p:nvSpPr>
          <p:spPr>
            <a:xfrm>
              <a:off x="9129415" y="4715768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8" name="Weave text 22: ?"/>
            <p:cNvSpPr txBox="1"/>
            <p:nvPr/>
          </p:nvSpPr>
          <p:spPr>
            <a:xfrm>
              <a:off x="9579471" y="4715768"/>
              <a:ext cx="12367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69" name="Line 23: 가족 단체방 · 현재 위치"/>
          <p:cNvGrpSpPr/>
          <p:nvPr/>
        </p:nvGrpSpPr>
        <p:grpSpPr>
          <a:xfrm>
            <a:off x="8343900" y="5142905"/>
            <a:ext cx="961430" cy="190500"/>
            <a:chOff x="8343900" y="5142905"/>
            <a:chExt cx="961430" cy="190500"/>
          </a:xfrm>
        </p:grpSpPr>
        <p:sp>
          <p:nvSpPr>
            <p:cNvPr id="270" name="Weave text 23: 가족"/>
            <p:cNvSpPr txBox="1"/>
            <p:nvPr/>
          </p:nvSpPr>
          <p:spPr>
            <a:xfrm>
              <a:off x="8343900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3:  "/>
            <p:cNvSpPr txBox="1"/>
            <p:nvPr/>
          </p:nvSpPr>
          <p:spPr>
            <a:xfrm>
              <a:off x="8519071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3: 단체방"/>
            <p:cNvSpPr txBox="1"/>
            <p:nvPr/>
          </p:nvSpPr>
          <p:spPr>
            <a:xfrm>
              <a:off x="8545860" y="5142905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3:  · "/>
            <p:cNvSpPr txBox="1"/>
            <p:nvPr/>
          </p:nvSpPr>
          <p:spPr>
            <a:xfrm>
              <a:off x="8808690" y="5142905"/>
              <a:ext cx="1193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3: 현재"/>
            <p:cNvSpPr txBox="1"/>
            <p:nvPr/>
          </p:nvSpPr>
          <p:spPr>
            <a:xfrm>
              <a:off x="8889802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3:  "/>
            <p:cNvSpPr txBox="1"/>
            <p:nvPr/>
          </p:nvSpPr>
          <p:spPr>
            <a:xfrm>
              <a:off x="9064972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3: 위치"/>
            <p:cNvSpPr txBox="1"/>
            <p:nvPr/>
          </p:nvSpPr>
          <p:spPr>
            <a:xfrm>
              <a:off x="9091761" y="514290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7" name="Line 24: 입력하기"/>
          <p:cNvGrpSpPr/>
          <p:nvPr/>
        </p:nvGrpSpPr>
        <p:grpSpPr>
          <a:xfrm>
            <a:off x="10520511" y="5135761"/>
            <a:ext cx="423714" cy="205740"/>
            <a:chOff x="10520511" y="5135761"/>
            <a:chExt cx="423714" cy="205740"/>
          </a:xfrm>
        </p:grpSpPr>
        <p:sp>
          <p:nvSpPr>
            <p:cNvPr id="278" name="Weave text 24: 입력하기"/>
            <p:cNvSpPr txBox="1"/>
            <p:nvPr/>
          </p:nvSpPr>
          <p:spPr>
            <a:xfrm>
              <a:off x="10520511" y="5135761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입력하기</a:t>
              </a:r>
              <a:endParaRPr sz="825" b="0" i="0" spc="0" kern="0" lang="ko-KR" altLang="en-US" dirty="0">
                <a:solidFill>
                  <a:srgbClr val="5B408E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79" name="Line 25: 메시지 입력"/>
          <p:cNvGrpSpPr/>
          <p:nvPr/>
        </p:nvGrpSpPr>
        <p:grpSpPr>
          <a:xfrm>
            <a:off x="8353425" y="5759648"/>
            <a:ext cx="596057" cy="220980"/>
            <a:chOff x="8353425" y="5759648"/>
            <a:chExt cx="596057" cy="220980"/>
          </a:xfrm>
        </p:grpSpPr>
        <p:sp>
          <p:nvSpPr>
            <p:cNvPr id="280" name="Weave text 25: 메시지"/>
            <p:cNvSpPr txBox="1"/>
            <p:nvPr/>
          </p:nvSpPr>
          <p:spPr>
            <a:xfrm>
              <a:off x="8353425" y="575964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메시지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5:  "/>
            <p:cNvSpPr txBox="1"/>
            <p:nvPr/>
          </p:nvSpPr>
          <p:spPr>
            <a:xfrm>
              <a:off x="8668792" y="575964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590A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5: 입력"/>
            <p:cNvSpPr txBox="1"/>
            <p:nvPr/>
          </p:nvSpPr>
          <p:spPr>
            <a:xfrm>
              <a:off x="8700939" y="575964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3" name="Line 26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84" name="Weave text 26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5" name="Line 27: 01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286" name="Weave text 27: 01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resenton Native Image 5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819900" y="1962150"/>
            <a:ext cx="4295775" cy="3233738"/>
          </a:xfrm>
          <a:prstGeom prst="rect">
            <a:avLst/>
          </a:prstGeom>
        </p:spPr>
      </p:pic>
      <p:pic>
        <p:nvPicPr>
          <p:cNvPr id="160" name="Presenton Native Image 6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819900" y="1971675"/>
            <a:ext cx="4295775" cy="990600"/>
          </a:xfrm>
          <a:prstGeom prst="rect">
            <a:avLst/>
          </a:prstGeom>
        </p:spPr>
      </p:pic>
      <p:sp>
        <p:nvSpPr>
          <p:cNvPr id="166" name="Shape 166"/>
          <p:cNvSpPr/>
          <p:nvPr/>
        </p:nvSpPr>
        <p:spPr>
          <a:xfrm>
            <a:off x="6819900" y="2214563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0DD96"/>
          </a:solidFill>
        </p:spPr>
        <p:txBody>
          <a:bodyPr/>
          <a:lstStyle/>
          <a:p/>
        </p:txBody>
      </p:sp>
      <p:pic>
        <p:nvPicPr>
          <p:cNvPr id="161" name="Presenton Native SVG Image 7" descr=""/>
          <p:cNvPicPr/>
          <p:nvPr/>
        </p:nvPicPr>
        <p:blipFill>
          <a:blip r:embed="rIdWeaveFallback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4200" y="2328863"/>
            <a:ext cx="266700" cy="266700"/>
          </a:xfrm>
          <a:prstGeom prst="rect">
            <a:avLst/>
          </a:prstGeom>
        </p:spPr>
      </p:pic>
      <p:pic>
        <p:nvPicPr>
          <p:cNvPr id="162" name="Presenton Native Image 8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819900" y="2962275"/>
            <a:ext cx="4295775" cy="990600"/>
          </a:xfrm>
          <a:prstGeom prst="rect">
            <a:avLst/>
          </a:prstGeom>
        </p:spPr>
      </p:pic>
      <p:sp>
        <p:nvSpPr>
          <p:cNvPr id="170" name="Shape 170"/>
          <p:cNvSpPr/>
          <p:nvPr/>
        </p:nvSpPr>
        <p:spPr>
          <a:xfrm>
            <a:off x="6819900" y="3205163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6D7F7"/>
          </a:solidFill>
        </p:spPr>
        <p:txBody>
          <a:bodyPr/>
          <a:lstStyle/>
          <a:p/>
        </p:txBody>
      </p:sp>
      <p:pic>
        <p:nvPicPr>
          <p:cNvPr id="163" name="Presenton Native SVG Image 9" descr=""/>
          <p:cNvPicPr/>
          <p:nvPr/>
        </p:nvPicPr>
        <p:blipFill>
          <a:blip r:embed="rIdWeaveFallback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200" y="3319463"/>
            <a:ext cx="266700" cy="266700"/>
          </a:xfrm>
          <a:prstGeom prst="rect">
            <a:avLst/>
          </a:prstGeom>
        </p:spPr>
      </p:pic>
      <p:pic>
        <p:nvPicPr>
          <p:cNvPr id="164" name="Presenton Native Image 10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819900" y="3952875"/>
            <a:ext cx="4295775" cy="990600"/>
          </a:xfrm>
          <a:prstGeom prst="rect">
            <a:avLst/>
          </a:prstGeom>
        </p:spPr>
      </p:pic>
      <p:sp>
        <p:nvSpPr>
          <p:cNvPr id="174" name="Shape 174"/>
          <p:cNvSpPr/>
          <p:nvPr/>
        </p:nvSpPr>
        <p:spPr>
          <a:xfrm>
            <a:off x="6819900" y="4195763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C9DAE7"/>
          </a:solidFill>
        </p:spPr>
        <p:txBody>
          <a:bodyPr/>
          <a:lstStyle/>
          <a:p/>
        </p:txBody>
      </p:sp>
      <p:pic>
        <p:nvPicPr>
          <p:cNvPr id="165" name="Presenton Native SVG Image 11" descr=""/>
          <p:cNvPicPr/>
          <p:nvPr/>
        </p:nvPicPr>
        <p:blipFill>
          <a:blip r:embed="rIdWeaveFallback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34200" y="4310063"/>
            <a:ext cx="266700" cy="266700"/>
          </a:xfrm>
          <a:prstGeom prst="rect">
            <a:avLst/>
          </a:prstGeom>
        </p:spPr>
      </p:pic>
      <p:pic>
        <p:nvPicPr>
          <p:cNvPr id="166" name="Presenton Native Image 12" descr=""/>
          <p:cNvPicPr/>
          <p:nvPr/>
        </p:nvPicPr>
        <p:blipFill>
          <a:blip r:embed="rId7" cstate="none"/>
          <a:stretch>
            <a:fillRect/>
          </a:stretch>
        </p:blipFill>
        <p:spPr>
          <a:xfrm>
            <a:off x="609600" y="5619750"/>
            <a:ext cx="10972800" cy="561975"/>
          </a:xfrm>
          <a:prstGeom prst="rect">
            <a:avLst/>
          </a:prstGeom>
        </p:spPr>
      </p:pic>
      <p:grpSp>
        <p:nvGrpSpPr>
          <p:cNvPr id="175" name="Line 28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176" name="Weave text 28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7" name="Line 29: 기록은 쌓이는데,"/>
          <p:cNvGrpSpPr/>
          <p:nvPr/>
        </p:nvGrpSpPr>
        <p:grpSpPr>
          <a:xfrm>
            <a:off x="609600" y="704850"/>
            <a:ext cx="2537817" cy="647700"/>
            <a:chOff x="609600" y="704850"/>
            <a:chExt cx="2537817" cy="647700"/>
          </a:xfrm>
        </p:grpSpPr>
        <p:sp>
          <p:nvSpPr>
            <p:cNvPr id="178" name="Weave text 29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9" name="Weave text 29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0" name="Weave text 29: 쌓이는데"/>
            <p:cNvSpPr txBox="1"/>
            <p:nvPr/>
          </p:nvSpPr>
          <p:spPr>
            <a:xfrm>
              <a:off x="1680865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쌓이는데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29: ,"/>
            <p:cNvSpPr txBox="1"/>
            <p:nvPr/>
          </p:nvSpPr>
          <p:spPr>
            <a:xfrm>
              <a:off x="3006775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2" name="Line 30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83" name="Weave text 30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4" name="Weave text 30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30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30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30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30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30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30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91" name="Line 31: “잠깐만,"/>
          <p:cNvGrpSpPr/>
          <p:nvPr/>
        </p:nvGrpSpPr>
        <p:grpSpPr>
          <a:xfrm>
            <a:off x="619125" y="2400300"/>
            <a:ext cx="1333054" cy="678180"/>
            <a:chOff x="619125" y="2400300"/>
            <a:chExt cx="1333054" cy="678180"/>
          </a:xfrm>
        </p:grpSpPr>
        <p:sp>
          <p:nvSpPr>
            <p:cNvPr id="192" name="Weave text 31: “"/>
            <p:cNvSpPr txBox="1"/>
            <p:nvPr/>
          </p:nvSpPr>
          <p:spPr>
            <a:xfrm>
              <a:off x="619125" y="2400300"/>
              <a:ext cx="203597" cy="522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150" b="0" i="0" spc="-189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3" name="Weave text 31: 잠깐만"/>
            <p:cNvSpPr txBox="1"/>
            <p:nvPr/>
          </p:nvSpPr>
          <p:spPr>
            <a:xfrm>
              <a:off x="784473" y="2400300"/>
              <a:ext cx="1070372" cy="61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150" b="0" i="0" spc="-189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150" b="0" i="0" spc="-189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150" b="0" i="0" spc="-189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4" name="Weave text 31: ,"/>
            <p:cNvSpPr txBox="1"/>
            <p:nvPr/>
          </p:nvSpPr>
          <p:spPr>
            <a:xfrm>
              <a:off x="1816596" y="2400300"/>
              <a:ext cx="135582" cy="522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3150" b="0" i="0" spc="-189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5" name="Line 32: 찾아볼게.”"/>
          <p:cNvGrpSpPr/>
          <p:nvPr/>
        </p:nvGrpSpPr>
        <p:grpSpPr>
          <a:xfrm>
            <a:off x="619125" y="2920305"/>
            <a:ext cx="1648123" cy="678180"/>
            <a:chOff x="619125" y="2920305"/>
            <a:chExt cx="1648123" cy="678180"/>
          </a:xfrm>
        </p:grpSpPr>
        <p:sp>
          <p:nvSpPr>
            <p:cNvPr id="196" name="Weave text 32: 찾아볼게"/>
            <p:cNvSpPr txBox="1"/>
            <p:nvPr/>
          </p:nvSpPr>
          <p:spPr>
            <a:xfrm>
              <a:off x="619125" y="2920305"/>
              <a:ext cx="1414314" cy="61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150" b="0" i="0" spc="-189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150" b="0" i="0" spc="-189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150" b="0" i="0" spc="-189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7" name="Weave text 32: .”"/>
            <p:cNvSpPr txBox="1"/>
            <p:nvPr/>
          </p:nvSpPr>
          <p:spPr>
            <a:xfrm>
              <a:off x="1995190" y="2920305"/>
              <a:ext cx="272058" cy="522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150" b="0" i="0" spc="-189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150" b="0" i="0" spc="-189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8" name="Line 33: 대화도, 사진도, 메모도 남아 있습니다."/>
          <p:cNvGrpSpPr/>
          <p:nvPr/>
        </p:nvGrpSpPr>
        <p:grpSpPr>
          <a:xfrm>
            <a:off x="619125" y="3773686"/>
            <a:ext cx="2796183" cy="327660"/>
            <a:chOff x="619125" y="3773686"/>
            <a:chExt cx="2796183" cy="327660"/>
          </a:xfrm>
        </p:grpSpPr>
        <p:sp>
          <p:nvSpPr>
            <p:cNvPr id="199" name="Weave text 33: 대화도"/>
            <p:cNvSpPr txBox="1"/>
            <p:nvPr/>
          </p:nvSpPr>
          <p:spPr>
            <a:xfrm>
              <a:off x="619125" y="3773686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대화도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33: , "/>
            <p:cNvSpPr txBox="1"/>
            <p:nvPr/>
          </p:nvSpPr>
          <p:spPr>
            <a:xfrm>
              <a:off x="1104900" y="3773686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33: 사진도"/>
            <p:cNvSpPr txBox="1"/>
            <p:nvPr/>
          </p:nvSpPr>
          <p:spPr>
            <a:xfrm>
              <a:off x="1198959" y="377368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33: , "/>
            <p:cNvSpPr txBox="1"/>
            <p:nvPr/>
          </p:nvSpPr>
          <p:spPr>
            <a:xfrm>
              <a:off x="1684883" y="3773686"/>
              <a:ext cx="13215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33: 메모도"/>
            <p:cNvSpPr txBox="1"/>
            <p:nvPr/>
          </p:nvSpPr>
          <p:spPr>
            <a:xfrm>
              <a:off x="1778794" y="377368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메모도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4" name="Weave text 33:  "/>
            <p:cNvSpPr txBox="1"/>
            <p:nvPr/>
          </p:nvSpPr>
          <p:spPr>
            <a:xfrm>
              <a:off x="2264718" y="377368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5" name="Weave text 33: 남아"/>
            <p:cNvSpPr txBox="1"/>
            <p:nvPr/>
          </p:nvSpPr>
          <p:spPr>
            <a:xfrm>
              <a:off x="2311152" y="377368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33:  "/>
            <p:cNvSpPr txBox="1"/>
            <p:nvPr/>
          </p:nvSpPr>
          <p:spPr>
            <a:xfrm>
              <a:off x="2635151" y="377368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33: 있습니다"/>
            <p:cNvSpPr txBox="1"/>
            <p:nvPr/>
          </p:nvSpPr>
          <p:spPr>
            <a:xfrm>
              <a:off x="2681436" y="377368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33: ."/>
            <p:cNvSpPr txBox="1"/>
            <p:nvPr/>
          </p:nvSpPr>
          <p:spPr>
            <a:xfrm>
              <a:off x="3329434" y="377368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9" name="Line 34: 어디에 있는지 떠올리고 찾는 일은"/>
          <p:cNvGrpSpPr/>
          <p:nvPr/>
        </p:nvGrpSpPr>
        <p:grpSpPr>
          <a:xfrm>
            <a:off x="619125" y="4108400"/>
            <a:ext cx="2491234" cy="327660"/>
            <a:chOff x="619125" y="4108400"/>
            <a:chExt cx="2491234" cy="327660"/>
          </a:xfrm>
        </p:grpSpPr>
        <p:sp>
          <p:nvSpPr>
            <p:cNvPr id="210" name="Weave text 34: 어디에"/>
            <p:cNvSpPr txBox="1"/>
            <p:nvPr/>
          </p:nvSpPr>
          <p:spPr>
            <a:xfrm>
              <a:off x="619125" y="41084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4:  "/>
            <p:cNvSpPr txBox="1"/>
            <p:nvPr/>
          </p:nvSpPr>
          <p:spPr>
            <a:xfrm>
              <a:off x="1104900" y="41084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4: 있는지"/>
            <p:cNvSpPr txBox="1"/>
            <p:nvPr/>
          </p:nvSpPr>
          <p:spPr>
            <a:xfrm>
              <a:off x="1151334" y="41084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4:  "/>
            <p:cNvSpPr txBox="1"/>
            <p:nvPr/>
          </p:nvSpPr>
          <p:spPr>
            <a:xfrm>
              <a:off x="1637258" y="41084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4: 떠올리고"/>
            <p:cNvSpPr txBox="1"/>
            <p:nvPr/>
          </p:nvSpPr>
          <p:spPr>
            <a:xfrm>
              <a:off x="1683693" y="4108400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떠올리고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4:  "/>
            <p:cNvSpPr txBox="1"/>
            <p:nvPr/>
          </p:nvSpPr>
          <p:spPr>
            <a:xfrm>
              <a:off x="2331541" y="41084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4: 찾는"/>
            <p:cNvSpPr txBox="1"/>
            <p:nvPr/>
          </p:nvSpPr>
          <p:spPr>
            <a:xfrm>
              <a:off x="2377976" y="41084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4:  "/>
            <p:cNvSpPr txBox="1"/>
            <p:nvPr/>
          </p:nvSpPr>
          <p:spPr>
            <a:xfrm>
              <a:off x="2701826" y="41084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34: 일은"/>
            <p:cNvSpPr txBox="1"/>
            <p:nvPr/>
          </p:nvSpPr>
          <p:spPr>
            <a:xfrm>
              <a:off x="2748260" y="41084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일은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9" name="Line 35: 여전히 우리의 몫입니다."/>
          <p:cNvGrpSpPr/>
          <p:nvPr/>
        </p:nvGrpSpPr>
        <p:grpSpPr>
          <a:xfrm>
            <a:off x="619125" y="4443115"/>
            <a:ext cx="1798290" cy="327660"/>
            <a:chOff x="619125" y="4443115"/>
            <a:chExt cx="1798290" cy="327660"/>
          </a:xfrm>
        </p:grpSpPr>
        <p:sp>
          <p:nvSpPr>
            <p:cNvPr id="220" name="Weave text 35: 여전히"/>
            <p:cNvSpPr txBox="1"/>
            <p:nvPr/>
          </p:nvSpPr>
          <p:spPr>
            <a:xfrm>
              <a:off x="619125" y="4443115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여전히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35:  "/>
            <p:cNvSpPr txBox="1"/>
            <p:nvPr/>
          </p:nvSpPr>
          <p:spPr>
            <a:xfrm>
              <a:off x="1104900" y="4443115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35: 우리의"/>
            <p:cNvSpPr txBox="1"/>
            <p:nvPr/>
          </p:nvSpPr>
          <p:spPr>
            <a:xfrm>
              <a:off x="1151334" y="4443115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우리의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35:  "/>
            <p:cNvSpPr txBox="1"/>
            <p:nvPr/>
          </p:nvSpPr>
          <p:spPr>
            <a:xfrm>
              <a:off x="1637258" y="4443115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35: 몫입니다"/>
            <p:cNvSpPr txBox="1"/>
            <p:nvPr/>
          </p:nvSpPr>
          <p:spPr>
            <a:xfrm>
              <a:off x="1683693" y="4443115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몫입니다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35: ."/>
            <p:cNvSpPr txBox="1"/>
            <p:nvPr/>
          </p:nvSpPr>
          <p:spPr>
            <a:xfrm>
              <a:off x="2331541" y="4443115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6" name="Line 36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227" name="Weave text 36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36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9" name="Weave text 36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0" name="Line 37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231" name="Weave text 37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2" name="Line 38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233" name="Weave text 38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38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5" name="Weave text 38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36" name="Line 39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237" name="Weave text 39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39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39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39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39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42" name="Line 40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243" name="Weave text 40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44" name="Line 41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245" name="Weave text 41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46" name="Line 42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247" name="Weave text 42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8" name="Line 43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249" name="Weave text 43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43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43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43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43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43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43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56" name="Line 44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257" name="Weave text 44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58" name="Line 45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259" name="Weave text 45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60" name="Line 46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261" name="Weave text 46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2" name="Line 47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263" name="Weave text 47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47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47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47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47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47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47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0" name="Line 48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271" name="Weave text 48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48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48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48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48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48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48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48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48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48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1" name="Weave text 48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2" name="Weave text 48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3" name="Weave text 48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4" name="Weave text 48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5" name="Line 49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286" name="Weave text 49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49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49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49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49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1" name="Weave text 49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49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49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4" name="Line 50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295" name="Weave text 50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6" name="Weave text 50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7" name="Weave text 50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8" name="Weave text 50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9" name="Weave text 50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0" name="Weave text 50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50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50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50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50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5" name="Line 51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06" name="Weave text 51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7" name="Line 52: 02 / 11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308" name="Weave text 52: 02 / 11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resenton Native Image 13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1971675"/>
            <a:ext cx="10972800" cy="1057275"/>
          </a:xfrm>
          <a:prstGeom prst="rect">
            <a:avLst/>
          </a:prstGeom>
        </p:spPr>
      </p:pic>
      <p:pic>
        <p:nvPicPr>
          <p:cNvPr id="168" name="Presenton Native Image 14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3028950"/>
            <a:ext cx="10972800" cy="1057275"/>
          </a:xfrm>
          <a:prstGeom prst="rect">
            <a:avLst/>
          </a:prstGeom>
        </p:spPr>
      </p:pic>
      <p:pic>
        <p:nvPicPr>
          <p:cNvPr id="169" name="Presenton Native Image 15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09600" y="4086225"/>
            <a:ext cx="10972800" cy="1057275"/>
          </a:xfrm>
          <a:prstGeom prst="rect">
            <a:avLst/>
          </a:prstGeom>
        </p:spPr>
      </p:pic>
      <p:pic>
        <p:nvPicPr>
          <p:cNvPr id="170" name="Presenton Native Image 16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296025" y="5534025"/>
            <a:ext cx="5143500" cy="504825"/>
          </a:xfrm>
          <a:prstGeom prst="rect">
            <a:avLst/>
          </a:prstGeom>
        </p:spPr>
      </p:pic>
      <p:grpSp>
        <p:nvGrpSpPr>
          <p:cNvPr id="171" name="Line 53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172" name="Weave text 53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3" name="Line 54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174" name="Weave text 54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54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54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54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8" name="Weave text 54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9" name="Weave text 54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0" name="Weave text 54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54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54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3" name="Weave text 54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4" name="Weave text 54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5" name="Weave text 54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6" name="Line 55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87" name="Weave text 55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55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55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55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55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55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55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55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55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55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7" name="Weave text 55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55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9" name="Line 56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200" name="Weave text 56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01" name="Line 57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202" name="Weave text 57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3" name="Weave text 57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04" name="Weave text 57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5" name="Weave text 57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6" name="Line 58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207" name="Weave text 58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58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58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58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1" name="Weave text 58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2" name="Weave text 58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3" name="Weave text 58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4" name="Weave text 58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5" name="Weave text 58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6" name="Weave text 58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7" name="Weave text 58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8" name="Weave text 58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9" name="Weave text 58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0" name="Weave text 58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1" name="Line 59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222" name="Weave text 59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59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59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59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59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59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59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59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59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59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59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3" name="Line 60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234" name="Weave text 60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35" name="Line 61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236" name="Weave text 61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7" name="Weave text 61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8" name="Weave text 61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61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40" name="Line 62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241" name="Weave text 62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62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62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62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62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62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62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62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62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62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62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62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3" name="Line 63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254" name="Weave text 63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63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63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63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63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63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0" name="Weave text 63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1" name="Weave text 63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2" name="Weave text 63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3" name="Weave text 63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4" name="Weave text 63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65" name="Line 64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266" name="Weave text 64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67" name="Line 65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268" name="Weave text 65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9" name="Weave text 65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0" name="Weave text 65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1" name="Weave text 65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2" name="Weave text 65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3" name="Weave text 65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74" name="Line 66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275" name="Weave text 66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66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66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66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66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66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1" name="Weave text 66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2" name="Weave text 66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3" name="Weave text 66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4" name="Weave text 66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5" name="Weave text 66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6" name="Weave text 66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7" name="Weave text 66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8" name="Weave text 66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9" name="Line 67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290" name="Weave text 67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1" name="Weave text 67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67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67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67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67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67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67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67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67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67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67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2" name="Weave text 67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3" name="Weave text 67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67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05" name="Line 68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306" name="Weave text 68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68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68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68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68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11" name="Line 69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312" name="Weave text 69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69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69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69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69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69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69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69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69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69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69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69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69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69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69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7" name="Line 70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328" name="Weave text 70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70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70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70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70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3" name="Line 71: “가까운 사람의 작은 부탁을 놓치고 싶지 않아요.”"/>
          <p:cNvGrpSpPr/>
          <p:nvPr/>
        </p:nvGrpSpPr>
        <p:grpSpPr>
          <a:xfrm>
            <a:off x="6648450" y="5800725"/>
            <a:ext cx="3371106" cy="312420"/>
            <a:chOff x="6648450" y="5800725"/>
            <a:chExt cx="3371106" cy="312420"/>
          </a:xfrm>
        </p:grpSpPr>
        <p:sp>
          <p:nvSpPr>
            <p:cNvPr id="334" name="Weave text 71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5" name="Weave text 71: 가까운"/>
            <p:cNvSpPr txBox="1"/>
            <p:nvPr/>
          </p:nvSpPr>
          <p:spPr>
            <a:xfrm>
              <a:off x="671869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가까운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6" name="Weave text 71:  "/>
            <p:cNvSpPr txBox="1"/>
            <p:nvPr/>
          </p:nvSpPr>
          <p:spPr>
            <a:xfrm>
              <a:off x="717649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7" name="Weave text 71: 사람의"/>
            <p:cNvSpPr txBox="1"/>
            <p:nvPr/>
          </p:nvSpPr>
          <p:spPr>
            <a:xfrm>
              <a:off x="721965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사람의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8" name="Weave text 71:  "/>
            <p:cNvSpPr txBox="1"/>
            <p:nvPr/>
          </p:nvSpPr>
          <p:spPr>
            <a:xfrm>
              <a:off x="767729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9" name="Weave text 71: 작은"/>
            <p:cNvSpPr txBox="1"/>
            <p:nvPr/>
          </p:nvSpPr>
          <p:spPr>
            <a:xfrm>
              <a:off x="7720459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0" name="Weave text 71:  "/>
            <p:cNvSpPr txBox="1"/>
            <p:nvPr/>
          </p:nvSpPr>
          <p:spPr>
            <a:xfrm>
              <a:off x="802555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1" name="Weave text 71: 부탁을"/>
            <p:cNvSpPr txBox="1"/>
            <p:nvPr/>
          </p:nvSpPr>
          <p:spPr>
            <a:xfrm>
              <a:off x="806871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부탁을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2" name="Weave text 71:  "/>
            <p:cNvSpPr txBox="1"/>
            <p:nvPr/>
          </p:nvSpPr>
          <p:spPr>
            <a:xfrm>
              <a:off x="8526512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3" name="Weave text 71: 놓치고"/>
            <p:cNvSpPr txBox="1"/>
            <p:nvPr/>
          </p:nvSpPr>
          <p:spPr>
            <a:xfrm>
              <a:off x="8569523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4" name="Weave text 71:  "/>
            <p:cNvSpPr txBox="1"/>
            <p:nvPr/>
          </p:nvSpPr>
          <p:spPr>
            <a:xfrm>
              <a:off x="902731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5" name="Weave text 71: 싶지"/>
            <p:cNvSpPr txBox="1"/>
            <p:nvPr/>
          </p:nvSpPr>
          <p:spPr>
            <a:xfrm>
              <a:off x="907033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6" name="Weave text 71:  "/>
            <p:cNvSpPr txBox="1"/>
            <p:nvPr/>
          </p:nvSpPr>
          <p:spPr>
            <a:xfrm>
              <a:off x="937557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7" name="Weave text 71: 않아요"/>
            <p:cNvSpPr txBox="1"/>
            <p:nvPr/>
          </p:nvSpPr>
          <p:spPr>
            <a:xfrm>
              <a:off x="941858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8" name="Weave text 71: .”"/>
            <p:cNvSpPr txBox="1"/>
            <p:nvPr/>
          </p:nvSpPr>
          <p:spPr>
            <a:xfrm>
              <a:off x="987638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9" name="Line 72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50" name="Weave text 72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51" name="Line 73: 03 / 11"/>
          <p:cNvGrpSpPr/>
          <p:nvPr/>
        </p:nvGrpSpPr>
        <p:grpSpPr>
          <a:xfrm>
            <a:off x="11171337" y="6486525"/>
            <a:ext cx="449163" cy="190500"/>
            <a:chOff x="11171337" y="6486525"/>
            <a:chExt cx="449163" cy="190500"/>
          </a:xfrm>
        </p:grpSpPr>
        <p:sp>
          <p:nvSpPr>
            <p:cNvPr id="352" name="Weave text 73: 03 / 11"/>
            <p:cNvSpPr txBox="1"/>
            <p:nvPr/>
          </p:nvSpPr>
          <p:spPr>
            <a:xfrm>
              <a:off x="11171337" y="6486525"/>
              <a:ext cx="44916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resenton Native Image 17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1933575"/>
            <a:ext cx="10972800" cy="638175"/>
          </a:xfrm>
          <a:prstGeom prst="rect">
            <a:avLst/>
          </a:prstGeom>
        </p:spPr>
      </p:pic>
      <p:pic>
        <p:nvPicPr>
          <p:cNvPr id="172" name="Presenton Native Image 18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800725" y="2124075"/>
            <a:ext cx="3728740" cy="257175"/>
          </a:xfrm>
          <a:prstGeom prst="rect">
            <a:avLst/>
          </a:prstGeom>
        </p:spPr>
      </p:pic>
      <p:pic>
        <p:nvPicPr>
          <p:cNvPr id="173" name="Presenton Native Image 19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09600" y="3171825"/>
            <a:ext cx="10972800" cy="819150"/>
          </a:xfrm>
          <a:prstGeom prst="rect">
            <a:avLst/>
          </a:prstGeom>
        </p:spPr>
      </p:pic>
      <p:pic>
        <p:nvPicPr>
          <p:cNvPr id="174" name="Presenton Native Image 20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09600" y="3990975"/>
            <a:ext cx="10972800" cy="819150"/>
          </a:xfrm>
          <a:prstGeom prst="rect">
            <a:avLst/>
          </a:prstGeom>
        </p:spPr>
      </p:pic>
      <p:pic>
        <p:nvPicPr>
          <p:cNvPr id="175" name="Presenton Native Image 21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09600" y="4810125"/>
            <a:ext cx="10972800" cy="819150"/>
          </a:xfrm>
          <a:prstGeom prst="rect">
            <a:avLst/>
          </a:prstGeom>
        </p:spPr>
      </p:pic>
      <p:grpSp>
        <p:nvGrpSpPr>
          <p:cNvPr id="176" name="Line 74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177" name="Weave text 74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75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179" name="Weave text 75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0" name="Weave text 75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1" name="Weave text 75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2" name="Weave text 75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3" name="Weave text 75: 세"/>
            <p:cNvSpPr txBox="1"/>
            <p:nvPr/>
          </p:nvSpPr>
          <p:spPr>
            <a:xfrm>
              <a:off x="2183904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4" name="Weave text 75:  "/>
            <p:cNvSpPr txBox="1"/>
            <p:nvPr/>
          </p:nvSpPr>
          <p:spPr>
            <a:xfrm>
              <a:off x="2515493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75: 가지"/>
            <p:cNvSpPr txBox="1"/>
            <p:nvPr/>
          </p:nvSpPr>
          <p:spPr>
            <a:xfrm>
              <a:off x="2592437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75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75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75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75: 방식"/>
            <p:cNvSpPr txBox="1"/>
            <p:nvPr/>
          </p:nvSpPr>
          <p:spPr>
            <a:xfrm>
              <a:off x="4072086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75: ."/>
            <p:cNvSpPr txBox="1"/>
            <p:nvPr/>
          </p:nvSpPr>
          <p:spPr>
            <a:xfrm>
              <a:off x="473511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91" name="Line 76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2" name="Weave text 76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76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76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76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76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7" name="Weave text 76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76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76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76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76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76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76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4" name="Weave text 76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5" name="Weave text 76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76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76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76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76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76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77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212" name="Weave text 77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13" name="Weave text 77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4" name="Weave text 77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15" name="Line 78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216" name="Weave text 78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78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78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78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78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78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78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78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78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78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78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79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228" name="Weave text 79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9" name="Weave text 79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0" name="Weave text 79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31" name="Line 80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232" name="Weave text 80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80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80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80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80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80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80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80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80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80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2" name="Weave text 80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3" name="Weave text 80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4" name="Weave text 80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45" name="Line 81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246" name="Weave text 81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7" name="Weave text 81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81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49" name="Line 82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250" name="Weave text 82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51" name="Line 83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252" name="Weave text 83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53" name="Line 84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254" name="Weave text 84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84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84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57" name="Line 85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258" name="Weave text 85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9" name="Line 86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260" name="Weave text 86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86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86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87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264" name="Weave text 87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5" name="Weave text 87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6" name="Weave text 87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7" name="Weave text 87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8" name="Weave text 87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69" name="Line 88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270" name="Weave text 88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88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88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88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88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5" name="Line 89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276" name="Weave text 89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89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89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89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89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90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282" name="Weave text 90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90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90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90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90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7" name="Line 91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288" name="Weave text 91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91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91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1" name="Weave text 91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91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3" name="Line 92: 출처별 목록으로 확인"/>
          <p:cNvGrpSpPr/>
          <p:nvPr/>
        </p:nvGrpSpPr>
        <p:grpSpPr>
          <a:xfrm>
            <a:off x="8477250" y="3614738"/>
            <a:ext cx="1469975" cy="297180"/>
            <a:chOff x="8477250" y="3614738"/>
            <a:chExt cx="1469975" cy="297180"/>
          </a:xfrm>
        </p:grpSpPr>
        <p:sp>
          <p:nvSpPr>
            <p:cNvPr id="294" name="Weave text 92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92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92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92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92: 확인"/>
            <p:cNvSpPr txBox="1"/>
            <p:nvPr/>
          </p:nvSpPr>
          <p:spPr>
            <a:xfrm>
              <a:off x="96110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9" name="Line 93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300" name="Weave text 93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1" name="Line 94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302" name="Weave text 94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3" name="Weave text 94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04" name="Weave text 94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305" name="Line 95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306" name="Weave text 95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95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95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95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95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11" name="Line 96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312" name="Weave text 96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96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96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96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96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17" name="Line 97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318" name="Weave text 97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19" name="Line 98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320" name="Weave text 98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98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98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98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24" name="Line 99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325" name="Weave text 99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99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99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99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99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100: 출처를 확인하고 입력"/>
          <p:cNvGrpSpPr/>
          <p:nvPr/>
        </p:nvGrpSpPr>
        <p:grpSpPr>
          <a:xfrm>
            <a:off x="8477250" y="4433888"/>
            <a:ext cx="1469975" cy="297180"/>
            <a:chOff x="8477250" y="4433888"/>
            <a:chExt cx="1469975" cy="297180"/>
          </a:xfrm>
        </p:grpSpPr>
        <p:sp>
          <p:nvSpPr>
            <p:cNvPr id="331" name="Weave text 100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2" name="Weave text 100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3" name="Weave text 100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4" name="Weave text 100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5" name="Weave text 100: 입력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6" name="Line 101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337" name="Weave text 101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8" name="Line 102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339" name="Weave text 102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40" name="Weave text 102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41" name="Weave text 102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42" name="Weave text 102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43" name="Weave text 102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344" name="Line 103: 도움이 될 기록을"/>
          <p:cNvGrpSpPr/>
          <p:nvPr/>
        </p:nvGrpSpPr>
        <p:grpSpPr>
          <a:xfrm>
            <a:off x="3143250" y="4985891"/>
            <a:ext cx="1172021" cy="297180"/>
            <a:chOff x="3143250" y="4985891"/>
            <a:chExt cx="1172021" cy="297180"/>
          </a:xfrm>
        </p:grpSpPr>
        <p:sp>
          <p:nvSpPr>
            <p:cNvPr id="345" name="Weave text 103: 도움이"/>
            <p:cNvSpPr txBox="1"/>
            <p:nvPr/>
          </p:nvSpPr>
          <p:spPr>
            <a:xfrm>
              <a:off x="3143250" y="49858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6" name="Weave text 103:  "/>
            <p:cNvSpPr txBox="1"/>
            <p:nvPr/>
          </p:nvSpPr>
          <p:spPr>
            <a:xfrm>
              <a:off x="3590032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7" name="Weave text 103: 될"/>
            <p:cNvSpPr txBox="1"/>
            <p:nvPr/>
          </p:nvSpPr>
          <p:spPr>
            <a:xfrm>
              <a:off x="3635573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8" name="Weave text 103:  "/>
            <p:cNvSpPr txBox="1"/>
            <p:nvPr/>
          </p:nvSpPr>
          <p:spPr>
            <a:xfrm>
              <a:off x="3784550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9" name="Weave text 103: 기록을"/>
            <p:cNvSpPr txBox="1"/>
            <p:nvPr/>
          </p:nvSpPr>
          <p:spPr>
            <a:xfrm>
              <a:off x="3830092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50" name="Line 104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351" name="Weave text 104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2" name="Weave text 104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3" name="Weave text 104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4" name="Weave text 104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5" name="Weave text 104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6" name="Weave text 104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7" name="Weave text 104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58" name="Line 105: 연결된 기억이 있으면"/>
          <p:cNvGrpSpPr/>
          <p:nvPr/>
        </p:nvGrpSpPr>
        <p:grpSpPr>
          <a:xfrm>
            <a:off x="5962650" y="4985891"/>
            <a:ext cx="1469975" cy="297180"/>
            <a:chOff x="5962650" y="4985891"/>
            <a:chExt cx="1469975" cy="297180"/>
          </a:xfrm>
        </p:grpSpPr>
        <p:sp>
          <p:nvSpPr>
            <p:cNvPr id="359" name="Weave text 105: 연결된"/>
            <p:cNvSpPr txBox="1"/>
            <p:nvPr/>
          </p:nvSpPr>
          <p:spPr>
            <a:xfrm>
              <a:off x="5962650" y="49858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0" name="Weave text 105:  "/>
            <p:cNvSpPr txBox="1"/>
            <p:nvPr/>
          </p:nvSpPr>
          <p:spPr>
            <a:xfrm>
              <a:off x="6409432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1" name="Weave text 105: 기억이"/>
            <p:cNvSpPr txBox="1"/>
            <p:nvPr/>
          </p:nvSpPr>
          <p:spPr>
            <a:xfrm>
              <a:off x="6454973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2" name="Weave text 105:  "/>
            <p:cNvSpPr txBox="1"/>
            <p:nvPr/>
          </p:nvSpPr>
          <p:spPr>
            <a:xfrm>
              <a:off x="6901904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3" name="Weave text 105: 있으면"/>
            <p:cNvSpPr txBox="1"/>
            <p:nvPr/>
          </p:nvSpPr>
          <p:spPr>
            <a:xfrm>
              <a:off x="694744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있으면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64" name="Line 106: Weave 버튼에 알림"/>
          <p:cNvGrpSpPr/>
          <p:nvPr/>
        </p:nvGrpSpPr>
        <p:grpSpPr>
          <a:xfrm>
            <a:off x="5962650" y="5253038"/>
            <a:ext cx="1392287" cy="297180"/>
            <a:chOff x="5962650" y="5253038"/>
            <a:chExt cx="1392287" cy="297180"/>
          </a:xfrm>
        </p:grpSpPr>
        <p:sp>
          <p:nvSpPr>
            <p:cNvPr id="365" name="Weave text 106: Weave "/>
            <p:cNvSpPr txBox="1"/>
            <p:nvPr/>
          </p:nvSpPr>
          <p:spPr>
            <a:xfrm>
              <a:off x="5962650" y="525303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106: 버튼에"/>
            <p:cNvSpPr txBox="1"/>
            <p:nvPr/>
          </p:nvSpPr>
          <p:spPr>
            <a:xfrm>
              <a:off x="6526262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106:  "/>
            <p:cNvSpPr txBox="1"/>
            <p:nvPr/>
          </p:nvSpPr>
          <p:spPr>
            <a:xfrm>
              <a:off x="6973193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8" name="Weave text 106: 알림"/>
            <p:cNvSpPr txBox="1"/>
            <p:nvPr/>
          </p:nvSpPr>
          <p:spPr>
            <a:xfrm>
              <a:off x="7018734" y="52530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69" name="Line 107: 현재 상황에 맞는 기억을"/>
          <p:cNvGrpSpPr/>
          <p:nvPr/>
        </p:nvGrpSpPr>
        <p:grpSpPr>
          <a:xfrm>
            <a:off x="8477250" y="4985891"/>
            <a:ext cx="1664494" cy="297180"/>
            <a:chOff x="8477250" y="4985891"/>
            <a:chExt cx="1664494" cy="297180"/>
          </a:xfrm>
        </p:grpSpPr>
        <p:sp>
          <p:nvSpPr>
            <p:cNvPr id="370" name="Weave text 107: 현재"/>
            <p:cNvSpPr txBox="1"/>
            <p:nvPr/>
          </p:nvSpPr>
          <p:spPr>
            <a:xfrm>
              <a:off x="8477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1" name="Weave text 107:  "/>
            <p:cNvSpPr txBox="1"/>
            <p:nvPr/>
          </p:nvSpPr>
          <p:spPr>
            <a:xfrm>
              <a:off x="8775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2" name="Weave text 107: 상황에"/>
            <p:cNvSpPr txBox="1"/>
            <p:nvPr/>
          </p:nvSpPr>
          <p:spPr>
            <a:xfrm>
              <a:off x="8820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3" name="Weave text 107:  "/>
            <p:cNvSpPr txBox="1"/>
            <p:nvPr/>
          </p:nvSpPr>
          <p:spPr>
            <a:xfrm>
              <a:off x="9267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4" name="Weave text 107: 맞는"/>
            <p:cNvSpPr txBox="1"/>
            <p:nvPr/>
          </p:nvSpPr>
          <p:spPr>
            <a:xfrm>
              <a:off x="9313069" y="49858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5" name="Weave text 107:  "/>
            <p:cNvSpPr txBox="1"/>
            <p:nvPr/>
          </p:nvSpPr>
          <p:spPr>
            <a:xfrm>
              <a:off x="9611023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6" name="Weave text 107: 기억을"/>
            <p:cNvSpPr txBox="1"/>
            <p:nvPr/>
          </p:nvSpPr>
          <p:spPr>
            <a:xfrm>
              <a:off x="9656564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77" name="Line 108: 확인하고 대화에 활용"/>
          <p:cNvGrpSpPr/>
          <p:nvPr/>
        </p:nvGrpSpPr>
        <p:grpSpPr>
          <a:xfrm>
            <a:off x="8477250" y="5253038"/>
            <a:ext cx="1469975" cy="297180"/>
            <a:chOff x="8477250" y="5253038"/>
            <a:chExt cx="1469975" cy="297180"/>
          </a:xfrm>
        </p:grpSpPr>
        <p:sp>
          <p:nvSpPr>
            <p:cNvPr id="378" name="Weave text 108: 확인하고"/>
            <p:cNvSpPr txBox="1"/>
            <p:nvPr/>
          </p:nvSpPr>
          <p:spPr>
            <a:xfrm>
              <a:off x="8477250" y="52530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9" name="Weave text 108:  "/>
            <p:cNvSpPr txBox="1"/>
            <p:nvPr/>
          </p:nvSpPr>
          <p:spPr>
            <a:xfrm>
              <a:off x="9073009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0" name="Weave text 108: 대화에"/>
            <p:cNvSpPr txBox="1"/>
            <p:nvPr/>
          </p:nvSpPr>
          <p:spPr>
            <a:xfrm>
              <a:off x="9118550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1" name="Weave text 108:  "/>
            <p:cNvSpPr txBox="1"/>
            <p:nvPr/>
          </p:nvSpPr>
          <p:spPr>
            <a:xfrm>
              <a:off x="9565481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2" name="Weave text 108: 활용"/>
            <p:cNvSpPr txBox="1"/>
            <p:nvPr/>
          </p:nvSpPr>
          <p:spPr>
            <a:xfrm>
              <a:off x="9611023" y="52530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83" name="Line 109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384" name="Weave text 109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5" name="Weave text 109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6" name="Weave text 109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7" name="Weave text 109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8" name="Weave text 109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9" name="Weave text 109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0" name="Weave text 109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1" name="Weave text 109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2" name="Weave text 109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3" name="Weave text 109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4" name="Weave text 109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5" name="Weave text 109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6" name="Weave text 109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7" name="Weave text 109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8" name="Weave text 109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9" name="Weave text 109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00" name="Line 110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401" name="Weave text 110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02" name="Line 111: 04 / 11"/>
          <p:cNvGrpSpPr/>
          <p:nvPr/>
        </p:nvGrpSpPr>
        <p:grpSpPr>
          <a:xfrm>
            <a:off x="11168658" y="6486525"/>
            <a:ext cx="451842" cy="190500"/>
            <a:chOff x="11168658" y="6486525"/>
            <a:chExt cx="451842" cy="190500"/>
          </a:xfrm>
        </p:grpSpPr>
        <p:sp>
          <p:nvSpPr>
            <p:cNvPr id="403" name="Weave text 111: 04 / 11"/>
            <p:cNvSpPr txBox="1"/>
            <p:nvPr/>
          </p:nvSpPr>
          <p:spPr>
            <a:xfrm>
              <a:off x="11168658" y="6486525"/>
              <a:ext cx="45184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resenton Native SVG Image 22" descr=""/>
          <p:cNvPicPr/>
          <p:nvPr/>
        </p:nvPicPr>
        <p:blipFill>
          <a:blip r:embed="rIdWeaveFallback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5" name="Shape 235"/>
          <p:cNvSpPr/>
          <p:nvPr/>
        </p:nvSpPr>
        <p:spPr>
          <a:xfrm>
            <a:off x="609600" y="1885950"/>
            <a:ext cx="4610100" cy="4067175"/>
          </a:xfrm>
          <a:prstGeom prst="roundRect">
            <a:avLst>
              <a:gd name="adj" fmla="val 5621"/>
            </a:avLst>
          </a:prstGeom>
          <a:solidFill>
            <a:srgbClr val="10192B"/>
          </a:solidFill>
          <a:ln w="9525">
            <a:solidFill>
              <a:srgbClr val="344364"/>
            </a:solidFill>
          </a:ln>
        </p:spPr>
        <p:txBody>
          <a:bodyPr/>
          <a:lstStyle/>
          <a:p/>
        </p:txBody>
      </p:sp>
      <p:pic>
        <p:nvPicPr>
          <p:cNvPr id="177" name="Presenton Native Image 23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619125" y="1895475"/>
            <a:ext cx="4591050" cy="428625"/>
          </a:xfrm>
          <a:prstGeom prst="rect">
            <a:avLst/>
          </a:prstGeom>
        </p:spPr>
      </p:pic>
      <p:pic>
        <p:nvPicPr>
          <p:cNvPr id="178" name="Presenton Native Image 24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619125" y="3676650"/>
            <a:ext cx="4591050" cy="2266950"/>
          </a:xfrm>
          <a:prstGeom prst="rect">
            <a:avLst/>
          </a:prstGeom>
        </p:spPr>
      </p:pic>
      <p:sp>
        <p:nvSpPr>
          <p:cNvPr id="240" name="Shape 240"/>
          <p:cNvSpPr/>
          <p:nvPr/>
        </p:nvSpPr>
        <p:spPr>
          <a:xfrm>
            <a:off x="800100" y="3829050"/>
            <a:ext cx="4229100" cy="371475"/>
          </a:xfrm>
          <a:prstGeom prst="roundRect">
            <a:avLst>
              <a:gd name="adj" fmla="val 25641"/>
            </a:avLst>
          </a:prstGeom>
          <a:solidFill>
            <a:srgbClr val="F1EDFF"/>
          </a:solidFill>
        </p:spPr>
        <p:txBody>
          <a:bodyPr/>
          <a:lstStyle/>
          <a:p/>
        </p:txBody>
      </p:sp>
      <p:pic>
        <p:nvPicPr>
          <p:cNvPr id="179" name="Presenton Native SVG Image 25" descr=""/>
          <p:cNvPicPr/>
          <p:nvPr/>
        </p:nvPicPr>
        <p:blipFill>
          <a:blip r:embed="rIdWeaveFallback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3910013"/>
            <a:ext cx="209550" cy="209550"/>
          </a:xfrm>
          <a:prstGeom prst="rect">
            <a:avLst/>
          </a:prstGeom>
        </p:spPr>
      </p:pic>
      <p:sp>
        <p:nvSpPr>
          <p:cNvPr id="242" name="Shape 242"/>
          <p:cNvSpPr/>
          <p:nvPr/>
        </p:nvSpPr>
        <p:spPr>
          <a:xfrm>
            <a:off x="800100" y="44148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0" name="Presenton Native SVG Image 26" descr=""/>
          <p:cNvPicPr/>
          <p:nvPr/>
        </p:nvPicPr>
        <p:blipFill>
          <a:blip r:embed="rIdWeaveFallback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725" y="4462463"/>
            <a:ext cx="209550" cy="209550"/>
          </a:xfrm>
          <a:prstGeom prst="rect">
            <a:avLst/>
          </a:prstGeom>
        </p:spPr>
      </p:pic>
      <p:pic>
        <p:nvPicPr>
          <p:cNvPr id="181" name="Presenton Native Image 27" descr=""/>
          <p:cNvPicPr/>
          <p:nvPr/>
        </p:nvPicPr>
        <p:blipFill>
          <a:blip r:embed="rId8" cstate="none"/>
          <a:stretch>
            <a:fillRect/>
          </a:stretch>
        </p:blipFill>
        <p:spPr>
          <a:xfrm>
            <a:off x="800100" y="4838700"/>
            <a:ext cx="4229100" cy="542925"/>
          </a:xfrm>
          <a:prstGeom prst="rect">
            <a:avLst/>
          </a:prstGeom>
        </p:spPr>
      </p:pic>
      <p:sp>
        <p:nvSpPr>
          <p:cNvPr id="245" name="Shape 245"/>
          <p:cNvSpPr/>
          <p:nvPr/>
        </p:nvSpPr>
        <p:spPr>
          <a:xfrm>
            <a:off x="800100" y="49625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2" name="Presenton Native SVG Image 28" descr=""/>
          <p:cNvPicPr/>
          <p:nvPr/>
        </p:nvPicPr>
        <p:blipFill>
          <a:blip r:embed="rIdWeaveFallback6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7725" y="5010150"/>
            <a:ext cx="209550" cy="209550"/>
          </a:xfrm>
          <a:prstGeom prst="rect">
            <a:avLst/>
          </a:prstGeom>
        </p:spPr>
      </p:pic>
      <p:pic>
        <p:nvPicPr>
          <p:cNvPr id="183" name="Presenton Native Image 29" descr=""/>
          <p:cNvPicPr/>
          <p:nvPr/>
        </p:nvPicPr>
        <p:blipFill>
          <a:blip r:embed="rId8" cstate="none"/>
          <a:stretch>
            <a:fillRect/>
          </a:stretch>
        </p:blipFill>
        <p:spPr>
          <a:xfrm>
            <a:off x="800100" y="5381625"/>
            <a:ext cx="4229100" cy="542925"/>
          </a:xfrm>
          <a:prstGeom prst="rect">
            <a:avLst/>
          </a:prstGeom>
        </p:spPr>
      </p:pic>
      <p:sp>
        <p:nvSpPr>
          <p:cNvPr id="248" name="Shape 248"/>
          <p:cNvSpPr/>
          <p:nvPr/>
        </p:nvSpPr>
        <p:spPr>
          <a:xfrm>
            <a:off x="800100" y="55054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4" name="Presenton Native SVG Image 30" descr=""/>
          <p:cNvPicPr/>
          <p:nvPr/>
        </p:nvPicPr>
        <p:blipFill>
          <a:blip r:embed="rIdWeaveFallback8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725" y="5553075"/>
            <a:ext cx="209550" cy="209550"/>
          </a:xfrm>
          <a:prstGeom prst="rect">
            <a:avLst/>
          </a:prstGeom>
        </p:spPr>
      </p:pic>
      <p:sp>
        <p:nvSpPr>
          <p:cNvPr id="252" name="Shape 252"/>
          <p:cNvSpPr/>
          <p:nvPr/>
        </p:nvSpPr>
        <p:spPr>
          <a:xfrm>
            <a:off x="6572250" y="2000250"/>
            <a:ext cx="5010150" cy="1123950"/>
          </a:xfrm>
          <a:prstGeom prst="roundRect">
            <a:avLst>
              <a:gd name="adj" fmla="val 12712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257" name="Shape 257"/>
          <p:cNvSpPr/>
          <p:nvPr/>
        </p:nvSpPr>
        <p:spPr>
          <a:xfrm>
            <a:off x="6572250" y="3276600"/>
            <a:ext cx="5010150" cy="1352550"/>
          </a:xfrm>
          <a:prstGeom prst="roundRect">
            <a:avLst>
              <a:gd name="adj" fmla="val 10563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262" name="Shape 262"/>
          <p:cNvSpPr/>
          <p:nvPr/>
        </p:nvSpPr>
        <p:spPr>
          <a:xfrm>
            <a:off x="6572250" y="4781550"/>
            <a:ext cx="5010150" cy="1171575"/>
          </a:xfrm>
          <a:prstGeom prst="roundRect">
            <a:avLst>
              <a:gd name="adj" fmla="val 12195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grpSp>
        <p:nvGrpSpPr>
          <p:cNvPr id="263" name="Line 112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264" name="Weave text 112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65" name="Line 113: 어디에 적었든, 한 번에 찾습니다."/>
          <p:cNvGrpSpPr/>
          <p:nvPr/>
        </p:nvGrpSpPr>
        <p:grpSpPr>
          <a:xfrm>
            <a:off x="609600" y="676275"/>
            <a:ext cx="4924574" cy="647700"/>
            <a:chOff x="609600" y="676275"/>
            <a:chExt cx="4924574" cy="647700"/>
          </a:xfrm>
        </p:grpSpPr>
        <p:sp>
          <p:nvSpPr>
            <p:cNvPr id="266" name="Weave text 113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7" name="Weave text 113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8" name="Weave text 113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9" name="Weave text 113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0" name="Weave text 113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1" name="Weave text 113:  "/>
            <p:cNvSpPr txBox="1"/>
            <p:nvPr/>
          </p:nvSpPr>
          <p:spPr>
            <a:xfrm>
              <a:off x="3216473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2" name="Weave text 113: 번에"/>
            <p:cNvSpPr txBox="1"/>
            <p:nvPr/>
          </p:nvSpPr>
          <p:spPr>
            <a:xfrm>
              <a:off x="3297287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3" name="Weave text 113:  "/>
            <p:cNvSpPr txBox="1"/>
            <p:nvPr/>
          </p:nvSpPr>
          <p:spPr>
            <a:xfrm>
              <a:off x="396775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4" name="Weave text 113: 찾습니다"/>
            <p:cNvSpPr txBox="1"/>
            <p:nvPr/>
          </p:nvSpPr>
          <p:spPr>
            <a:xfrm>
              <a:off x="4048571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5" name="Weave text 113: ."/>
            <p:cNvSpPr txBox="1"/>
            <p:nvPr/>
          </p:nvSpPr>
          <p:spPr>
            <a:xfrm>
              <a:off x="538966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76" name="Line 114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277" name="Weave text 114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14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14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14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1" name="Weave text 114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2" name="Weave text 114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3" name="Weave text 114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4" name="Weave text 114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5" name="Weave text 114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6" name="Weave text 114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7" name="Weave text 114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8" name="Weave text 114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9" name="Weave text 114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0" name="Weave text 114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1" name="Weave text 114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2" name="Weave text 114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3" name="Weave text 114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4" name="Weave text 114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5" name="Weave text 114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6" name="Weave text 114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7" name="Weave text 114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8" name="Weave text 114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9" name="Weave text 114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0" name="Weave text 114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1" name="Line 115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302" name="Weave text 115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03" name="Weave text 115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04" name="Weave text 115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05" name="Weave text 115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06" name="Weave text 115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07" name="Line 116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308" name="Weave text 116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9" name="Line 117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310" name="Weave text 117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11" name="Weave text 117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12" name="Weave text 117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13" name="Weave text 117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14" name="Weave text 117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15" name="Weave text 117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16" name="Weave text 117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17" name="Weave text 117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18" name="Weave text 117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19" name="Line 118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320" name="Weave text 118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21" name="Weave text 118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22" name="Weave text 118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23" name="Weave text 118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24" name="Weave text 118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25" name="Weave text 118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26" name="Weave text 118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27" name="Weave text 118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28" name="Weave text 118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29" name="Weave text 118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0" name="Line 119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331" name="Weave text 119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2" name="Weave text 119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3" name="Weave text 119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4" name="Weave text 119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5" name="Weave text 119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6" name="Weave text 119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7" name="Weave text 119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8" name="Weave text 119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9" name="Weave text 119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0" name="Weave text 119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1" name="Weave text 119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2" name="Weave text 119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3" name="Weave text 119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4" name="Weave text 119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5" name="Line 120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346" name="Weave text 120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47" name="Weave text 120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48" name="Weave text 120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49" name="Weave text 120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0" name="Weave text 120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1" name="Weave text 120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2" name="Weave text 120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53" name="Line 121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354" name="Weave text 121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5" name="Weave text 121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6" name="Weave text 121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7" name="Weave text 121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8" name="Weave text 121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9" name="Weave text 121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60" name="Weave text 121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61" name="Line 122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362" name="Weave text 122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122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122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122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122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122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8" name="Weave text 122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69" name="Line 123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370" name="Weave text 123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1" name="Weave text 123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72" name="Weave text 123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3" name="Weave text 123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74" name="Weave text 123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5" name="Weave text 123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76" name="Weave text 123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77" name="Line 124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378" name="Weave text 124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9" name="Weave text 124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0" name="Weave text 124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1" name="Weave text 124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2" name="Weave text 124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3" name="Weave text 124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4" name="Weave text 124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85" name="Line 125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386" name="Weave text 125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87" name="Weave text 125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88" name="Weave text 125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89" name="Weave text 125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0" name="Weave text 125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1" name="Weave text 125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2" name="Weave text 125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3" name="Weave text 125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94" name="Line 126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395" name="Weave text 126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6" name="Weave text 126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7" name="Weave text 126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8" name="Weave text 126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9" name="Weave text 126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00" name="Line 127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401" name="Weave text 127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2" name="Weave text 127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3" name="Weave text 127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4" name="Weave text 127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5" name="Weave text 127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06" name="Line 128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407" name="Weave text 128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08" name="Line 129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409" name="Weave text 129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0" name="Weave text 129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1" name="Weave text 129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2" name="Line 130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413" name="Weave text 130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4" name="Weave text 130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5" name="Weave text 130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6" name="Weave text 130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7" name="Weave text 130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8" name="Weave text 130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19" name="Line 131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420" name="Weave text 131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1" name="Weave text 131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2" name="Weave text 131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3" name="Weave text 131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4" name="Weave text 131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5" name="Weave text 131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6" name="Weave text 131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7" name="Weave text 131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8" name="Weave text 131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9" name="Weave text 131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0" name="Weave text 131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1" name="Weave text 131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2" name="Weave text 131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33" name="Line 132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434" name="Weave text 132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5" name="Weave text 132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6" name="Weave text 132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7" name="Weave text 132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8" name="Weave text 132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39" name="Line 133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440" name="Weave text 133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1" name="Weave text 133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2" name="Weave text 133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3" name="Line 134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444" name="Weave text 134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5" name="Weave text 134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46" name="Weave text 134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7" name="Weave text 134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48" name="Weave text 134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9" name="Weave text 134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50" name="Weave text 134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51" name="Weave text 134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52" name="Weave text 134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53" name="Weave text 134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54" name="Weave text 134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55" name="Weave text 134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6" name="Line 135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457" name="Weave text 135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8" name="Weave text 135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9" name="Weave text 135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0" name="Weave text 135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1" name="Weave text 135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2" name="Weave text 135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3" name="Weave text 135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4" name="Weave text 135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5" name="Weave text 135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6" name="Weave text 135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7" name="Weave text 135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8" name="Weave text 135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9" name="Weave text 135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0" name="Weave text 135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1" name="Weave text 135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2" name="Weave text 135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3" name="Weave text 135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4" name="Weave text 135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5" name="Weave text 135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6" name="Weave text 135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7" name="Line 136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478" name="Weave text 136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9" name="Weave text 136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0" name="Weave text 136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1" name="Weave text 136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2" name="Weave text 136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3" name="Weave text 136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4" name="Weave text 136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5" name="Weave text 136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6" name="Weave text 136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7" name="Line 137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488" name="Weave text 137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9" name="Weave text 137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0" name="Weave text 137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1" name="Weave text 137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2" name="Weave text 137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93" name="Line 138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494" name="Weave text 138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5" name="Weave text 138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6" name="Weave text 138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7" name="Line 139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498" name="Weave text 139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99" name="Weave text 139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0" name="Weave text 139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1" name="Weave text 139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2" name="Weave text 139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3" name="Weave text 139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4" name="Weave text 139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5" name="Weave text 139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06" name="Line 140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507" name="Weave text 140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8" name="Weave text 140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9" name="Weave text 140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0" name="Weave text 140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1" name="Weave text 140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2" name="Weave text 140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3" name="Weave text 140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4" name="Weave text 140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5" name="Weave text 140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6" name="Weave text 140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7" name="Weave text 140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8" name="Weave text 140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9" name="Weave text 140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20" name="Line 141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521" name="Weave text 141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2" name="Weave text 141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3" name="Weave text 141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4" name="Weave text 141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5" name="Weave text 141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6" name="Weave text 141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7" name="Weave text 141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8" name="Weave text 141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9" name="Weave text 141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0" name="Weave text 141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1" name="Weave text 141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2" name="Weave text 141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3" name="Weave text 141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4" name="Weave text 141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5" name="Weave text 141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6" name="Weave text 141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7" name="Weave text 141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8" name="Weave text 141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9" name="Weave text 141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0" name="Weave text 141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41" name="Line 142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542" name="Weave text 142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43" name="Line 143: 05 / 11"/>
          <p:cNvGrpSpPr/>
          <p:nvPr/>
        </p:nvGrpSpPr>
        <p:grpSpPr>
          <a:xfrm>
            <a:off x="11218366" y="6496050"/>
            <a:ext cx="402134" cy="190500"/>
            <a:chOff x="11218366" y="6496050"/>
            <a:chExt cx="402134" cy="190500"/>
          </a:xfrm>
        </p:grpSpPr>
        <p:sp>
          <p:nvSpPr>
            <p:cNvPr id="544" name="Weave text 143: 05 / 11"/>
            <p:cNvSpPr txBox="1"/>
            <p:nvPr/>
          </p:nvSpPr>
          <p:spPr>
            <a:xfrm>
              <a:off x="11218366" y="6496050"/>
              <a:ext cx="4021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resenton Native SVG Image 31" descr=""/>
          <p:cNvPicPr/>
          <p:nvPr/>
        </p:nvPicPr>
        <p:blipFill>
          <a:blip r:embed="rIdWeaveFallback0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3" name="Shape 273"/>
          <p:cNvSpPr/>
          <p:nvPr/>
        </p:nvSpPr>
        <p:spPr>
          <a:xfrm>
            <a:off x="609600" y="2038350"/>
            <a:ext cx="2466975" cy="1543050"/>
          </a:xfrm>
          <a:prstGeom prst="roundRect">
            <a:avLst>
              <a:gd name="adj" fmla="val 10494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274" name="Shape 274"/>
          <p:cNvSpPr/>
          <p:nvPr/>
        </p:nvSpPr>
        <p:spPr>
          <a:xfrm>
            <a:off x="819150" y="22479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6" name="Presenton Native SVG Image 32" descr=""/>
          <p:cNvPicPr/>
          <p:nvPr/>
        </p:nvPicPr>
        <p:blipFill>
          <a:blip r:embed="rIdWeaveFallback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775" y="2295525"/>
            <a:ext cx="228600" cy="228600"/>
          </a:xfrm>
          <a:prstGeom prst="rect">
            <a:avLst/>
          </a:prstGeom>
        </p:spPr>
      </p:pic>
      <p:sp>
        <p:nvSpPr>
          <p:cNvPr id="282" name="Shape 282"/>
          <p:cNvSpPr/>
          <p:nvPr/>
        </p:nvSpPr>
        <p:spPr>
          <a:xfrm>
            <a:off x="2905125" y="3962400"/>
            <a:ext cx="2905125" cy="1895475"/>
          </a:xfrm>
          <a:prstGeom prst="roundRect">
            <a:avLst>
              <a:gd name="adj" fmla="val 8543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283" name="Shape 283"/>
          <p:cNvSpPr/>
          <p:nvPr/>
        </p:nvSpPr>
        <p:spPr>
          <a:xfrm>
            <a:off x="3095625" y="4071938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7" name="Presenton Native SVG Image 33" descr=""/>
          <p:cNvPicPr/>
          <p:nvPr/>
        </p:nvPicPr>
        <p:blipFill>
          <a:blip r:embed="rIdWeaveFallback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8963" y="4105275"/>
            <a:ext cx="190500" cy="190500"/>
          </a:xfrm>
          <a:prstGeom prst="rect">
            <a:avLst/>
          </a:prstGeom>
        </p:spPr>
      </p:pic>
      <p:sp>
        <p:nvSpPr>
          <p:cNvPr id="285" name="Shape 285"/>
          <p:cNvSpPr/>
          <p:nvPr/>
        </p:nvSpPr>
        <p:spPr>
          <a:xfrm>
            <a:off x="3095625" y="4429125"/>
            <a:ext cx="2524125" cy="1114425"/>
          </a:xfrm>
          <a:prstGeom prst="roundRect">
            <a:avLst>
              <a:gd name="adj" fmla="val 6838"/>
            </a:avLst>
          </a:prstGeom>
          <a:solidFill>
            <a:srgbClr val="EBE8DC"/>
          </a:solidFill>
        </p:spPr>
        <p:txBody>
          <a:bodyPr/>
          <a:lstStyle/>
          <a:p/>
        </p:txBody>
      </p:sp>
      <p:sp>
        <p:nvSpPr>
          <p:cNvPr id="290" name="Shape 290"/>
          <p:cNvSpPr/>
          <p:nvPr/>
        </p:nvSpPr>
        <p:spPr>
          <a:xfrm>
            <a:off x="6915150" y="1885950"/>
            <a:ext cx="4667250" cy="4086225"/>
          </a:xfrm>
          <a:prstGeom prst="roundRect">
            <a:avLst>
              <a:gd name="adj" fmla="val 5828"/>
            </a:avLst>
          </a:prstGeom>
          <a:solidFill>
            <a:srgbClr val="10192B"/>
          </a:solidFill>
          <a:ln w="9525">
            <a:solidFill>
              <a:srgbClr val="344364"/>
            </a:solidFill>
          </a:ln>
        </p:spPr>
        <p:txBody>
          <a:bodyPr/>
          <a:lstStyle/>
          <a:p/>
        </p:txBody>
      </p:sp>
      <p:sp>
        <p:nvSpPr>
          <p:cNvPr id="293" name="Shape 293"/>
          <p:cNvSpPr/>
          <p:nvPr/>
        </p:nvSpPr>
        <p:spPr>
          <a:xfrm>
            <a:off x="7124700" y="2371725"/>
            <a:ext cx="4248150" cy="514350"/>
          </a:xfrm>
          <a:prstGeom prst="roundRect">
            <a:avLst>
              <a:gd name="adj" fmla="val 20370"/>
            </a:avLst>
          </a:prstGeom>
          <a:solidFill>
            <a:srgbClr val="151F34"/>
          </a:solidFill>
          <a:ln w="9525">
            <a:solidFill>
              <a:srgbClr val="344364"/>
            </a:solidFill>
          </a:ln>
        </p:spPr>
        <p:txBody>
          <a:bodyPr/>
          <a:lstStyle/>
          <a:p/>
        </p:txBody>
      </p:sp>
      <p:sp>
        <p:nvSpPr>
          <p:cNvPr id="294" name="Shape 294"/>
          <p:cNvSpPr/>
          <p:nvPr/>
        </p:nvSpPr>
        <p:spPr>
          <a:xfrm>
            <a:off x="7258050" y="2490788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88" name="Presenton Native SVG Image 34" descr=""/>
          <p:cNvPicPr/>
          <p:nvPr/>
        </p:nvPicPr>
        <p:blipFill>
          <a:blip r:embed="rIdWeaveFallback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0913" y="2533650"/>
            <a:ext cx="190500" cy="190500"/>
          </a:xfrm>
          <a:prstGeom prst="rect">
            <a:avLst/>
          </a:prstGeom>
        </p:spPr>
      </p:pic>
      <p:sp>
        <p:nvSpPr>
          <p:cNvPr id="296" name="Shape 296"/>
          <p:cNvSpPr/>
          <p:nvPr/>
        </p:nvSpPr>
        <p:spPr>
          <a:xfrm>
            <a:off x="7124700" y="3067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B8A2FF"/>
          </a:solidFill>
        </p:spPr>
        <p:txBody>
          <a:bodyPr/>
          <a:lstStyle/>
          <a:p/>
        </p:txBody>
      </p:sp>
      <p:pic>
        <p:nvPicPr>
          <p:cNvPr id="189" name="Presenton Native SVG Image 35" descr=""/>
          <p:cNvPicPr/>
          <p:nvPr/>
        </p:nvPicPr>
        <p:blipFill>
          <a:blip r:embed="rIdWeaveFallback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72325" y="3114675"/>
            <a:ext cx="228600" cy="228600"/>
          </a:xfrm>
          <a:prstGeom prst="rect">
            <a:avLst/>
          </a:prstGeom>
        </p:spPr>
      </p:pic>
      <p:sp>
        <p:nvSpPr>
          <p:cNvPr id="299" name="Shape 299"/>
          <p:cNvSpPr/>
          <p:nvPr/>
        </p:nvSpPr>
        <p:spPr>
          <a:xfrm>
            <a:off x="7124700" y="3514725"/>
            <a:ext cx="4248150" cy="1552575"/>
          </a:xfrm>
          <a:prstGeom prst="roundRect">
            <a:avLst>
              <a:gd name="adj" fmla="val 8589"/>
            </a:avLst>
          </a:prstGeom>
          <a:solidFill>
            <a:srgbClr val="292541"/>
          </a:solidFill>
          <a:ln w="9525">
            <a:solidFill>
              <a:srgbClr val="8171B3"/>
            </a:solidFill>
          </a:ln>
        </p:spPr>
        <p:txBody>
          <a:bodyPr/>
          <a:lstStyle/>
          <a:p/>
        </p:txBody>
      </p:sp>
      <p:sp>
        <p:nvSpPr>
          <p:cNvPr id="304" name="Shape 304"/>
          <p:cNvSpPr/>
          <p:nvPr/>
        </p:nvSpPr>
        <p:spPr>
          <a:xfrm>
            <a:off x="10145911" y="4657725"/>
            <a:ext cx="1036439" cy="333375"/>
          </a:xfrm>
          <a:prstGeom prst="roundRect">
            <a:avLst>
              <a:gd name="adj" fmla="val 20000"/>
            </a:avLst>
          </a:prstGeom>
          <a:solidFill>
            <a:srgbClr val="C3AEFF"/>
          </a:solidFill>
        </p:spPr>
        <p:txBody>
          <a:bodyPr/>
          <a:lstStyle/>
          <a:p/>
        </p:txBody>
      </p:sp>
      <p:sp>
        <p:nvSpPr>
          <p:cNvPr id="306" name="Shape 306"/>
          <p:cNvSpPr/>
          <p:nvPr/>
        </p:nvSpPr>
        <p:spPr>
          <a:xfrm>
            <a:off x="7124700" y="5476875"/>
            <a:ext cx="342900" cy="304800"/>
          </a:xfrm>
          <a:prstGeom prst="roundRect">
            <a:avLst>
              <a:gd name="adj" fmla="val 15625"/>
            </a:avLst>
          </a:prstGeom>
          <a:solidFill>
            <a:srgbClr val="202C42"/>
          </a:solidFill>
        </p:spPr>
        <p:txBody>
          <a:bodyPr/>
          <a:lstStyle/>
          <a:p/>
        </p:txBody>
      </p:sp>
      <p:sp>
        <p:nvSpPr>
          <p:cNvPr id="308" name="Shape 308"/>
          <p:cNvSpPr/>
          <p:nvPr/>
        </p:nvSpPr>
        <p:spPr>
          <a:xfrm>
            <a:off x="7524750" y="5476875"/>
            <a:ext cx="342900" cy="304800"/>
          </a:xfrm>
          <a:prstGeom prst="roundRect">
            <a:avLst>
              <a:gd name="adj" fmla="val 15625"/>
            </a:avLst>
          </a:prstGeom>
          <a:solidFill>
            <a:srgbClr val="202C42"/>
          </a:solidFill>
        </p:spPr>
        <p:txBody>
          <a:bodyPr/>
          <a:lstStyle/>
          <a:p/>
        </p:txBody>
      </p:sp>
      <p:sp>
        <p:nvSpPr>
          <p:cNvPr id="310" name="Shape 310"/>
          <p:cNvSpPr/>
          <p:nvPr/>
        </p:nvSpPr>
        <p:spPr>
          <a:xfrm>
            <a:off x="7924800" y="5476875"/>
            <a:ext cx="2419350" cy="304800"/>
          </a:xfrm>
          <a:prstGeom prst="roundRect">
            <a:avLst>
              <a:gd name="adj" fmla="val 15625"/>
            </a:avLst>
          </a:prstGeom>
          <a:solidFill>
            <a:srgbClr val="202C42"/>
          </a:solidFill>
        </p:spPr>
        <p:txBody>
          <a:bodyPr/>
          <a:lstStyle/>
          <a:p/>
        </p:txBody>
      </p:sp>
      <p:sp>
        <p:nvSpPr>
          <p:cNvPr id="312" name="Shape 312"/>
          <p:cNvSpPr/>
          <p:nvPr/>
        </p:nvSpPr>
        <p:spPr>
          <a:xfrm>
            <a:off x="10401300" y="5476875"/>
            <a:ext cx="342900" cy="304800"/>
          </a:xfrm>
          <a:prstGeom prst="roundRect">
            <a:avLst>
              <a:gd name="adj" fmla="val 15625"/>
            </a:avLst>
          </a:prstGeom>
          <a:solidFill>
            <a:srgbClr val="202C42"/>
          </a:solidFill>
        </p:spPr>
        <p:txBody>
          <a:bodyPr/>
          <a:lstStyle/>
          <a:p/>
        </p:txBody>
      </p:sp>
      <p:sp>
        <p:nvSpPr>
          <p:cNvPr id="314" name="Shape 314"/>
          <p:cNvSpPr/>
          <p:nvPr/>
        </p:nvSpPr>
        <p:spPr>
          <a:xfrm>
            <a:off x="10801350" y="5476875"/>
            <a:ext cx="571500" cy="304800"/>
          </a:xfrm>
          <a:prstGeom prst="roundRect">
            <a:avLst>
              <a:gd name="adj" fmla="val 15625"/>
            </a:avLst>
          </a:prstGeom>
          <a:solidFill>
            <a:srgbClr val="34304C"/>
          </a:solidFill>
        </p:spPr>
        <p:txBody>
          <a:bodyPr/>
          <a:lstStyle/>
          <a:p/>
        </p:txBody>
      </p:sp>
      <p:grpSp>
        <p:nvGrpSpPr>
          <p:cNvPr id="315" name="Line 144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316" name="Weave text 144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17" name="Line 145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318" name="Weave text 145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9" name="Weave text 145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20" name="Weave text 145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21" name="Weave text 145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22" name="Weave text 145: 정확한"/>
            <p:cNvSpPr txBox="1"/>
            <p:nvPr/>
          </p:nvSpPr>
          <p:spPr>
            <a:xfrm>
              <a:off x="2881164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23" name="Weave text 145:  "/>
            <p:cNvSpPr txBox="1"/>
            <p:nvPr/>
          </p:nvSpPr>
          <p:spPr>
            <a:xfrm>
              <a:off x="388709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24" name="Weave text 145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25" name="Weave text 145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26" name="Weave text 145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27" name="Weave text 145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28" name="Line 146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329" name="Weave text 146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0" name="Weave text 146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1" name="Weave text 146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2" name="Weave text 146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3" name="Weave text 146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4" name="Weave text 146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5" name="Weave text 146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6" name="Weave text 146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7" name="Weave text 146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8" name="Weave text 146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9" name="Weave text 146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0" name="Weave text 146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1" name="Weave text 146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2" name="Weave text 146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3" name="Weave text 146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4" name="Weave text 146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5" name="Weave text 146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6" name="Weave text 146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7" name="Weave text 146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8" name="Weave text 146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9" name="Weave text 146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0" name="Weave text 146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1" name="Weave text 146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2" name="Weave text 146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53" name="Line 147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354" name="Weave text 147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147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147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57" name="Line 148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358" name="Weave text 148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148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148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61" name="Line 149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362" name="Weave text 149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3" name="Weave text 149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4" name="Weave text 149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365" name="Line 150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366" name="Weave text 150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7" name="Weave text 150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8" name="Weave text 150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9" name="Weave text 150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0" name="Weave text 150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371" name="Line 151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372" name="Weave text 151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3" name="Weave text 151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74" name="Weave text 151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5" name="Weave text 151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76" name="Weave text 151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77" name="Line 152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378" name="Weave text 152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79" name="Weave text 152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80" name="Weave text 152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81" name="Weave text 152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82" name="Line 153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383" name="Weave text 153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84" name="Weave text 153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5" name="Weave text 153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86" name="Weave text 153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7" name="Weave text 153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388" name="Line 154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389" name="Weave text 154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0" name="Weave text 154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1" name="Weave text 154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2" name="Weave text 154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3" name="Weave text 154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94" name="Line 155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395" name="Weave text 155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6" name="Weave text 155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7" name="Weave text 155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8" name="Weave text 155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99" name="Line 156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400" name="Weave text 156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1" name="Weave text 156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2" name="Weave text 156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3" name="Weave text 156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4" name="Weave text 156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5" name="Weave text 156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6" name="Weave text 156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7" name="Weave text 156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8" name="Weave text 156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09" name="Line 157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410" name="Weave text 157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11" name="Weave text 157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2" name="Weave text 157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13" name="Weave text 157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4" name="Weave text 157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15" name="Weave text 157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6" name="Weave text 157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17" name="Weave text 157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8" name="Weave text 157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19" name="Line 158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420" name="Weave text 158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21" name="Line 159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422" name="Weave text 159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23" name="Line 160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424" name="Weave text 160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5" name="Weave text 160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6" name="Weave text 160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7" name="Weave text 160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8" name="Weave text 160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9" name="Weave text 160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0" name="Weave text 160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1" name="Weave text 160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2" name="Weave text 160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33" name="Line 161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434" name="Weave text 161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35" name="Line 162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436" name="Weave text 162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7" name="Weave text 162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8" name="Weave text 162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9" name="Weave text 162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0" name="Weave text 162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1" name="Line 163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442" name="Weave text 163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3" name="Weave text 163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4" name="Weave text 163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5" name="Weave text 163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6" name="Weave text 163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7" name="Weave text 163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8" name="Weave text 163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9" name="Weave text 163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0" name="Weave text 163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1" name="Line 164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452" name="Weave text 164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453" name="Line 165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454" name="Weave text 165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5" name="Weave text 165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6" name="Weave text 165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7" name="Weave text 165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8" name="Weave text 165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9" name="Line 166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460" name="Weave text 166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1" name="Weave text 166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2" name="Weave text 166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3" name="Weave text 166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4" name="Weave text 166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65" name="Line 167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466" name="Weave text 167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7" name="Weave text 167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8" name="Weave text 167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9" name="Weave text 167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70" name="Weave text 167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71" name="Line 168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472" name="Weave text 168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3" name="Weave text 168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4" name="Weave text 168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5" name="Weave text 168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6" name="Weave text 168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7" name="Weave text 168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8" name="Weave text 168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9" name="Weave text 168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0" name="Weave text 168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1" name="Weave text 168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2" name="Weave text 168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3" name="Weave text 168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4" name="Weave text 168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5" name="Line 169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486" name="Weave text 169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7" name="Weave text 169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8" name="Weave text 169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9" name="Weave text 169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0" name="Weave text 169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1" name="Line 170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492" name="Weave text 170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93" name="Weave text 170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94" name="Weave text 170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95" name="Line 171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496" name="Weave text 171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7" name="Weave text 171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8" name="Weave text 171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9" name="Line 172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500" name="Weave text 172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1" name="Line 173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502" name="Weave text 173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03" name="Line 174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504" name="Weave text 174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5" name="Line 175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506" name="Weave text 175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07" name="Line 176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508" name="Weave text 176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9" name="Weave text 176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0" name="Weave text 176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1" name="Weave text 176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2" name="Weave text 176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3" name="Weave text 176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4" name="Weave text 176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5" name="Weave text 176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6" name="Weave text 176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7" name="Weave text 176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8" name="Weave text 176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9" name="Weave text 176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0" name="Weave text 176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1" name="Weave text 176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2" name="Weave text 176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3" name="Weave text 176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4" name="Weave text 176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5" name="Weave text 176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6" name="Weave text 176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7" name="Weave text 176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8" name="Weave text 176: 바뀌지"/>
            <p:cNvSpPr txBox="1"/>
            <p:nvPr/>
          </p:nvSpPr>
          <p:spPr>
            <a:xfrm>
              <a:off x="50262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9" name="Weave text 176:  "/>
            <p:cNvSpPr txBox="1"/>
            <p:nvPr/>
          </p:nvSpPr>
          <p:spPr>
            <a:xfrm>
              <a:off x="54375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0" name="Weave text 176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1" name="Weave text 176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2" name="Line 177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533" name="Weave text 177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34" name="Line 178: 06 / 11"/>
          <p:cNvGrpSpPr/>
          <p:nvPr/>
        </p:nvGrpSpPr>
        <p:grpSpPr>
          <a:xfrm>
            <a:off x="11215836" y="6496050"/>
            <a:ext cx="404664" cy="190500"/>
            <a:chOff x="11215836" y="6496050"/>
            <a:chExt cx="404664" cy="190500"/>
          </a:xfrm>
        </p:grpSpPr>
        <p:sp>
          <p:nvSpPr>
            <p:cNvPr id="535" name="Weave text 178: 06 / 11"/>
            <p:cNvSpPr txBox="1"/>
            <p:nvPr/>
          </p:nvSpPr>
          <p:spPr>
            <a:xfrm>
              <a:off x="11215836" y="6496050"/>
              <a:ext cx="40466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resenton Native SVG Image 36" descr=""/>
          <p:cNvPicPr/>
          <p:nvPr/>
        </p:nvPicPr>
        <p:blipFill>
          <a:blip r:embed="rIdWeaveFallback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2" name="Shape 322"/>
          <p:cNvSpPr/>
          <p:nvPr/>
        </p:nvSpPr>
        <p:spPr>
          <a:xfrm>
            <a:off x="609600" y="2009775"/>
            <a:ext cx="4295775" cy="2276475"/>
          </a:xfrm>
          <a:prstGeom prst="roundRect">
            <a:avLst>
              <a:gd name="adj" fmla="val 7531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323" name="Shape 323"/>
          <p:cNvSpPr/>
          <p:nvPr/>
        </p:nvSpPr>
        <p:spPr>
          <a:xfrm>
            <a:off x="838200" y="2238375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91" name="Presenton Native SVG Image 37" descr=""/>
          <p:cNvPicPr/>
          <p:nvPr/>
        </p:nvPicPr>
        <p:blipFill>
          <a:blip r:embed="rIdWeaveFallback1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825" y="2286000"/>
            <a:ext cx="219075" cy="219075"/>
          </a:xfrm>
          <a:prstGeom prst="rect">
            <a:avLst/>
          </a:prstGeom>
        </p:spPr>
      </p:pic>
      <p:pic>
        <p:nvPicPr>
          <p:cNvPr id="192" name="Presenton Native Image 38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838200" y="2733675"/>
            <a:ext cx="3838575" cy="471488"/>
          </a:xfrm>
          <a:prstGeom prst="rect">
            <a:avLst/>
          </a:prstGeom>
        </p:spPr>
      </p:pic>
      <p:pic>
        <p:nvPicPr>
          <p:cNvPr id="193" name="Presenton Native Image 39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838200" y="3348038"/>
            <a:ext cx="3838575" cy="728663"/>
          </a:xfrm>
          <a:prstGeom prst="rect">
            <a:avLst/>
          </a:prstGeom>
        </p:spPr>
      </p:pic>
      <p:sp>
        <p:nvSpPr>
          <p:cNvPr id="329" name="Shape 329"/>
          <p:cNvSpPr/>
          <p:nvPr/>
        </p:nvSpPr>
        <p:spPr>
          <a:xfrm>
            <a:off x="609600" y="4714875"/>
            <a:ext cx="4295775" cy="1009650"/>
          </a:xfrm>
          <a:prstGeom prst="roundRect">
            <a:avLst>
              <a:gd name="adj" fmla="val 16981"/>
            </a:avLst>
          </a:prstGeom>
          <a:solidFill>
            <a:srgbClr val="151F34"/>
          </a:solidFill>
          <a:ln w="9525">
            <a:solidFill>
              <a:srgbClr val="2B3550"/>
            </a:solidFill>
          </a:ln>
        </p:spPr>
        <p:txBody>
          <a:bodyPr/>
          <a:lstStyle/>
          <a:p/>
        </p:txBody>
      </p:sp>
      <p:sp>
        <p:nvSpPr>
          <p:cNvPr id="330" name="Shape 330"/>
          <p:cNvSpPr/>
          <p:nvPr/>
        </p:nvSpPr>
        <p:spPr>
          <a:xfrm>
            <a:off x="838200" y="4986338"/>
            <a:ext cx="466725" cy="466725"/>
          </a:xfrm>
          <a:prstGeom prst="roundRect">
            <a:avLst>
              <a:gd name="adj" fmla="val 24490"/>
            </a:avLst>
          </a:prstGeom>
          <a:solidFill>
            <a:srgbClr val="DBD1FF"/>
          </a:solidFill>
        </p:spPr>
        <p:txBody>
          <a:bodyPr/>
          <a:lstStyle/>
          <a:p/>
        </p:txBody>
      </p:sp>
      <p:pic>
        <p:nvPicPr>
          <p:cNvPr id="194" name="Presenton Native SVG Image 40" descr=""/>
          <p:cNvPicPr/>
          <p:nvPr/>
        </p:nvPicPr>
        <p:blipFill>
          <a:blip r:embed="rIdWeaveFallback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925" y="5072063"/>
            <a:ext cx="295275" cy="295275"/>
          </a:xfrm>
          <a:prstGeom prst="rect">
            <a:avLst/>
          </a:prstGeom>
        </p:spPr>
      </p:pic>
      <p:sp>
        <p:nvSpPr>
          <p:cNvPr id="334" name="Shape 334"/>
          <p:cNvSpPr/>
          <p:nvPr/>
        </p:nvSpPr>
        <p:spPr>
          <a:xfrm>
            <a:off x="6553200" y="1809750"/>
            <a:ext cx="5029200" cy="4171950"/>
          </a:xfrm>
          <a:prstGeom prst="roundRect">
            <a:avLst>
              <a:gd name="adj" fmla="val 5708"/>
            </a:avLst>
          </a:prstGeom>
          <a:solidFill>
            <a:srgbClr val="10192B"/>
          </a:solidFill>
          <a:ln w="9525">
            <a:solidFill>
              <a:srgbClr val="344364"/>
            </a:solidFill>
          </a:ln>
        </p:spPr>
        <p:txBody>
          <a:bodyPr/>
          <a:lstStyle/>
          <a:p/>
        </p:txBody>
      </p:sp>
      <p:pic>
        <p:nvPicPr>
          <p:cNvPr id="195" name="Presenton Native Image 41" descr=""/>
          <p:cNvPicPr/>
          <p:nvPr/>
        </p:nvPicPr>
        <p:blipFill>
          <a:blip r:embed="rId8" cstate="none"/>
          <a:stretch>
            <a:fillRect/>
          </a:stretch>
        </p:blipFill>
        <p:spPr>
          <a:xfrm>
            <a:off x="6562725" y="1819275"/>
            <a:ext cx="5010150" cy="476250"/>
          </a:xfrm>
          <a:prstGeom prst="rect">
            <a:avLst/>
          </a:prstGeom>
        </p:spPr>
      </p:pic>
      <p:pic>
        <p:nvPicPr>
          <p:cNvPr id="196" name="Presenton Native Image 42" descr=""/>
          <p:cNvPicPr/>
          <p:nvPr/>
        </p:nvPicPr>
        <p:blipFill>
          <a:blip r:embed="rId9" cstate="none"/>
          <a:stretch>
            <a:fillRect/>
          </a:stretch>
        </p:blipFill>
        <p:spPr>
          <a:xfrm>
            <a:off x="6762750" y="2419350"/>
            <a:ext cx="2895600" cy="647700"/>
          </a:xfrm>
          <a:prstGeom prst="rect">
            <a:avLst/>
          </a:prstGeom>
        </p:spPr>
      </p:pic>
      <p:sp>
        <p:nvSpPr>
          <p:cNvPr id="338" name="Shape 338"/>
          <p:cNvSpPr/>
          <p:nvPr/>
        </p:nvSpPr>
        <p:spPr>
          <a:xfrm>
            <a:off x="7686675" y="3171825"/>
            <a:ext cx="3686175" cy="419100"/>
          </a:xfrm>
          <a:prstGeom prst="roundRect">
            <a:avLst>
              <a:gd name="adj" fmla="val 22727"/>
            </a:avLst>
          </a:prstGeom>
          <a:solidFill>
            <a:srgbClr val="1B2339"/>
          </a:solidFill>
          <a:ln w="9525">
            <a:solidFill>
              <a:srgbClr val="3B4560"/>
            </a:solidFill>
          </a:ln>
        </p:spPr>
        <p:txBody>
          <a:bodyPr/>
          <a:lstStyle/>
          <a:p/>
        </p:txBody>
      </p:sp>
      <p:sp>
        <p:nvSpPr>
          <p:cNvPr id="340" name="Shape 340"/>
          <p:cNvSpPr/>
          <p:nvPr/>
        </p:nvSpPr>
        <p:spPr>
          <a:xfrm>
            <a:off x="6762750" y="37147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B8A2FF"/>
          </a:solidFill>
        </p:spPr>
        <p:txBody>
          <a:bodyPr/>
          <a:lstStyle/>
          <a:p/>
        </p:txBody>
      </p:sp>
      <p:pic>
        <p:nvPicPr>
          <p:cNvPr id="197" name="Presenton Native SVG Image 43" descr=""/>
          <p:cNvPicPr/>
          <p:nvPr/>
        </p:nvPicPr>
        <p:blipFill>
          <a:blip r:embed="rIdWeaveFallback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05613" y="3757613"/>
            <a:ext cx="219075" cy="219075"/>
          </a:xfrm>
          <a:prstGeom prst="rect">
            <a:avLst/>
          </a:prstGeom>
        </p:spPr>
      </p:pic>
      <p:sp>
        <p:nvSpPr>
          <p:cNvPr id="342" name="Shape 342"/>
          <p:cNvSpPr/>
          <p:nvPr/>
        </p:nvSpPr>
        <p:spPr>
          <a:xfrm>
            <a:off x="7733556" y="3752850"/>
            <a:ext cx="770037" cy="228600"/>
          </a:xfrm>
          <a:prstGeom prst="roundRect">
            <a:avLst>
              <a:gd name="adj" fmla="val 20833"/>
            </a:avLst>
          </a:prstGeom>
          <a:solidFill>
            <a:srgbClr val="332D50"/>
          </a:solidFill>
        </p:spPr>
        <p:txBody>
          <a:bodyPr/>
          <a:lstStyle/>
          <a:p/>
        </p:txBody>
      </p:sp>
      <p:sp>
        <p:nvSpPr>
          <p:cNvPr id="345" name="Shape 345"/>
          <p:cNvSpPr/>
          <p:nvPr/>
        </p:nvSpPr>
        <p:spPr>
          <a:xfrm>
            <a:off x="6762750" y="4124325"/>
            <a:ext cx="4610100" cy="1476375"/>
          </a:xfrm>
          <a:prstGeom prst="roundRect">
            <a:avLst>
              <a:gd name="adj" fmla="val 9032"/>
            </a:avLst>
          </a:prstGeom>
          <a:solidFill>
            <a:srgbClr val="292541"/>
          </a:solidFill>
          <a:ln w="9525">
            <a:solidFill>
              <a:srgbClr val="8171B3"/>
            </a:solidFill>
          </a:ln>
        </p:spPr>
        <p:txBody>
          <a:bodyPr/>
          <a:lstStyle/>
          <a:p/>
        </p:txBody>
      </p:sp>
      <p:sp>
        <p:nvSpPr>
          <p:cNvPr id="349" name="Shape 349"/>
          <p:cNvSpPr/>
          <p:nvPr/>
        </p:nvSpPr>
        <p:spPr>
          <a:xfrm>
            <a:off x="10278070" y="5192018"/>
            <a:ext cx="913805" cy="333375"/>
          </a:xfrm>
          <a:prstGeom prst="roundRect">
            <a:avLst>
              <a:gd name="adj" fmla="val 20000"/>
            </a:avLst>
          </a:prstGeom>
          <a:solidFill>
            <a:srgbClr val="C3AEFF"/>
          </a:solidFill>
        </p:spPr>
        <p:txBody>
          <a:bodyPr/>
          <a:lstStyle/>
          <a:p/>
        </p:txBody>
      </p:sp>
      <p:grpSp>
        <p:nvGrpSpPr>
          <p:cNvPr id="350" name="Line 179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351" name="Weave text 179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52" name="Line 180: 잊고 있던 약속을, 필요한 순간 건넵니다."/>
          <p:cNvGrpSpPr/>
          <p:nvPr/>
        </p:nvGrpSpPr>
        <p:grpSpPr>
          <a:xfrm>
            <a:off x="609600" y="676275"/>
            <a:ext cx="6011168" cy="647700"/>
            <a:chOff x="609600" y="676275"/>
            <a:chExt cx="6011168" cy="647700"/>
          </a:xfrm>
        </p:grpSpPr>
        <p:sp>
          <p:nvSpPr>
            <p:cNvPr id="353" name="Weave text 180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4" name="Weave text 180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55" name="Weave text 180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6" name="Weave text 180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57" name="Weave text 180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8" name="Weave text 180: , "/>
            <p:cNvSpPr txBox="1"/>
            <p:nvPr/>
          </p:nvSpPr>
          <p:spPr>
            <a:xfrm>
              <a:off x="3117949" y="676275"/>
              <a:ext cx="217587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59" name="Weave text 180: 필요한"/>
            <p:cNvSpPr txBox="1"/>
            <p:nvPr/>
          </p:nvSpPr>
          <p:spPr>
            <a:xfrm>
              <a:off x="3297287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0" name="Weave text 180:  "/>
            <p:cNvSpPr txBox="1"/>
            <p:nvPr/>
          </p:nvSpPr>
          <p:spPr>
            <a:xfrm>
              <a:off x="430306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1" name="Weave text 180: 순간"/>
            <p:cNvSpPr txBox="1"/>
            <p:nvPr/>
          </p:nvSpPr>
          <p:spPr>
            <a:xfrm>
              <a:off x="4383881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2" name="Weave text 180:  "/>
            <p:cNvSpPr txBox="1"/>
            <p:nvPr/>
          </p:nvSpPr>
          <p:spPr>
            <a:xfrm>
              <a:off x="5054352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3" name="Weave text 180: 건넵니다"/>
            <p:cNvSpPr txBox="1"/>
            <p:nvPr/>
          </p:nvSpPr>
          <p:spPr>
            <a:xfrm>
              <a:off x="5135166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4" name="Weave text 180: ."/>
            <p:cNvSpPr txBox="1"/>
            <p:nvPr/>
          </p:nvSpPr>
          <p:spPr>
            <a:xfrm>
              <a:off x="6476256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65" name="Line 181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366" name="Weave text 181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181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8" name="Weave text 181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9" name="Weave text 181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0" name="Weave text 181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1" name="Weave text 181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2" name="Weave text 181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3" name="Weave text 181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4" name="Weave text 181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5" name="Weave text 181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6" name="Weave text 181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7" name="Weave text 181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8" name="Weave text 181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9" name="Weave text 181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0" name="Weave text 181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1" name="Weave text 181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2" name="Weave text 181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3" name="Weave text 181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4" name="Line 182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5" name="Weave text 182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86" name="Weave text 182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87" name="Weave text 182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88" name="Weave text 182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89" name="Weave text 182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0" name="Weave text 182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91" name="Weave text 182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2" name="Weave text 182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93" name="Line 183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394" name="Weave text 183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95" name="Line 184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396" name="Weave text 184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7" name="Weave text 184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8" name="Weave text 184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9" name="Weave text 184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0" name="Weave text 184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1" name="Weave text 184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2" name="Weave text 184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3" name="Weave text 184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4" name="Weave text 184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05" name="Line 185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406" name="Weave text 185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07" name="Line 186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408" name="Weave text 186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9" name="Weave text 186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0" name="Weave text 186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1" name="Weave text 186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2" name="Weave text 186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3" name="Line 187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414" name="Weave text 187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5" name="Weave text 187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6" name="Weave text 187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7" name="Weave text 187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8" name="Weave text 187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9" name="Weave text 187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0" name="Weave text 187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1" name="Weave text 187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22" name="Line 188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423" name="Weave text 188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24" name="Line 189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425" name="Weave text 189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6" name="Weave text 189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7" name="Weave text 189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28" name="Line 190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429" name="Weave text 190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0" name="Weave text 190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31" name="Weave text 190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32" name="Line 191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433" name="Weave text 191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4" name="Weave text 191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5" name="Weave text 191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36" name="Line 192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437" name="Weave text 192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38" name="Line 193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439" name="Weave text 193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40" name="Line 194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441" name="Weave text 194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2" name="Weave text 194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3" name="Weave text 194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4" name="Weave text 194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5" name="Weave text 194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6" name="Weave text 194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7" name="Weave text 194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8" name="Line 195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449" name="Weave text 195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0" name="Weave text 195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1" name="Weave text 195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2" name="Weave text 195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3" name="Weave text 195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4" name="Weave text 195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5" name="Line 196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456" name="Weave text 196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7" name="Weave text 196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8" name="Weave text 196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9" name="Weave text 196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0" name="Weave text 196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1" name="Weave text 196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62" name="Line 197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463" name="Weave text 197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4" name="Weave text 197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5" name="Weave text 197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6" name="Weave text 197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7" name="Weave text 197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8" name="Weave text 197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9" name="Weave text 197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0" name="Weave text 197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1" name="Weave text 197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2" name="Weave text 197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3" name="Weave text 197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4" name="Weave text 197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75" name="Line 198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476" name="Weave text 198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477" name="Line 199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478" name="Weave text 199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9" name="Weave text 199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0" name="Weave text 199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1" name="Weave text 199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82" name="Line 200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483" name="Weave text 200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4" name="Weave text 200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5" name="Weave text 200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6" name="Weave text 200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7" name="Weave text 200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8" name="Line 201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489" name="Weave text 201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0" name="Weave text 201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1" name="Weave text 201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2" name="Weave text 201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3" name="Weave text 201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4" name="Weave text 201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5" name="Weave text 201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6" name="Weave text 201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7" name="Weave text 201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98" name="Line 202: 엄마, 전에 먹고 싶다던"/>
          <p:cNvGrpSpPr/>
          <p:nvPr/>
        </p:nvGrpSpPr>
        <p:grpSpPr>
          <a:xfrm>
            <a:off x="6943725" y="4519612"/>
            <a:ext cx="1898898" cy="373380"/>
            <a:chOff x="6943725" y="4519612"/>
            <a:chExt cx="1898898" cy="373380"/>
          </a:xfrm>
        </p:grpSpPr>
        <p:sp>
          <p:nvSpPr>
            <p:cNvPr id="499" name="Weave text 202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0" name="Weave text 202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1" name="Weave text 202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2" name="Weave text 202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3" name="Weave text 202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4" name="Weave text 202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5" name="Weave text 202: 싶다던"/>
            <p:cNvSpPr txBox="1"/>
            <p:nvPr/>
          </p:nvSpPr>
          <p:spPr>
            <a:xfrm>
              <a:off x="8247906" y="4519612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06" name="Line 203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507" name="Weave text 203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08" name="Weave text 203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09" name="Weave text 203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0" name="Weave text 203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1" name="Line 204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512" name="Weave text 204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3" name="Weave text 204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4" name="Weave text 204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5" name="Weave text 204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6" name="Weave text 204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7" name="Line 205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518" name="Weave text 205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9" name="Weave text 205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0" name="Weave text 205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21" name="Line 206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522" name="Weave text 206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3" name="Weave text 206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4" name="Weave text 206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5" name="Weave text 206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6" name="Weave text 206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7" name="Weave text 206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8" name="Weave text 206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9" name="Weave text 206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0" name="Weave text 206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1" name="Weave text 206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2" name="Weave text 206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3" name="Weave text 206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4" name="Weave text 206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5" name="Weave text 206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6" name="Weave text 206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7" name="Weave text 206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8" name="Line 207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539" name="Weave text 207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40" name="Line 208: 07 / 11"/>
          <p:cNvGrpSpPr/>
          <p:nvPr/>
        </p:nvGrpSpPr>
        <p:grpSpPr>
          <a:xfrm>
            <a:off x="11223278" y="6496050"/>
            <a:ext cx="397222" cy="190500"/>
            <a:chOff x="11223278" y="6496050"/>
            <a:chExt cx="397222" cy="190500"/>
          </a:xfrm>
        </p:grpSpPr>
        <p:sp>
          <p:nvSpPr>
            <p:cNvPr id="541" name="Weave text 208: 07 / 11"/>
            <p:cNvSpPr txBox="1"/>
            <p:nvPr/>
          </p:nvSpPr>
          <p:spPr>
            <a:xfrm>
              <a:off x="11223278" y="6496050"/>
              <a:ext cx="3972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resenton Native Image 44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1924050"/>
            <a:ext cx="10972800" cy="638175"/>
          </a:xfrm>
          <a:prstGeom prst="rect">
            <a:avLst/>
          </a:prstGeom>
        </p:spPr>
      </p:pic>
      <p:sp>
        <p:nvSpPr>
          <p:cNvPr id="359" name="Shape 359"/>
          <p:cNvSpPr/>
          <p:nvPr/>
        </p:nvSpPr>
        <p:spPr>
          <a:xfrm>
            <a:off x="3384649" y="2238375"/>
            <a:ext cx="323850" cy="9525"/>
          </a:xfrm>
          <a:prstGeom prst="rect">
            <a:avLst/>
          </a:prstGeom>
          <a:solidFill>
            <a:srgbClr val="55617C"/>
          </a:solidFill>
        </p:spPr>
        <p:txBody>
          <a:bodyPr/>
          <a:lstStyle/>
          <a:p/>
        </p:txBody>
      </p:sp>
      <p:sp>
        <p:nvSpPr>
          <p:cNvPr id="361" name="Shape 361"/>
          <p:cNvSpPr/>
          <p:nvPr/>
        </p:nvSpPr>
        <p:spPr>
          <a:xfrm>
            <a:off x="5537448" y="2238375"/>
            <a:ext cx="323850" cy="9525"/>
          </a:xfrm>
          <a:prstGeom prst="rect">
            <a:avLst/>
          </a:prstGeom>
          <a:solidFill>
            <a:srgbClr val="55617C"/>
          </a:solidFill>
        </p:spPr>
        <p:txBody>
          <a:bodyPr/>
          <a:lstStyle/>
          <a:p/>
        </p:txBody>
      </p:sp>
      <p:pic>
        <p:nvPicPr>
          <p:cNvPr id="199" name="Presenton Native SVG Image 45" descr=""/>
          <p:cNvPicPr/>
          <p:nvPr/>
        </p:nvPicPr>
        <p:blipFill>
          <a:blip r:embed="rIdWeaveFallback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4" name="Shape 364"/>
          <p:cNvSpPr/>
          <p:nvPr/>
        </p:nvSpPr>
        <p:spPr>
          <a:xfrm>
            <a:off x="609600" y="2971800"/>
            <a:ext cx="438150" cy="438150"/>
          </a:xfrm>
          <a:prstGeom prst="ellipse">
            <a:avLst/>
          </a:prstGeom>
          <a:solidFill>
            <a:srgbClr val="171E34"/>
          </a:solidFill>
          <a:ln w="9525">
            <a:solidFill>
              <a:srgbClr val="9D87D2"/>
            </a:solidFill>
          </a:ln>
        </p:spPr>
        <p:txBody>
          <a:bodyPr/>
          <a:lstStyle/>
          <a:p/>
        </p:txBody>
      </p:sp>
      <p:sp>
        <p:nvSpPr>
          <p:cNvPr id="370" name="Shape 370"/>
          <p:cNvSpPr/>
          <p:nvPr/>
        </p:nvSpPr>
        <p:spPr>
          <a:xfrm>
            <a:off x="3417094" y="2971800"/>
            <a:ext cx="438150" cy="438150"/>
          </a:xfrm>
          <a:prstGeom prst="ellipse">
            <a:avLst/>
          </a:prstGeom>
          <a:solidFill>
            <a:srgbClr val="171E34"/>
          </a:solidFill>
          <a:ln w="9525">
            <a:solidFill>
              <a:srgbClr val="9D87D2"/>
            </a:solidFill>
          </a:ln>
        </p:spPr>
        <p:txBody>
          <a:bodyPr/>
          <a:lstStyle/>
          <a:p/>
        </p:txBody>
      </p:sp>
      <p:sp>
        <p:nvSpPr>
          <p:cNvPr id="376" name="Shape 376"/>
          <p:cNvSpPr/>
          <p:nvPr/>
        </p:nvSpPr>
        <p:spPr>
          <a:xfrm>
            <a:off x="6224588" y="2971800"/>
            <a:ext cx="438150" cy="438150"/>
          </a:xfrm>
          <a:prstGeom prst="ellipse">
            <a:avLst/>
          </a:prstGeom>
          <a:solidFill>
            <a:srgbClr val="171E34"/>
          </a:solidFill>
          <a:ln w="9525">
            <a:solidFill>
              <a:srgbClr val="9D87D2"/>
            </a:solidFill>
          </a:ln>
        </p:spPr>
        <p:txBody>
          <a:bodyPr/>
          <a:lstStyle/>
          <a:p/>
        </p:txBody>
      </p:sp>
      <p:sp>
        <p:nvSpPr>
          <p:cNvPr id="382" name="Shape 382"/>
          <p:cNvSpPr/>
          <p:nvPr/>
        </p:nvSpPr>
        <p:spPr>
          <a:xfrm>
            <a:off x="9032081" y="2971800"/>
            <a:ext cx="438150" cy="438150"/>
          </a:xfrm>
          <a:prstGeom prst="ellipse">
            <a:avLst/>
          </a:prstGeom>
          <a:solidFill>
            <a:srgbClr val="171E34"/>
          </a:solidFill>
          <a:ln w="9525">
            <a:solidFill>
              <a:srgbClr val="9D87D2"/>
            </a:solidFill>
          </a:ln>
        </p:spPr>
        <p:txBody>
          <a:bodyPr/>
          <a:lstStyle/>
          <a:p/>
        </p:txBody>
      </p:sp>
      <p:sp>
        <p:nvSpPr>
          <p:cNvPr id="388" name="Shape 388"/>
          <p:cNvSpPr/>
          <p:nvPr/>
        </p:nvSpPr>
        <p:spPr>
          <a:xfrm>
            <a:off x="609600" y="5657850"/>
            <a:ext cx="10972800" cy="581025"/>
          </a:xfrm>
          <a:prstGeom prst="rect">
            <a:avLst/>
          </a:prstGeom>
          <a:solidFill>
            <a:srgbClr val="1B2240"/>
          </a:solidFill>
        </p:spPr>
        <p:txBody>
          <a:bodyPr/>
          <a:lstStyle/>
          <a:p/>
        </p:txBody>
      </p:sp>
      <p:sp>
        <p:nvSpPr>
          <p:cNvPr id="389" name="Shape 389"/>
          <p:cNvSpPr/>
          <p:nvPr/>
        </p:nvSpPr>
        <p:spPr>
          <a:xfrm>
            <a:off x="828675" y="5786438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DCD2FF"/>
          </a:solidFill>
        </p:spPr>
        <p:txBody>
          <a:bodyPr/>
          <a:lstStyle/>
          <a:p/>
        </p:txBody>
      </p:sp>
      <p:pic>
        <p:nvPicPr>
          <p:cNvPr id="200" name="Presenton Native SVG Image 46" descr=""/>
          <p:cNvPicPr/>
          <p:nvPr/>
        </p:nvPicPr>
        <p:blipFill>
          <a:blip r:embed="rIdWeaveFallback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825" y="5843588"/>
            <a:ext cx="209550" cy="209550"/>
          </a:xfrm>
          <a:prstGeom prst="rect">
            <a:avLst/>
          </a:prstGeom>
        </p:spPr>
      </p:pic>
      <p:grpSp>
        <p:nvGrpSpPr>
          <p:cNvPr id="390" name="Line 209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391" name="Weave text 209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92" name="Line 210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393" name="Weave text 210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4" name="Weave text 21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95" name="Weave text 210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6" name="Weave text 210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97" name="Weave text 210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8" name="Weave text 210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99" name="Weave text 210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0" name="Weave text 210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1" name="Weave text 210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2" name="Weave text 210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3" name="Weave text 210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4" name="Weave text 210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05" name="Line 211: 개인별 모델 재학습 없이, 검색 색인과 경량 언어모델로 구성합니다."/>
          <p:cNvGrpSpPr/>
          <p:nvPr/>
        </p:nvGrpSpPr>
        <p:grpSpPr>
          <a:xfrm>
            <a:off x="609600" y="1343025"/>
            <a:ext cx="4517975" cy="297180"/>
            <a:chOff x="609600" y="1343025"/>
            <a:chExt cx="4517975" cy="297180"/>
          </a:xfrm>
        </p:grpSpPr>
        <p:sp>
          <p:nvSpPr>
            <p:cNvPr id="406" name="Weave text 211: 개인별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개인별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7" name="Weave text 211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8" name="Weave text 211: 모델"/>
            <p:cNvSpPr txBox="1"/>
            <p:nvPr/>
          </p:nvSpPr>
          <p:spPr>
            <a:xfrm>
              <a:off x="110192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9" name="Weave text 211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0" name="Weave text 211: 재학습"/>
            <p:cNvSpPr txBox="1"/>
            <p:nvPr/>
          </p:nvSpPr>
          <p:spPr>
            <a:xfrm>
              <a:off x="144541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재학습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1" name="Weave text 211:  "/>
            <p:cNvSpPr txBox="1"/>
            <p:nvPr/>
          </p:nvSpPr>
          <p:spPr>
            <a:xfrm>
              <a:off x="189235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2" name="Weave text 211: 없이"/>
            <p:cNvSpPr txBox="1"/>
            <p:nvPr/>
          </p:nvSpPr>
          <p:spPr>
            <a:xfrm>
              <a:off x="193789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없이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3" name="Weave text 211: , "/>
            <p:cNvSpPr txBox="1"/>
            <p:nvPr/>
          </p:nvSpPr>
          <p:spPr>
            <a:xfrm>
              <a:off x="223584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4" name="Weave text 211: 검색"/>
            <p:cNvSpPr txBox="1"/>
            <p:nvPr/>
          </p:nvSpPr>
          <p:spPr>
            <a:xfrm>
              <a:off x="2328118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5" name="Weave text 211:  "/>
            <p:cNvSpPr txBox="1"/>
            <p:nvPr/>
          </p:nvSpPr>
          <p:spPr>
            <a:xfrm>
              <a:off x="262592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6" name="Weave text 211: 색인과"/>
            <p:cNvSpPr txBox="1"/>
            <p:nvPr/>
          </p:nvSpPr>
          <p:spPr>
            <a:xfrm>
              <a:off x="267146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7" name="Weave text 211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8" name="Weave text 211: 경량"/>
            <p:cNvSpPr txBox="1"/>
            <p:nvPr/>
          </p:nvSpPr>
          <p:spPr>
            <a:xfrm>
              <a:off x="316393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9" name="Weave text 211:  "/>
            <p:cNvSpPr txBox="1"/>
            <p:nvPr/>
          </p:nvSpPr>
          <p:spPr>
            <a:xfrm>
              <a:off x="346189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0" name="Weave text 211: 언어모델로"/>
            <p:cNvSpPr txBox="1"/>
            <p:nvPr/>
          </p:nvSpPr>
          <p:spPr>
            <a:xfrm>
              <a:off x="3507432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1" name="Weave text 211:  "/>
            <p:cNvSpPr txBox="1"/>
            <p:nvPr/>
          </p:nvSpPr>
          <p:spPr>
            <a:xfrm>
              <a:off x="425231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2" name="Weave text 211: 구성합니다"/>
            <p:cNvSpPr txBox="1"/>
            <p:nvPr/>
          </p:nvSpPr>
          <p:spPr>
            <a:xfrm>
              <a:off x="429785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구성합니다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3" name="Weave text 211: ."/>
            <p:cNvSpPr txBox="1"/>
            <p:nvPr/>
          </p:nvSpPr>
          <p:spPr>
            <a:xfrm>
              <a:off x="5042743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24" name="Line 212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5" name="Weave text 212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26" name="Weave text 212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7" name="Weave text 212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8" name="Line 213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29" name="Weave text 213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0" name="Weave text 213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1" name="Weave text 213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2" name="Weave text 213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3" name="Weave text 213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34" name="Line 214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435" name="Weave text 214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6" name="Weave text 214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7" name="Weave text 214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8" name="Weave text 214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9" name="Weave text 214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0" name="Line 215: 검색 색인 생성"/>
          <p:cNvGrpSpPr/>
          <p:nvPr/>
        </p:nvGrpSpPr>
        <p:grpSpPr>
          <a:xfrm>
            <a:off x="6270873" y="2133600"/>
            <a:ext cx="1046708" cy="312420"/>
            <a:chOff x="6270873" y="2133600"/>
            <a:chExt cx="1046708" cy="312420"/>
          </a:xfrm>
        </p:grpSpPr>
        <p:sp>
          <p:nvSpPr>
            <p:cNvPr id="441" name="Weave text 215: 검색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2" name="Weave text 215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3" name="Weave text 215: 색인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4" name="Weave text 215:  "/>
            <p:cNvSpPr txBox="1"/>
            <p:nvPr/>
          </p:nvSpPr>
          <p:spPr>
            <a:xfrm>
              <a:off x="6928545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5" name="Weave text 215: 생성"/>
            <p:cNvSpPr txBox="1"/>
            <p:nvPr/>
          </p:nvSpPr>
          <p:spPr>
            <a:xfrm>
              <a:off x="6972449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6" name="Line 216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447" name="Weave text 216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8" name="Weave text 216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9" name="Weave text 216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0" name="Weave text 216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1" name="Weave text 216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2" name="Weave text 216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3" name="Weave text 216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4" name="Line 217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455" name="Weave text 217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6" name="Line 218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457" name="Weave text 218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58" name="Line 219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459" name="Weave text 219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60" name="Weave text 219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1" name="Weave text 219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62" name="Weave text 219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3" name="Weave text 219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4" name="Line 220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465" name="Weave text 220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6" name="Weave text 220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7" name="Weave text 220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8" name="Weave text 220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9" name="Weave text 220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0" name="Line 221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471" name="Weave text 221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2" name="Weave text 221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3" name="Weave text 221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4" name="Weave text 221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5" name="Weave text 221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6" name="Line 222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477" name="Weave text 222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8" name="Weave text 222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9" name="Weave text 222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0" name="Weave text 222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1" name="Weave text 222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2" name="Weave text 222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3" name="Weave text 222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4" name="Line 223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485" name="Weave text 223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86" name="Line 224: Routing"/>
          <p:cNvGrpSpPr/>
          <p:nvPr/>
        </p:nvGrpSpPr>
        <p:grpSpPr>
          <a:xfrm>
            <a:off x="3417094" y="3667125"/>
            <a:ext cx="879574" cy="434340"/>
            <a:chOff x="3417094" y="3667125"/>
            <a:chExt cx="879574" cy="434340"/>
          </a:xfrm>
        </p:grpSpPr>
        <p:sp>
          <p:nvSpPr>
            <p:cNvPr id="487" name="Weave text 224: Routing"/>
            <p:cNvSpPr txBox="1"/>
            <p:nvPr/>
          </p:nvSpPr>
          <p:spPr>
            <a:xfrm>
              <a:off x="3417094" y="3667125"/>
              <a:ext cx="87957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88" name="Line 225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489" name="Weave text 225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0" name="Weave text 225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1" name="Weave text 225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2" name="Weave text 225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3" name="Weave text 225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94" name="Weave text 225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5" name="Weave text 225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96" name="Line 226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497" name="Weave text 226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8" name="Weave text 226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9" name="Weave text 226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0" name="Weave text 226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1" name="Weave text 226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2" name="Weave text 226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3" name="Weave text 226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04" name="Line 227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505" name="Weave text 227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6" name="Weave text 227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7" name="Weave text 227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8" name="Weave text 227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9" name="Weave text 227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0" name="Weave text 227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1" name="Weave text 227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2" name="Weave text 227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3" name="Weave text 227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4" name="Line 228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515" name="Weave text 228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6" name="Weave text 228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7" name="Weave text 228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8" name="Weave text 228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9" name="Weave text 228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0" name="Weave text 228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21" name="Line 229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522" name="Weave text 229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23" name="Line 230: Search"/>
          <p:cNvGrpSpPr/>
          <p:nvPr/>
        </p:nvGrpSpPr>
        <p:grpSpPr>
          <a:xfrm>
            <a:off x="6224588" y="3667125"/>
            <a:ext cx="812304" cy="434340"/>
            <a:chOff x="6224588" y="3667125"/>
            <a:chExt cx="812304" cy="434340"/>
          </a:xfrm>
        </p:grpSpPr>
        <p:sp>
          <p:nvSpPr>
            <p:cNvPr id="524" name="Weave text 230: Search"/>
            <p:cNvSpPr txBox="1"/>
            <p:nvPr/>
          </p:nvSpPr>
          <p:spPr>
            <a:xfrm>
              <a:off x="6224588" y="3667125"/>
              <a:ext cx="81230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25" name="Line 231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526" name="Weave text 231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7" name="Weave text 231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8" name="Weave text 231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9" name="Weave text 231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0" name="Weave text 231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1" name="Weave text 231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2" name="Weave text 231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33" name="Line 232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534" name="Weave text 232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5" name="Weave text 232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6" name="Weave text 232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7" name="Weave text 232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8" name="Weave text 232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9" name="Weave text 232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0" name="Weave text 232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1" name="Line 233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542" name="Weave text 233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3" name="Weave text 233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4" name="Weave text 233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5" name="Weave text 233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6" name="Weave text 233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7" name="Weave text 233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8" name="Weave text 233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9" name="Weave text 233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0" name="Weave text 233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51" name="Line 234: 검색 색인 · 재정렬"/>
          <p:cNvGrpSpPr/>
          <p:nvPr/>
        </p:nvGrpSpPr>
        <p:grpSpPr>
          <a:xfrm>
            <a:off x="6224588" y="5257800"/>
            <a:ext cx="831503" cy="205740"/>
            <a:chOff x="6224588" y="5257800"/>
            <a:chExt cx="831503" cy="205740"/>
          </a:xfrm>
        </p:grpSpPr>
        <p:sp>
          <p:nvSpPr>
            <p:cNvPr id="552" name="Weave text 234: 검색"/>
            <p:cNvSpPr txBox="1"/>
            <p:nvPr/>
          </p:nvSpPr>
          <p:spPr>
            <a:xfrm>
              <a:off x="6224588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3" name="Weave text 234:  "/>
            <p:cNvSpPr txBox="1"/>
            <p:nvPr/>
          </p:nvSpPr>
          <p:spPr>
            <a:xfrm>
              <a:off x="6417320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4" name="Weave text 234: 색인"/>
            <p:cNvSpPr txBox="1"/>
            <p:nvPr/>
          </p:nvSpPr>
          <p:spPr>
            <a:xfrm>
              <a:off x="6446788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5" name="Weave text 234:  · "/>
            <p:cNvSpPr txBox="1"/>
            <p:nvPr/>
          </p:nvSpPr>
          <p:spPr>
            <a:xfrm>
              <a:off x="6639520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6" name="Weave text 234: 재정렬"/>
            <p:cNvSpPr txBox="1"/>
            <p:nvPr/>
          </p:nvSpPr>
          <p:spPr>
            <a:xfrm>
              <a:off x="672866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재정렬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57" name="Line 235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558" name="Weave text 235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59" name="Line 236: Delivery"/>
          <p:cNvGrpSpPr/>
          <p:nvPr/>
        </p:nvGrpSpPr>
        <p:grpSpPr>
          <a:xfrm>
            <a:off x="9032081" y="3667125"/>
            <a:ext cx="939105" cy="434340"/>
            <a:chOff x="9032081" y="3667125"/>
            <a:chExt cx="939105" cy="434340"/>
          </a:xfrm>
        </p:grpSpPr>
        <p:sp>
          <p:nvSpPr>
            <p:cNvPr id="560" name="Weave text 236: Delivery"/>
            <p:cNvSpPr txBox="1"/>
            <p:nvPr/>
          </p:nvSpPr>
          <p:spPr>
            <a:xfrm>
              <a:off x="9032081" y="3667125"/>
              <a:ext cx="93910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61" name="Line 237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562" name="Weave text 237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3" name="Weave text 237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4" name="Weave text 237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5" name="Weave text 237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6" name="Weave text 237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7" name="Weave text 237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8" name="Weave text 237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9" name="Weave text 237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0" name="Weave text 237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71" name="Line 238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572" name="Weave text 238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3" name="Weave text 238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4" name="Weave text 238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5" name="Weave text 238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6" name="Weave text 238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7" name="Weave text 238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8" name="Weave text 238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9" name="Line 239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580" name="Weave text 239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1" name="Weave text 239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2" name="Weave text 239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3" name="Weave text 239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4" name="Weave text 239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5" name="Weave text 239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6" name="Weave text 239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87" name="Line 240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588" name="Weave text 240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9" name="Weave text 240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0" name="Weave text 240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1" name="Weave text 240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2" name="Weave text 240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3" name="Weave text 240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94" name="Line 241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595" name="Weave text 241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6" name="Weave text 241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7" name="Weave text 241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8" name="Weave text 241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9" name="Weave text 241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0" name="Weave text 241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1" name="Weave text 241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2" name="Weave text 241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03" name="Line 242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604" name="Weave text 242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5" name="Weave text 242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6" name="Weave text 242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7" name="Weave text 242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8" name="Weave text 242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9" name="Weave text 242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0" name="Weave text 242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1" name="Weave text 242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12" name="Line 243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613" name="Weave text 243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4" name="Weave text 243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5" name="Weave text 243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6" name="Weave text 243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7" name="Weave text 243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8" name="Weave text 243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9" name="Weave text 243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0" name="Weave text 243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1" name="Weave text 243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22" name="Line 244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623" name="Weave text 244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4" name="Line 245: 08 / 11"/>
          <p:cNvGrpSpPr/>
          <p:nvPr/>
        </p:nvGrpSpPr>
        <p:grpSpPr>
          <a:xfrm>
            <a:off x="11171188" y="6486525"/>
            <a:ext cx="449312" cy="190500"/>
            <a:chOff x="11171188" y="6486525"/>
            <a:chExt cx="449312" cy="190500"/>
          </a:xfrm>
        </p:grpSpPr>
        <p:sp>
          <p:nvSpPr>
            <p:cNvPr id="625" name="Weave text 245: 08 / 11"/>
            <p:cNvSpPr txBox="1"/>
            <p:nvPr/>
          </p:nvSpPr>
          <p:spPr>
            <a:xfrm>
              <a:off x="11171188" y="6486525"/>
              <a:ext cx="44931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resenton Native Image 47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1885950"/>
            <a:ext cx="10972800" cy="1462832"/>
          </a:xfrm>
          <a:prstGeom prst="rect">
            <a:avLst/>
          </a:prstGeom>
        </p:spPr>
      </p:pic>
      <p:pic>
        <p:nvPicPr>
          <p:cNvPr id="202" name="Presenton Native Image 48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09600" y="3348782"/>
            <a:ext cx="10972800" cy="1462832"/>
          </a:xfrm>
          <a:prstGeom prst="rect">
            <a:avLst/>
          </a:prstGeom>
        </p:spPr>
      </p:pic>
      <p:pic>
        <p:nvPicPr>
          <p:cNvPr id="203" name="Presenton Native Image 49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4811613"/>
            <a:ext cx="10972800" cy="1462832"/>
          </a:xfrm>
          <a:prstGeom prst="rect">
            <a:avLst/>
          </a:prstGeom>
        </p:spPr>
      </p:pic>
      <p:grpSp>
        <p:nvGrpSpPr>
          <p:cNvPr id="204" name="Line 246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205" name="Weave text 246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6" name="Line 247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207" name="Weave text 247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8" name="Weave text 24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09" name="Weave text 247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10" name="Weave text 247: , "/>
            <p:cNvSpPr txBox="1"/>
            <p:nvPr/>
          </p:nvSpPr>
          <p:spPr>
            <a:xfrm>
              <a:off x="2343745" y="704850"/>
              <a:ext cx="209996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1" name="Weave text 247: 처리는"/>
            <p:cNvSpPr txBox="1"/>
            <p:nvPr/>
          </p:nvSpPr>
          <p:spPr>
            <a:xfrm>
              <a:off x="251549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12" name="Weave text 247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3" name="Weave text 247: 기기"/>
            <p:cNvSpPr txBox="1"/>
            <p:nvPr/>
          </p:nvSpPr>
          <p:spPr>
            <a:xfrm>
              <a:off x="358675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14" name="Weave text 247:  "/>
            <p:cNvSpPr txBox="1"/>
            <p:nvPr/>
          </p:nvSpPr>
          <p:spPr>
            <a:xfrm>
              <a:off x="424978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5" name="Weave text 247: 안에서"/>
            <p:cNvSpPr txBox="1"/>
            <p:nvPr/>
          </p:nvSpPr>
          <p:spPr>
            <a:xfrm>
              <a:off x="4326731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16" name="Weave text 247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17" name="Line 248: 기록을 가져오는 방법부터 사용자가 직접 통제하는 방법까지."/>
          <p:cNvGrpSpPr/>
          <p:nvPr/>
        </p:nvGrpSpPr>
        <p:grpSpPr>
          <a:xfrm>
            <a:off x="609600" y="1343025"/>
            <a:ext cx="4082355" cy="297180"/>
            <a:chOff x="609600" y="1343025"/>
            <a:chExt cx="4082355" cy="297180"/>
          </a:xfrm>
        </p:grpSpPr>
        <p:sp>
          <p:nvSpPr>
            <p:cNvPr id="218" name="Weave text 248: 기록을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48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248: 가져오는"/>
            <p:cNvSpPr txBox="1"/>
            <p:nvPr/>
          </p:nvSpPr>
          <p:spPr>
            <a:xfrm>
              <a:off x="1101923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248:  "/>
            <p:cNvSpPr txBox="1"/>
            <p:nvPr/>
          </p:nvSpPr>
          <p:spPr>
            <a:xfrm>
              <a:off x="169783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248: 방법부터"/>
            <p:cNvSpPr txBox="1"/>
            <p:nvPr/>
          </p:nvSpPr>
          <p:spPr>
            <a:xfrm>
              <a:off x="1743373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248:  "/>
            <p:cNvSpPr txBox="1"/>
            <p:nvPr/>
          </p:nvSpPr>
          <p:spPr>
            <a:xfrm>
              <a:off x="233928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248: 사용자가"/>
            <p:cNvSpPr txBox="1"/>
            <p:nvPr/>
          </p:nvSpPr>
          <p:spPr>
            <a:xfrm>
              <a:off x="2384822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248:  "/>
            <p:cNvSpPr txBox="1"/>
            <p:nvPr/>
          </p:nvSpPr>
          <p:spPr>
            <a:xfrm>
              <a:off x="29807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248: 직접"/>
            <p:cNvSpPr txBox="1"/>
            <p:nvPr/>
          </p:nvSpPr>
          <p:spPr>
            <a:xfrm>
              <a:off x="302627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248:  "/>
            <p:cNvSpPr txBox="1"/>
            <p:nvPr/>
          </p:nvSpPr>
          <p:spPr>
            <a:xfrm>
              <a:off x="332422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248: 통제하는"/>
            <p:cNvSpPr txBox="1"/>
            <p:nvPr/>
          </p:nvSpPr>
          <p:spPr>
            <a:xfrm>
              <a:off x="336976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248:  "/>
            <p:cNvSpPr txBox="1"/>
            <p:nvPr/>
          </p:nvSpPr>
          <p:spPr>
            <a:xfrm>
              <a:off x="396567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248: 방법까지"/>
            <p:cNvSpPr txBox="1"/>
            <p:nvPr/>
          </p:nvSpPr>
          <p:spPr>
            <a:xfrm>
              <a:off x="401121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48: ."/>
            <p:cNvSpPr txBox="1"/>
            <p:nvPr/>
          </p:nvSpPr>
          <p:spPr>
            <a:xfrm>
              <a:off x="460697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2" name="Line 249: Q."/>
          <p:cNvGrpSpPr/>
          <p:nvPr/>
        </p:nvGrpSpPr>
        <p:grpSpPr>
          <a:xfrm>
            <a:off x="609600" y="2143125"/>
            <a:ext cx="302568" cy="449580"/>
            <a:chOff x="609600" y="2143125"/>
            <a:chExt cx="302568" cy="449580"/>
          </a:xfrm>
        </p:grpSpPr>
        <p:sp>
          <p:nvSpPr>
            <p:cNvPr id="233" name="Weave text 249: Q."/>
            <p:cNvSpPr txBox="1"/>
            <p:nvPr/>
          </p:nvSpPr>
          <p:spPr>
            <a:xfrm>
              <a:off x="609600" y="2143125"/>
              <a:ext cx="302568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Q.</a:t>
              </a:r>
              <a:endParaRPr sz="20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34" name="Line 250: 카카오톡 대화도 활용할 수 있나요?"/>
          <p:cNvGrpSpPr/>
          <p:nvPr/>
        </p:nvGrpSpPr>
        <p:grpSpPr>
          <a:xfrm>
            <a:off x="1257300" y="2133600"/>
            <a:ext cx="2791718" cy="358140"/>
            <a:chOff x="1257300" y="2133600"/>
            <a:chExt cx="2791718" cy="358140"/>
          </a:xfrm>
        </p:grpSpPr>
        <p:sp>
          <p:nvSpPr>
            <p:cNvPr id="235" name="Weave text 250: 카카오톡"/>
            <p:cNvSpPr txBox="1"/>
            <p:nvPr/>
          </p:nvSpPr>
          <p:spPr>
            <a:xfrm>
              <a:off x="1257300" y="213360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6" name="Weave text 250:  "/>
            <p:cNvSpPr txBox="1"/>
            <p:nvPr/>
          </p:nvSpPr>
          <p:spPr>
            <a:xfrm>
              <a:off x="1965275" y="213360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7" name="Weave text 250: 대화도"/>
            <p:cNvSpPr txBox="1"/>
            <p:nvPr/>
          </p:nvSpPr>
          <p:spPr>
            <a:xfrm>
              <a:off x="2008733" y="213360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8" name="Weave text 250:  "/>
            <p:cNvSpPr txBox="1"/>
            <p:nvPr/>
          </p:nvSpPr>
          <p:spPr>
            <a:xfrm>
              <a:off x="2539752" y="213360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250: 활용할"/>
            <p:cNvSpPr txBox="1"/>
            <p:nvPr/>
          </p:nvSpPr>
          <p:spPr>
            <a:xfrm>
              <a:off x="2583210" y="213360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250:  "/>
            <p:cNvSpPr txBox="1"/>
            <p:nvPr/>
          </p:nvSpPr>
          <p:spPr>
            <a:xfrm>
              <a:off x="3114229" y="213360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250: 수"/>
            <p:cNvSpPr txBox="1"/>
            <p:nvPr/>
          </p:nvSpPr>
          <p:spPr>
            <a:xfrm>
              <a:off x="3157686" y="213360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250:  "/>
            <p:cNvSpPr txBox="1"/>
            <p:nvPr/>
          </p:nvSpPr>
          <p:spPr>
            <a:xfrm>
              <a:off x="3334643" y="213360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250: 있나요"/>
            <p:cNvSpPr txBox="1"/>
            <p:nvPr/>
          </p:nvSpPr>
          <p:spPr>
            <a:xfrm>
              <a:off x="3378101" y="213360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250: ?"/>
            <p:cNvSpPr txBox="1"/>
            <p:nvPr/>
          </p:nvSpPr>
          <p:spPr>
            <a:xfrm>
              <a:off x="3909120" y="213360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45" name="Line 251: A. 사용자가 허용한 수신 알림을 기기 안에 쌓아 활용합니다. 본인 발신"/>
          <p:cNvGrpSpPr/>
          <p:nvPr/>
        </p:nvGrpSpPr>
        <p:grpSpPr>
          <a:xfrm>
            <a:off x="1257300" y="2575471"/>
            <a:ext cx="5659636" cy="297180"/>
            <a:chOff x="1257300" y="2575471"/>
            <a:chExt cx="5659636" cy="297180"/>
          </a:xfrm>
        </p:grpSpPr>
        <p:sp>
          <p:nvSpPr>
            <p:cNvPr id="246" name="Weave text 251: A. "/>
            <p:cNvSpPr txBox="1"/>
            <p:nvPr/>
          </p:nvSpPr>
          <p:spPr>
            <a:xfrm>
              <a:off x="1257300" y="2575471"/>
              <a:ext cx="2348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51: 사용자가"/>
            <p:cNvSpPr txBox="1"/>
            <p:nvPr/>
          </p:nvSpPr>
          <p:spPr>
            <a:xfrm>
              <a:off x="1453902" y="2575471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51:  "/>
            <p:cNvSpPr txBox="1"/>
            <p:nvPr/>
          </p:nvSpPr>
          <p:spPr>
            <a:xfrm>
              <a:off x="2039987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51: 허용한"/>
            <p:cNvSpPr txBox="1"/>
            <p:nvPr/>
          </p:nvSpPr>
          <p:spPr>
            <a:xfrm>
              <a:off x="2083147" y="2575471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51:  "/>
            <p:cNvSpPr txBox="1"/>
            <p:nvPr/>
          </p:nvSpPr>
          <p:spPr>
            <a:xfrm>
              <a:off x="2522786" y="2575471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51: 수신"/>
            <p:cNvSpPr txBox="1"/>
            <p:nvPr/>
          </p:nvSpPr>
          <p:spPr>
            <a:xfrm>
              <a:off x="2565797" y="2575471"/>
              <a:ext cx="33144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51:  "/>
            <p:cNvSpPr txBox="1"/>
            <p:nvPr/>
          </p:nvSpPr>
          <p:spPr>
            <a:xfrm>
              <a:off x="2858988" y="2575471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51: 알림을"/>
            <p:cNvSpPr txBox="1"/>
            <p:nvPr/>
          </p:nvSpPr>
          <p:spPr>
            <a:xfrm>
              <a:off x="2902000" y="2575471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51:  "/>
            <p:cNvSpPr txBox="1"/>
            <p:nvPr/>
          </p:nvSpPr>
          <p:spPr>
            <a:xfrm>
              <a:off x="3341638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51: 기기"/>
            <p:cNvSpPr txBox="1"/>
            <p:nvPr/>
          </p:nvSpPr>
          <p:spPr>
            <a:xfrm>
              <a:off x="3384798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51:  "/>
            <p:cNvSpPr txBox="1"/>
            <p:nvPr/>
          </p:nvSpPr>
          <p:spPr>
            <a:xfrm>
              <a:off x="3677841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51: 안에"/>
            <p:cNvSpPr txBox="1"/>
            <p:nvPr/>
          </p:nvSpPr>
          <p:spPr>
            <a:xfrm>
              <a:off x="3721001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51:  "/>
            <p:cNvSpPr txBox="1"/>
            <p:nvPr/>
          </p:nvSpPr>
          <p:spPr>
            <a:xfrm>
              <a:off x="4014043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51: 쌓아"/>
            <p:cNvSpPr txBox="1"/>
            <p:nvPr/>
          </p:nvSpPr>
          <p:spPr>
            <a:xfrm>
              <a:off x="4057204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51:  "/>
            <p:cNvSpPr txBox="1"/>
            <p:nvPr/>
          </p:nvSpPr>
          <p:spPr>
            <a:xfrm>
              <a:off x="4350246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51: 활용합니다"/>
            <p:cNvSpPr txBox="1"/>
            <p:nvPr/>
          </p:nvSpPr>
          <p:spPr>
            <a:xfrm>
              <a:off x="4393406" y="2575471"/>
              <a:ext cx="77093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51: . "/>
            <p:cNvSpPr txBox="1"/>
            <p:nvPr/>
          </p:nvSpPr>
          <p:spPr>
            <a:xfrm>
              <a:off x="5126087" y="2575471"/>
              <a:ext cx="12561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51: 본인"/>
            <p:cNvSpPr txBox="1"/>
            <p:nvPr/>
          </p:nvSpPr>
          <p:spPr>
            <a:xfrm>
              <a:off x="5213449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51:  "/>
            <p:cNvSpPr txBox="1"/>
            <p:nvPr/>
          </p:nvSpPr>
          <p:spPr>
            <a:xfrm>
              <a:off x="5506492" y="2575471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51: 발신"/>
            <p:cNvSpPr txBox="1"/>
            <p:nvPr/>
          </p:nvSpPr>
          <p:spPr>
            <a:xfrm>
              <a:off x="5549652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51: ·‘"/>
            <p:cNvSpPr txBox="1"/>
            <p:nvPr/>
          </p:nvSpPr>
          <p:spPr>
            <a:xfrm>
              <a:off x="5842695" y="2575471"/>
              <a:ext cx="11221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251: 나와의"/>
            <p:cNvSpPr txBox="1"/>
            <p:nvPr/>
          </p:nvSpPr>
          <p:spPr>
            <a:xfrm>
              <a:off x="5916662" y="2575471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251:  "/>
            <p:cNvSpPr txBox="1"/>
            <p:nvPr/>
          </p:nvSpPr>
          <p:spPr>
            <a:xfrm>
              <a:off x="6356300" y="2575471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251: 채팅"/>
            <p:cNvSpPr txBox="1"/>
            <p:nvPr/>
          </p:nvSpPr>
          <p:spPr>
            <a:xfrm>
              <a:off x="6399312" y="2575471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251: ’"/>
            <p:cNvSpPr txBox="1"/>
            <p:nvPr/>
          </p:nvSpPr>
          <p:spPr>
            <a:xfrm>
              <a:off x="6692354" y="2575471"/>
              <a:ext cx="7813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251: 도"/>
            <p:cNvSpPr txBox="1"/>
            <p:nvPr/>
          </p:nvSpPr>
          <p:spPr>
            <a:xfrm>
              <a:off x="6732240" y="2575471"/>
              <a:ext cx="18469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2" name="Line 252: 대화 내보내기를 한 번 실행해, 그 시점까지의 기록을 함께 가져올 수 있"/>
          <p:cNvGrpSpPr/>
          <p:nvPr/>
        </p:nvGrpSpPr>
        <p:grpSpPr>
          <a:xfrm>
            <a:off x="1257300" y="2866876"/>
            <a:ext cx="5143649" cy="297180"/>
            <a:chOff x="1257300" y="2866876"/>
            <a:chExt cx="5143649" cy="297180"/>
          </a:xfrm>
        </p:grpSpPr>
        <p:sp>
          <p:nvSpPr>
            <p:cNvPr id="273" name="Weave text 252: 대화"/>
            <p:cNvSpPr txBox="1"/>
            <p:nvPr/>
          </p:nvSpPr>
          <p:spPr>
            <a:xfrm>
              <a:off x="1257300" y="2866876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252:  "/>
            <p:cNvSpPr txBox="1"/>
            <p:nvPr/>
          </p:nvSpPr>
          <p:spPr>
            <a:xfrm>
              <a:off x="1550343" y="2866876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252: 내보내기를"/>
            <p:cNvSpPr txBox="1"/>
            <p:nvPr/>
          </p:nvSpPr>
          <p:spPr>
            <a:xfrm>
              <a:off x="1593354" y="2866876"/>
              <a:ext cx="77107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252:  "/>
            <p:cNvSpPr txBox="1"/>
            <p:nvPr/>
          </p:nvSpPr>
          <p:spPr>
            <a:xfrm>
              <a:off x="2326184" y="2866876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252: 한"/>
            <p:cNvSpPr txBox="1"/>
            <p:nvPr/>
          </p:nvSpPr>
          <p:spPr>
            <a:xfrm>
              <a:off x="2369195" y="2866876"/>
              <a:ext cx="18484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252:  "/>
            <p:cNvSpPr txBox="1"/>
            <p:nvPr/>
          </p:nvSpPr>
          <p:spPr>
            <a:xfrm>
              <a:off x="2515791" y="2866876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252: 번"/>
            <p:cNvSpPr txBox="1"/>
            <p:nvPr/>
          </p:nvSpPr>
          <p:spPr>
            <a:xfrm>
              <a:off x="2558951" y="2866876"/>
              <a:ext cx="18469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252:  "/>
            <p:cNvSpPr txBox="1"/>
            <p:nvPr/>
          </p:nvSpPr>
          <p:spPr>
            <a:xfrm>
              <a:off x="2705398" y="2866876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1" name="Weave text 252: 실행해"/>
            <p:cNvSpPr txBox="1"/>
            <p:nvPr/>
          </p:nvSpPr>
          <p:spPr>
            <a:xfrm>
              <a:off x="2748558" y="2866876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2" name="Weave text 252: , "/>
            <p:cNvSpPr txBox="1"/>
            <p:nvPr/>
          </p:nvSpPr>
          <p:spPr>
            <a:xfrm>
              <a:off x="3188196" y="2866876"/>
              <a:ext cx="12561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3" name="Weave text 252: 그"/>
            <p:cNvSpPr txBox="1"/>
            <p:nvPr/>
          </p:nvSpPr>
          <p:spPr>
            <a:xfrm>
              <a:off x="3275558" y="2866876"/>
              <a:ext cx="18469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4" name="Weave text 252:  "/>
            <p:cNvSpPr txBox="1"/>
            <p:nvPr/>
          </p:nvSpPr>
          <p:spPr>
            <a:xfrm>
              <a:off x="3422005" y="2866876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5" name="Weave text 252: 시점까지의"/>
            <p:cNvSpPr txBox="1"/>
            <p:nvPr/>
          </p:nvSpPr>
          <p:spPr>
            <a:xfrm>
              <a:off x="3465165" y="2866876"/>
              <a:ext cx="77093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6" name="Weave text 252:  "/>
            <p:cNvSpPr txBox="1"/>
            <p:nvPr/>
          </p:nvSpPr>
          <p:spPr>
            <a:xfrm>
              <a:off x="4197846" y="2866876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7" name="Weave text 252: 기록을"/>
            <p:cNvSpPr txBox="1"/>
            <p:nvPr/>
          </p:nvSpPr>
          <p:spPr>
            <a:xfrm>
              <a:off x="4241006" y="2866876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8" name="Weave text 252:  "/>
            <p:cNvSpPr txBox="1"/>
            <p:nvPr/>
          </p:nvSpPr>
          <p:spPr>
            <a:xfrm>
              <a:off x="4680645" y="2866876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9" name="Weave text 252: 함께"/>
            <p:cNvSpPr txBox="1"/>
            <p:nvPr/>
          </p:nvSpPr>
          <p:spPr>
            <a:xfrm>
              <a:off x="4723656" y="2866876"/>
              <a:ext cx="33144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0" name="Weave text 252:  "/>
            <p:cNvSpPr txBox="1"/>
            <p:nvPr/>
          </p:nvSpPr>
          <p:spPr>
            <a:xfrm>
              <a:off x="5016847" y="2866876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1" name="Weave text 252: 가져올"/>
            <p:cNvSpPr txBox="1"/>
            <p:nvPr/>
          </p:nvSpPr>
          <p:spPr>
            <a:xfrm>
              <a:off x="5059859" y="2866876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2" name="Weave text 252:  "/>
            <p:cNvSpPr txBox="1"/>
            <p:nvPr/>
          </p:nvSpPr>
          <p:spPr>
            <a:xfrm>
              <a:off x="5499497" y="2866876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3" name="Weave text 252: 수"/>
            <p:cNvSpPr txBox="1"/>
            <p:nvPr/>
          </p:nvSpPr>
          <p:spPr>
            <a:xfrm>
              <a:off x="5542657" y="2866876"/>
              <a:ext cx="18484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4" name="Weave text 252:  "/>
            <p:cNvSpPr txBox="1"/>
            <p:nvPr/>
          </p:nvSpPr>
          <p:spPr>
            <a:xfrm>
              <a:off x="5689253" y="2866876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5" name="Weave text 252: 있습니다"/>
            <p:cNvSpPr txBox="1"/>
            <p:nvPr/>
          </p:nvSpPr>
          <p:spPr>
            <a:xfrm>
              <a:off x="5732264" y="2866876"/>
              <a:ext cx="62448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6" name="Weave text 252: ."/>
            <p:cNvSpPr txBox="1"/>
            <p:nvPr/>
          </p:nvSpPr>
          <p:spPr>
            <a:xfrm>
              <a:off x="6318498" y="2866876"/>
              <a:ext cx="824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253: Q."/>
          <p:cNvGrpSpPr/>
          <p:nvPr/>
        </p:nvGrpSpPr>
        <p:grpSpPr>
          <a:xfrm>
            <a:off x="609600" y="3605957"/>
            <a:ext cx="302568" cy="449580"/>
            <a:chOff x="609600" y="3605957"/>
            <a:chExt cx="302568" cy="449580"/>
          </a:xfrm>
        </p:grpSpPr>
        <p:sp>
          <p:nvSpPr>
            <p:cNvPr id="298" name="Weave text 253: Q."/>
            <p:cNvSpPr txBox="1"/>
            <p:nvPr/>
          </p:nvSpPr>
          <p:spPr>
            <a:xfrm>
              <a:off x="609600" y="3605957"/>
              <a:ext cx="302568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Q.</a:t>
              </a:r>
              <a:endParaRPr sz="20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99" name="Line 254: 기록이 많으면 느려지거나, 배터리를 많이 쓰지 않을까요?"/>
          <p:cNvGrpSpPr/>
          <p:nvPr/>
        </p:nvGrpSpPr>
        <p:grpSpPr>
          <a:xfrm>
            <a:off x="1257300" y="3596432"/>
            <a:ext cx="4524375" cy="358140"/>
            <a:chOff x="1257300" y="3596432"/>
            <a:chExt cx="4524375" cy="358140"/>
          </a:xfrm>
        </p:grpSpPr>
        <p:sp>
          <p:nvSpPr>
            <p:cNvPr id="300" name="Weave text 254: 기록이"/>
            <p:cNvSpPr txBox="1"/>
            <p:nvPr/>
          </p:nvSpPr>
          <p:spPr>
            <a:xfrm>
              <a:off x="1257300" y="3596432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1" name="Weave text 254:  "/>
            <p:cNvSpPr txBox="1"/>
            <p:nvPr/>
          </p:nvSpPr>
          <p:spPr>
            <a:xfrm>
              <a:off x="1788319" y="3596432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02" name="Weave text 254: 많으면"/>
            <p:cNvSpPr txBox="1"/>
            <p:nvPr/>
          </p:nvSpPr>
          <p:spPr>
            <a:xfrm>
              <a:off x="1831628" y="3596432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3" name="Weave text 254:  "/>
            <p:cNvSpPr txBox="1"/>
            <p:nvPr/>
          </p:nvSpPr>
          <p:spPr>
            <a:xfrm>
              <a:off x="2362795" y="3596432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04" name="Weave text 254: 느려지거나"/>
            <p:cNvSpPr txBox="1"/>
            <p:nvPr/>
          </p:nvSpPr>
          <p:spPr>
            <a:xfrm>
              <a:off x="2406104" y="3596432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5" name="Weave text 254: , "/>
            <p:cNvSpPr txBox="1"/>
            <p:nvPr/>
          </p:nvSpPr>
          <p:spPr>
            <a:xfrm>
              <a:off x="3291185" y="3596432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06" name="Weave text 254: 배터리를"/>
            <p:cNvSpPr txBox="1"/>
            <p:nvPr/>
          </p:nvSpPr>
          <p:spPr>
            <a:xfrm>
              <a:off x="3387328" y="3596432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7" name="Weave text 254:  "/>
            <p:cNvSpPr txBox="1"/>
            <p:nvPr/>
          </p:nvSpPr>
          <p:spPr>
            <a:xfrm>
              <a:off x="4095452" y="3596432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08" name="Weave text 254: 많이"/>
            <p:cNvSpPr txBox="1"/>
            <p:nvPr/>
          </p:nvSpPr>
          <p:spPr>
            <a:xfrm>
              <a:off x="4138761" y="3596432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09" name="Weave text 254:  "/>
            <p:cNvSpPr txBox="1"/>
            <p:nvPr/>
          </p:nvSpPr>
          <p:spPr>
            <a:xfrm>
              <a:off x="4492823" y="3596432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0" name="Weave text 254: 쓰지"/>
            <p:cNvSpPr txBox="1"/>
            <p:nvPr/>
          </p:nvSpPr>
          <p:spPr>
            <a:xfrm>
              <a:off x="4536281" y="3596432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1" name="Weave text 254:  "/>
            <p:cNvSpPr txBox="1"/>
            <p:nvPr/>
          </p:nvSpPr>
          <p:spPr>
            <a:xfrm>
              <a:off x="4890343" y="3596432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2" name="Weave text 254: 않을까요"/>
            <p:cNvSpPr txBox="1"/>
            <p:nvPr/>
          </p:nvSpPr>
          <p:spPr>
            <a:xfrm>
              <a:off x="4933652" y="3596432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3" name="Weave text 254: ?"/>
            <p:cNvSpPr txBox="1"/>
            <p:nvPr/>
          </p:nvSpPr>
          <p:spPr>
            <a:xfrm>
              <a:off x="5641777" y="3596432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14" name="Line 255: A. 무거운 색인 작업은 충전·유휴 시간에 미리 수행합니다. 사용 중에는"/>
          <p:cNvGrpSpPr/>
          <p:nvPr/>
        </p:nvGrpSpPr>
        <p:grpSpPr>
          <a:xfrm>
            <a:off x="1257300" y="4038302"/>
            <a:ext cx="5970687" cy="297180"/>
            <a:chOff x="1257300" y="4038302"/>
            <a:chExt cx="5970687" cy="297180"/>
          </a:xfrm>
        </p:grpSpPr>
        <p:sp>
          <p:nvSpPr>
            <p:cNvPr id="315" name="Weave text 255: A. "/>
            <p:cNvSpPr txBox="1"/>
            <p:nvPr/>
          </p:nvSpPr>
          <p:spPr>
            <a:xfrm>
              <a:off x="1257300" y="4038302"/>
              <a:ext cx="2348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55: 무거운"/>
            <p:cNvSpPr txBox="1"/>
            <p:nvPr/>
          </p:nvSpPr>
          <p:spPr>
            <a:xfrm>
              <a:off x="1453902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55:  "/>
            <p:cNvSpPr txBox="1"/>
            <p:nvPr/>
          </p:nvSpPr>
          <p:spPr>
            <a:xfrm>
              <a:off x="1893540" y="4038302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55: 색인"/>
            <p:cNvSpPr txBox="1"/>
            <p:nvPr/>
          </p:nvSpPr>
          <p:spPr>
            <a:xfrm>
              <a:off x="1936552" y="4038302"/>
              <a:ext cx="33144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55:  "/>
            <p:cNvSpPr txBox="1"/>
            <p:nvPr/>
          </p:nvSpPr>
          <p:spPr>
            <a:xfrm>
              <a:off x="2229743" y="4038302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55: 작업은"/>
            <p:cNvSpPr txBox="1"/>
            <p:nvPr/>
          </p:nvSpPr>
          <p:spPr>
            <a:xfrm>
              <a:off x="2272754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55:  "/>
            <p:cNvSpPr txBox="1"/>
            <p:nvPr/>
          </p:nvSpPr>
          <p:spPr>
            <a:xfrm>
              <a:off x="2712393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55: 충전"/>
            <p:cNvSpPr txBox="1"/>
            <p:nvPr/>
          </p:nvSpPr>
          <p:spPr>
            <a:xfrm>
              <a:off x="2755553" y="4038302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55: ·"/>
            <p:cNvSpPr txBox="1"/>
            <p:nvPr/>
          </p:nvSpPr>
          <p:spPr>
            <a:xfrm>
              <a:off x="3048595" y="4038302"/>
              <a:ext cx="824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4" name="Weave text 255: 유휴"/>
            <p:cNvSpPr txBox="1"/>
            <p:nvPr/>
          </p:nvSpPr>
          <p:spPr>
            <a:xfrm>
              <a:off x="3092797" y="4038302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5" name="Weave text 255:  "/>
            <p:cNvSpPr txBox="1"/>
            <p:nvPr/>
          </p:nvSpPr>
          <p:spPr>
            <a:xfrm>
              <a:off x="3385840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55: 시간에"/>
            <p:cNvSpPr txBox="1"/>
            <p:nvPr/>
          </p:nvSpPr>
          <p:spPr>
            <a:xfrm>
              <a:off x="3429000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55:  "/>
            <p:cNvSpPr txBox="1"/>
            <p:nvPr/>
          </p:nvSpPr>
          <p:spPr>
            <a:xfrm>
              <a:off x="3868638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55: 미리"/>
            <p:cNvSpPr txBox="1"/>
            <p:nvPr/>
          </p:nvSpPr>
          <p:spPr>
            <a:xfrm>
              <a:off x="3911798" y="4038302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55:  "/>
            <p:cNvSpPr txBox="1"/>
            <p:nvPr/>
          </p:nvSpPr>
          <p:spPr>
            <a:xfrm>
              <a:off x="4204841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55: 수행합니다"/>
            <p:cNvSpPr txBox="1"/>
            <p:nvPr/>
          </p:nvSpPr>
          <p:spPr>
            <a:xfrm>
              <a:off x="4248001" y="4038302"/>
              <a:ext cx="77093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55: . "/>
            <p:cNvSpPr txBox="1"/>
            <p:nvPr/>
          </p:nvSpPr>
          <p:spPr>
            <a:xfrm>
              <a:off x="4980682" y="4038302"/>
              <a:ext cx="12561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55: 사용"/>
            <p:cNvSpPr txBox="1"/>
            <p:nvPr/>
          </p:nvSpPr>
          <p:spPr>
            <a:xfrm>
              <a:off x="5068044" y="4038302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55:  "/>
            <p:cNvSpPr txBox="1"/>
            <p:nvPr/>
          </p:nvSpPr>
          <p:spPr>
            <a:xfrm>
              <a:off x="5361087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55: 중에는"/>
            <p:cNvSpPr txBox="1"/>
            <p:nvPr/>
          </p:nvSpPr>
          <p:spPr>
            <a:xfrm>
              <a:off x="5404247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55:  "/>
            <p:cNvSpPr txBox="1"/>
            <p:nvPr/>
          </p:nvSpPr>
          <p:spPr>
            <a:xfrm>
              <a:off x="5843885" y="4038302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55: 필요한"/>
            <p:cNvSpPr txBox="1"/>
            <p:nvPr/>
          </p:nvSpPr>
          <p:spPr>
            <a:xfrm>
              <a:off x="5886896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55:  "/>
            <p:cNvSpPr txBox="1"/>
            <p:nvPr/>
          </p:nvSpPr>
          <p:spPr>
            <a:xfrm>
              <a:off x="6326535" y="4038302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55: 기록만"/>
            <p:cNvSpPr txBox="1"/>
            <p:nvPr/>
          </p:nvSpPr>
          <p:spPr>
            <a:xfrm>
              <a:off x="6369695" y="4038302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55:  "/>
            <p:cNvSpPr txBox="1"/>
            <p:nvPr/>
          </p:nvSpPr>
          <p:spPr>
            <a:xfrm>
              <a:off x="6809333" y="4038302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55: 찾고"/>
            <p:cNvSpPr txBox="1"/>
            <p:nvPr/>
          </p:nvSpPr>
          <p:spPr>
            <a:xfrm>
              <a:off x="6852345" y="4038302"/>
              <a:ext cx="33144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55: ,"/>
            <p:cNvSpPr txBox="1"/>
            <p:nvPr/>
          </p:nvSpPr>
          <p:spPr>
            <a:xfrm>
              <a:off x="7145536" y="4038302"/>
              <a:ext cx="824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256: 경량 언어모델에도 추려낸 내용만 전달해 응답 지연과 배터리 부담을 줄이도"/>
          <p:cNvGrpSpPr/>
          <p:nvPr/>
        </p:nvGrpSpPr>
        <p:grpSpPr>
          <a:xfrm>
            <a:off x="1257300" y="4329708"/>
            <a:ext cx="5935563" cy="297180"/>
            <a:chOff x="1257300" y="4329708"/>
            <a:chExt cx="5935563" cy="297180"/>
          </a:xfrm>
        </p:grpSpPr>
        <p:sp>
          <p:nvSpPr>
            <p:cNvPr id="343" name="Weave text 256: 경량"/>
            <p:cNvSpPr txBox="1"/>
            <p:nvPr/>
          </p:nvSpPr>
          <p:spPr>
            <a:xfrm>
              <a:off x="1257300" y="4329708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4" name="Weave text 256:  "/>
            <p:cNvSpPr txBox="1"/>
            <p:nvPr/>
          </p:nvSpPr>
          <p:spPr>
            <a:xfrm>
              <a:off x="1550343" y="4329708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5" name="Weave text 256: 언어모델에도"/>
            <p:cNvSpPr txBox="1"/>
            <p:nvPr/>
          </p:nvSpPr>
          <p:spPr>
            <a:xfrm>
              <a:off x="1593354" y="4329708"/>
              <a:ext cx="91752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6" name="Weave text 256:  "/>
            <p:cNvSpPr txBox="1"/>
            <p:nvPr/>
          </p:nvSpPr>
          <p:spPr>
            <a:xfrm>
              <a:off x="2472630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7" name="Weave text 256: 추려낸"/>
            <p:cNvSpPr txBox="1"/>
            <p:nvPr/>
          </p:nvSpPr>
          <p:spPr>
            <a:xfrm>
              <a:off x="2515791" y="4329708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8" name="Weave text 256:  "/>
            <p:cNvSpPr txBox="1"/>
            <p:nvPr/>
          </p:nvSpPr>
          <p:spPr>
            <a:xfrm>
              <a:off x="2955429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9" name="Weave text 256: 내용만"/>
            <p:cNvSpPr txBox="1"/>
            <p:nvPr/>
          </p:nvSpPr>
          <p:spPr>
            <a:xfrm>
              <a:off x="2998589" y="4329708"/>
              <a:ext cx="47773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0" name="Weave text 256:  "/>
            <p:cNvSpPr txBox="1"/>
            <p:nvPr/>
          </p:nvSpPr>
          <p:spPr>
            <a:xfrm>
              <a:off x="3438079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1" name="Weave text 256: 전달해"/>
            <p:cNvSpPr txBox="1"/>
            <p:nvPr/>
          </p:nvSpPr>
          <p:spPr>
            <a:xfrm>
              <a:off x="3481239" y="4329708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2" name="Weave text 256:  "/>
            <p:cNvSpPr txBox="1"/>
            <p:nvPr/>
          </p:nvSpPr>
          <p:spPr>
            <a:xfrm>
              <a:off x="3920877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3" name="Weave text 256: 응답"/>
            <p:cNvSpPr txBox="1"/>
            <p:nvPr/>
          </p:nvSpPr>
          <p:spPr>
            <a:xfrm>
              <a:off x="3964037" y="4329708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응답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4" name="Weave text 256:  "/>
            <p:cNvSpPr txBox="1"/>
            <p:nvPr/>
          </p:nvSpPr>
          <p:spPr>
            <a:xfrm>
              <a:off x="4257080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5" name="Weave text 256: 지연과"/>
            <p:cNvSpPr txBox="1"/>
            <p:nvPr/>
          </p:nvSpPr>
          <p:spPr>
            <a:xfrm>
              <a:off x="4300240" y="4329708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지연과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6" name="Weave text 256:  "/>
            <p:cNvSpPr txBox="1"/>
            <p:nvPr/>
          </p:nvSpPr>
          <p:spPr>
            <a:xfrm>
              <a:off x="4739878" y="4329708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7" name="Weave text 256: 배터리"/>
            <p:cNvSpPr txBox="1"/>
            <p:nvPr/>
          </p:nvSpPr>
          <p:spPr>
            <a:xfrm>
              <a:off x="4782889" y="4329708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배터리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8" name="Weave text 256:  "/>
            <p:cNvSpPr txBox="1"/>
            <p:nvPr/>
          </p:nvSpPr>
          <p:spPr>
            <a:xfrm>
              <a:off x="5222528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9" name="Weave text 256: 부담을"/>
            <p:cNvSpPr txBox="1"/>
            <p:nvPr/>
          </p:nvSpPr>
          <p:spPr>
            <a:xfrm>
              <a:off x="5265688" y="4329708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0" name="Weave text 256:  "/>
            <p:cNvSpPr txBox="1"/>
            <p:nvPr/>
          </p:nvSpPr>
          <p:spPr>
            <a:xfrm>
              <a:off x="5705326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1" name="Weave text 256: 줄이도록"/>
            <p:cNvSpPr txBox="1"/>
            <p:nvPr/>
          </p:nvSpPr>
          <p:spPr>
            <a:xfrm>
              <a:off x="5748486" y="4329708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2" name="Weave text 256:  "/>
            <p:cNvSpPr txBox="1"/>
            <p:nvPr/>
          </p:nvSpPr>
          <p:spPr>
            <a:xfrm>
              <a:off x="6334571" y="4329708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3" name="Weave text 256: 설계합니다"/>
            <p:cNvSpPr txBox="1"/>
            <p:nvPr/>
          </p:nvSpPr>
          <p:spPr>
            <a:xfrm>
              <a:off x="6377732" y="4329708"/>
              <a:ext cx="77093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4" name="Weave text 256: ."/>
            <p:cNvSpPr txBox="1"/>
            <p:nvPr/>
          </p:nvSpPr>
          <p:spPr>
            <a:xfrm>
              <a:off x="7110412" y="4329708"/>
              <a:ext cx="824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5" name="Line 257: Q."/>
          <p:cNvGrpSpPr/>
          <p:nvPr/>
        </p:nvGrpSpPr>
        <p:grpSpPr>
          <a:xfrm>
            <a:off x="609600" y="5068788"/>
            <a:ext cx="302568" cy="449580"/>
            <a:chOff x="609600" y="5068788"/>
            <a:chExt cx="302568" cy="449580"/>
          </a:xfrm>
        </p:grpSpPr>
        <p:sp>
          <p:nvSpPr>
            <p:cNvPr id="366" name="Weave text 257: Q."/>
            <p:cNvSpPr txBox="1"/>
            <p:nvPr/>
          </p:nvSpPr>
          <p:spPr>
            <a:xfrm>
              <a:off x="609600" y="5068788"/>
              <a:ext cx="302568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0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Q.</a:t>
              </a:r>
              <a:endParaRPr sz="20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67" name="Line 258: 사적인 기록과 잘못된 답변은 어떻게 다루나요?"/>
          <p:cNvGrpSpPr/>
          <p:nvPr/>
        </p:nvGrpSpPr>
        <p:grpSpPr>
          <a:xfrm>
            <a:off x="1257300" y="5059263"/>
            <a:ext cx="3720257" cy="358140"/>
            <a:chOff x="1257300" y="5059263"/>
            <a:chExt cx="3720257" cy="358140"/>
          </a:xfrm>
        </p:grpSpPr>
        <p:sp>
          <p:nvSpPr>
            <p:cNvPr id="368" name="Weave text 258: 사적인"/>
            <p:cNvSpPr txBox="1"/>
            <p:nvPr/>
          </p:nvSpPr>
          <p:spPr>
            <a:xfrm>
              <a:off x="1257300" y="5059263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9" name="Weave text 258:  "/>
            <p:cNvSpPr txBox="1"/>
            <p:nvPr/>
          </p:nvSpPr>
          <p:spPr>
            <a:xfrm>
              <a:off x="1788319" y="5059263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0" name="Weave text 258: 기록과"/>
            <p:cNvSpPr txBox="1"/>
            <p:nvPr/>
          </p:nvSpPr>
          <p:spPr>
            <a:xfrm>
              <a:off x="1831628" y="5059263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1" name="Weave text 258:  "/>
            <p:cNvSpPr txBox="1"/>
            <p:nvPr/>
          </p:nvSpPr>
          <p:spPr>
            <a:xfrm>
              <a:off x="2362795" y="5059263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2" name="Weave text 258: 잘못된"/>
            <p:cNvSpPr txBox="1"/>
            <p:nvPr/>
          </p:nvSpPr>
          <p:spPr>
            <a:xfrm>
              <a:off x="2406104" y="5059263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3" name="Weave text 258:  "/>
            <p:cNvSpPr txBox="1"/>
            <p:nvPr/>
          </p:nvSpPr>
          <p:spPr>
            <a:xfrm>
              <a:off x="2937272" y="5059263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4" name="Weave text 258: 답변은"/>
            <p:cNvSpPr txBox="1"/>
            <p:nvPr/>
          </p:nvSpPr>
          <p:spPr>
            <a:xfrm>
              <a:off x="2980581" y="5059263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5" name="Weave text 258:  "/>
            <p:cNvSpPr txBox="1"/>
            <p:nvPr/>
          </p:nvSpPr>
          <p:spPr>
            <a:xfrm>
              <a:off x="3511600" y="5059263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6" name="Weave text 258: 어떻게"/>
            <p:cNvSpPr txBox="1"/>
            <p:nvPr/>
          </p:nvSpPr>
          <p:spPr>
            <a:xfrm>
              <a:off x="3555057" y="5059263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7" name="Weave text 258:  "/>
            <p:cNvSpPr txBox="1"/>
            <p:nvPr/>
          </p:nvSpPr>
          <p:spPr>
            <a:xfrm>
              <a:off x="4086076" y="5059263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8" name="Weave text 258: 다루나요"/>
            <p:cNvSpPr txBox="1"/>
            <p:nvPr/>
          </p:nvSpPr>
          <p:spPr>
            <a:xfrm>
              <a:off x="4129534" y="5059263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9" name="Weave text 258: ?"/>
            <p:cNvSpPr txBox="1"/>
            <p:nvPr/>
          </p:nvSpPr>
          <p:spPr>
            <a:xfrm>
              <a:off x="4837658" y="5059263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0" name="Line 259: A. 허용한 개인 기록은 외부 서버로 보내지 않고 기기 안에서 처리하며,"/>
          <p:cNvGrpSpPr/>
          <p:nvPr/>
        </p:nvGrpSpPr>
        <p:grpSpPr>
          <a:xfrm>
            <a:off x="1257300" y="5501134"/>
            <a:ext cx="7417743" cy="297180"/>
            <a:chOff x="1257300" y="5501134"/>
            <a:chExt cx="7417743" cy="297180"/>
          </a:xfrm>
        </p:grpSpPr>
        <p:sp>
          <p:nvSpPr>
            <p:cNvPr id="381" name="Weave text 259: A. "/>
            <p:cNvSpPr txBox="1"/>
            <p:nvPr/>
          </p:nvSpPr>
          <p:spPr>
            <a:xfrm>
              <a:off x="1257300" y="5501134"/>
              <a:ext cx="2348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2" name="Weave text 259: 허용한"/>
            <p:cNvSpPr txBox="1"/>
            <p:nvPr/>
          </p:nvSpPr>
          <p:spPr>
            <a:xfrm>
              <a:off x="1453902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3" name="Weave text 259:  "/>
            <p:cNvSpPr txBox="1"/>
            <p:nvPr/>
          </p:nvSpPr>
          <p:spPr>
            <a:xfrm>
              <a:off x="1893540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4" name="Weave text 259: 개인"/>
            <p:cNvSpPr txBox="1"/>
            <p:nvPr/>
          </p:nvSpPr>
          <p:spPr>
            <a:xfrm>
              <a:off x="1936552" y="5501134"/>
              <a:ext cx="33144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5" name="Weave text 259:  "/>
            <p:cNvSpPr txBox="1"/>
            <p:nvPr/>
          </p:nvSpPr>
          <p:spPr>
            <a:xfrm>
              <a:off x="2229743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6" name="Weave text 259: 기록은"/>
            <p:cNvSpPr txBox="1"/>
            <p:nvPr/>
          </p:nvSpPr>
          <p:spPr>
            <a:xfrm>
              <a:off x="2272754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7" name="Weave text 259:  "/>
            <p:cNvSpPr txBox="1"/>
            <p:nvPr/>
          </p:nvSpPr>
          <p:spPr>
            <a:xfrm>
              <a:off x="2712393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8" name="Weave text 259: 외부"/>
            <p:cNvSpPr txBox="1"/>
            <p:nvPr/>
          </p:nvSpPr>
          <p:spPr>
            <a:xfrm>
              <a:off x="2755553" y="5501134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9" name="Weave text 259:  "/>
            <p:cNvSpPr txBox="1"/>
            <p:nvPr/>
          </p:nvSpPr>
          <p:spPr>
            <a:xfrm>
              <a:off x="3048595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0" name="Weave text 259: 서버로"/>
            <p:cNvSpPr txBox="1"/>
            <p:nvPr/>
          </p:nvSpPr>
          <p:spPr>
            <a:xfrm>
              <a:off x="3091755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1" name="Weave text 259:  "/>
            <p:cNvSpPr txBox="1"/>
            <p:nvPr/>
          </p:nvSpPr>
          <p:spPr>
            <a:xfrm>
              <a:off x="3531394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2" name="Weave text 259: 보내지"/>
            <p:cNvSpPr txBox="1"/>
            <p:nvPr/>
          </p:nvSpPr>
          <p:spPr>
            <a:xfrm>
              <a:off x="3574405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3" name="Weave text 259:  "/>
            <p:cNvSpPr txBox="1"/>
            <p:nvPr/>
          </p:nvSpPr>
          <p:spPr>
            <a:xfrm>
              <a:off x="4014043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4" name="Weave text 259: 않고"/>
            <p:cNvSpPr txBox="1"/>
            <p:nvPr/>
          </p:nvSpPr>
          <p:spPr>
            <a:xfrm>
              <a:off x="4057204" y="5501134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5" name="Weave text 259:  "/>
            <p:cNvSpPr txBox="1"/>
            <p:nvPr/>
          </p:nvSpPr>
          <p:spPr>
            <a:xfrm>
              <a:off x="4350246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6" name="Weave text 259: 기기"/>
            <p:cNvSpPr txBox="1"/>
            <p:nvPr/>
          </p:nvSpPr>
          <p:spPr>
            <a:xfrm>
              <a:off x="4393406" y="5501134"/>
              <a:ext cx="33129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7" name="Weave text 259:  "/>
            <p:cNvSpPr txBox="1"/>
            <p:nvPr/>
          </p:nvSpPr>
          <p:spPr>
            <a:xfrm>
              <a:off x="4686449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8" name="Weave text 259: 안에서"/>
            <p:cNvSpPr txBox="1"/>
            <p:nvPr/>
          </p:nvSpPr>
          <p:spPr>
            <a:xfrm>
              <a:off x="4729609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9" name="Weave text 259:  "/>
            <p:cNvSpPr txBox="1"/>
            <p:nvPr/>
          </p:nvSpPr>
          <p:spPr>
            <a:xfrm>
              <a:off x="5169247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0" name="Weave text 259: 처리하며"/>
            <p:cNvSpPr txBox="1"/>
            <p:nvPr/>
          </p:nvSpPr>
          <p:spPr>
            <a:xfrm>
              <a:off x="5212259" y="5501134"/>
              <a:ext cx="62448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1" name="Weave text 259: , "/>
            <p:cNvSpPr txBox="1"/>
            <p:nvPr/>
          </p:nvSpPr>
          <p:spPr>
            <a:xfrm>
              <a:off x="5798493" y="5501134"/>
              <a:ext cx="12561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2" name="Weave text 259: 언제든"/>
            <p:cNvSpPr txBox="1"/>
            <p:nvPr/>
          </p:nvSpPr>
          <p:spPr>
            <a:xfrm>
              <a:off x="5885855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3" name="Weave text 259:  "/>
            <p:cNvSpPr txBox="1"/>
            <p:nvPr/>
          </p:nvSpPr>
          <p:spPr>
            <a:xfrm>
              <a:off x="6325493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4" name="Weave text 259: 활용을"/>
            <p:cNvSpPr txBox="1"/>
            <p:nvPr/>
          </p:nvSpPr>
          <p:spPr>
            <a:xfrm>
              <a:off x="6368504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5" name="Weave text 259:  "/>
            <p:cNvSpPr txBox="1"/>
            <p:nvPr/>
          </p:nvSpPr>
          <p:spPr>
            <a:xfrm>
              <a:off x="6808143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6" name="Weave text 259: 끄거나"/>
            <p:cNvSpPr txBox="1"/>
            <p:nvPr/>
          </p:nvSpPr>
          <p:spPr>
            <a:xfrm>
              <a:off x="6851303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7" name="Weave text 259:  "/>
            <p:cNvSpPr txBox="1"/>
            <p:nvPr/>
          </p:nvSpPr>
          <p:spPr>
            <a:xfrm>
              <a:off x="7290941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8" name="Weave text 259: 삭제할"/>
            <p:cNvSpPr txBox="1"/>
            <p:nvPr/>
          </p:nvSpPr>
          <p:spPr>
            <a:xfrm>
              <a:off x="7334101" y="5501134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9" name="Weave text 259:  "/>
            <p:cNvSpPr txBox="1"/>
            <p:nvPr/>
          </p:nvSpPr>
          <p:spPr>
            <a:xfrm>
              <a:off x="7773739" y="5501134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0" name="Weave text 259: 수"/>
            <p:cNvSpPr txBox="1"/>
            <p:nvPr/>
          </p:nvSpPr>
          <p:spPr>
            <a:xfrm>
              <a:off x="7816751" y="5501134"/>
              <a:ext cx="18484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1" name="Weave text 259:  "/>
            <p:cNvSpPr txBox="1"/>
            <p:nvPr/>
          </p:nvSpPr>
          <p:spPr>
            <a:xfrm>
              <a:off x="7963346" y="5501134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2" name="Weave text 259: 있습니다"/>
            <p:cNvSpPr txBox="1"/>
            <p:nvPr/>
          </p:nvSpPr>
          <p:spPr>
            <a:xfrm>
              <a:off x="8006507" y="5501134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3" name="Weave text 259: ."/>
            <p:cNvSpPr txBox="1"/>
            <p:nvPr/>
          </p:nvSpPr>
          <p:spPr>
            <a:xfrm>
              <a:off x="8592592" y="5501134"/>
              <a:ext cx="8245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4" name="Line 260: 출처와 원문을 확인한 뒤 선택한 내용만 입력되고, 메시지는 자동으로 전송"/>
          <p:cNvGrpSpPr/>
          <p:nvPr/>
        </p:nvGrpSpPr>
        <p:grpSpPr>
          <a:xfrm>
            <a:off x="1257300" y="5792539"/>
            <a:ext cx="5833318" cy="297180"/>
            <a:chOff x="1257300" y="5792539"/>
            <a:chExt cx="5833318" cy="297180"/>
          </a:xfrm>
        </p:grpSpPr>
        <p:sp>
          <p:nvSpPr>
            <p:cNvPr id="415" name="Weave text 260: 출처와"/>
            <p:cNvSpPr txBox="1"/>
            <p:nvPr/>
          </p:nvSpPr>
          <p:spPr>
            <a:xfrm>
              <a:off x="1257300" y="5792539"/>
              <a:ext cx="47773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6" name="Weave text 260:  "/>
            <p:cNvSpPr txBox="1"/>
            <p:nvPr/>
          </p:nvSpPr>
          <p:spPr>
            <a:xfrm>
              <a:off x="1696789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7" name="Weave text 260: 원문을"/>
            <p:cNvSpPr txBox="1"/>
            <p:nvPr/>
          </p:nvSpPr>
          <p:spPr>
            <a:xfrm>
              <a:off x="1739950" y="5792539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8" name="Weave text 260:  "/>
            <p:cNvSpPr txBox="1"/>
            <p:nvPr/>
          </p:nvSpPr>
          <p:spPr>
            <a:xfrm>
              <a:off x="2179588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9" name="Weave text 260: 확인한"/>
            <p:cNvSpPr txBox="1"/>
            <p:nvPr/>
          </p:nvSpPr>
          <p:spPr>
            <a:xfrm>
              <a:off x="2222748" y="5792539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0" name="Weave text 260:  "/>
            <p:cNvSpPr txBox="1"/>
            <p:nvPr/>
          </p:nvSpPr>
          <p:spPr>
            <a:xfrm>
              <a:off x="2662386" y="5792539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1" name="Weave text 260: 뒤"/>
            <p:cNvSpPr txBox="1"/>
            <p:nvPr/>
          </p:nvSpPr>
          <p:spPr>
            <a:xfrm>
              <a:off x="2705398" y="5792539"/>
              <a:ext cx="18484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2" name="Weave text 260:  "/>
            <p:cNvSpPr txBox="1"/>
            <p:nvPr/>
          </p:nvSpPr>
          <p:spPr>
            <a:xfrm>
              <a:off x="2851993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3" name="Weave text 260: 선택한"/>
            <p:cNvSpPr txBox="1"/>
            <p:nvPr/>
          </p:nvSpPr>
          <p:spPr>
            <a:xfrm>
              <a:off x="2895154" y="5792539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4" name="Weave text 260:  "/>
            <p:cNvSpPr txBox="1"/>
            <p:nvPr/>
          </p:nvSpPr>
          <p:spPr>
            <a:xfrm>
              <a:off x="3334792" y="5792539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5" name="Weave text 260: 내용만"/>
            <p:cNvSpPr txBox="1"/>
            <p:nvPr/>
          </p:nvSpPr>
          <p:spPr>
            <a:xfrm>
              <a:off x="3377803" y="5792539"/>
              <a:ext cx="47788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6" name="Weave text 260:  "/>
            <p:cNvSpPr txBox="1"/>
            <p:nvPr/>
          </p:nvSpPr>
          <p:spPr>
            <a:xfrm>
              <a:off x="3817441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7" name="Weave text 260: 입력되고"/>
            <p:cNvSpPr txBox="1"/>
            <p:nvPr/>
          </p:nvSpPr>
          <p:spPr>
            <a:xfrm>
              <a:off x="3860602" y="5792539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8" name="Weave text 260: , "/>
            <p:cNvSpPr txBox="1"/>
            <p:nvPr/>
          </p:nvSpPr>
          <p:spPr>
            <a:xfrm>
              <a:off x="4446687" y="5792539"/>
              <a:ext cx="12561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9" name="Weave text 260: 메시지는"/>
            <p:cNvSpPr txBox="1"/>
            <p:nvPr/>
          </p:nvSpPr>
          <p:spPr>
            <a:xfrm>
              <a:off x="4534049" y="5792539"/>
              <a:ext cx="62448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0" name="Weave text 260:  "/>
            <p:cNvSpPr txBox="1"/>
            <p:nvPr/>
          </p:nvSpPr>
          <p:spPr>
            <a:xfrm>
              <a:off x="5120283" y="5792539"/>
              <a:ext cx="8126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1" name="Weave text 260: 자동으로"/>
            <p:cNvSpPr txBox="1"/>
            <p:nvPr/>
          </p:nvSpPr>
          <p:spPr>
            <a:xfrm>
              <a:off x="5163294" y="5792539"/>
              <a:ext cx="62448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2" name="Weave text 260:  "/>
            <p:cNvSpPr txBox="1"/>
            <p:nvPr/>
          </p:nvSpPr>
          <p:spPr>
            <a:xfrm>
              <a:off x="5749528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3" name="Weave text 260: 전송되지"/>
            <p:cNvSpPr txBox="1"/>
            <p:nvPr/>
          </p:nvSpPr>
          <p:spPr>
            <a:xfrm>
              <a:off x="5792688" y="5792539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4" name="Weave text 260:  "/>
            <p:cNvSpPr txBox="1"/>
            <p:nvPr/>
          </p:nvSpPr>
          <p:spPr>
            <a:xfrm>
              <a:off x="6378773" y="579253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5" name="Weave text 260: 않습니다"/>
            <p:cNvSpPr txBox="1"/>
            <p:nvPr/>
          </p:nvSpPr>
          <p:spPr>
            <a:xfrm>
              <a:off x="6421934" y="5792539"/>
              <a:ext cx="6243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75" b="0" i="0" spc="-19" kern="0" lang="ko-KR" altLang="en-US" dirty="0">
                <a:solidFill>
                  <a:srgbClr val="B7C3D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6" name="Weave text 260: ."/>
            <p:cNvSpPr txBox="1"/>
            <p:nvPr/>
          </p:nvSpPr>
          <p:spPr>
            <a:xfrm>
              <a:off x="7008019" y="5792539"/>
              <a:ext cx="8260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19" kern="0" lang="ko-KR" altLang="en-US" dirty="0">
                  <a:solidFill>
                    <a:srgbClr val="B7C3D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-19" kern="0" lang="ko-KR" altLang="en-US" dirty="0">
                <a:solidFill>
                  <a:srgbClr val="B7C3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7" name="Line 261: 구현 근거: "/>
          <p:cNvGrpSpPr/>
          <p:nvPr/>
        </p:nvGrpSpPr>
        <p:grpSpPr>
          <a:xfrm>
            <a:off x="609600" y="6229350"/>
            <a:ext cx="469702" cy="190500"/>
            <a:chOff x="609600" y="6229350"/>
            <a:chExt cx="469702" cy="190500"/>
          </a:xfrm>
        </p:grpSpPr>
        <p:sp>
          <p:nvSpPr>
            <p:cNvPr id="438" name="Weave text 261: 구현"/>
            <p:cNvSpPr txBox="1"/>
            <p:nvPr/>
          </p:nvSpPr>
          <p:spPr>
            <a:xfrm>
              <a:off x="609600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구현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9" name="Weave text 261:  "/>
            <p:cNvSpPr txBox="1"/>
            <p:nvPr/>
          </p:nvSpPr>
          <p:spPr>
            <a:xfrm>
              <a:off x="78477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0" name="Weave text 261: 근거"/>
            <p:cNvSpPr txBox="1"/>
            <p:nvPr/>
          </p:nvSpPr>
          <p:spPr>
            <a:xfrm>
              <a:off x="81156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근거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1" name="Weave text 261: : "/>
            <p:cNvSpPr txBox="1"/>
            <p:nvPr/>
          </p:nvSpPr>
          <p:spPr>
            <a:xfrm>
              <a:off x="986879" y="622935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42" name="Line 262: 카카오 대화 내보내기"/>
          <p:cNvGrpSpPr/>
          <p:nvPr/>
        </p:nvGrpSpPr>
        <p:grpSpPr>
          <a:xfrm>
            <a:off x="1041202" y="6229350"/>
            <a:ext cx="880467" cy="190500"/>
            <a:chOff x="1041202" y="6229350"/>
            <a:chExt cx="880467" cy="190500"/>
          </a:xfrm>
        </p:grpSpPr>
        <p:sp>
          <p:nvSpPr>
            <p:cNvPr id="443" name="Weave text 262: 카카오"/>
            <p:cNvSpPr txBox="1"/>
            <p:nvPr/>
          </p:nvSpPr>
          <p:spPr>
            <a:xfrm>
              <a:off x="1041202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4" name="Weave text 262:  "/>
            <p:cNvSpPr txBox="1"/>
            <p:nvPr/>
          </p:nvSpPr>
          <p:spPr>
            <a:xfrm>
              <a:off x="1304032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5" name="Weave text 262: 대화"/>
            <p:cNvSpPr txBox="1"/>
            <p:nvPr/>
          </p:nvSpPr>
          <p:spPr>
            <a:xfrm>
              <a:off x="1330821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6" name="Weave text 262:  "/>
            <p:cNvSpPr txBox="1"/>
            <p:nvPr/>
          </p:nvSpPr>
          <p:spPr>
            <a:xfrm>
              <a:off x="1505992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7" name="Weave text 262: 내보내기"/>
            <p:cNvSpPr txBox="1"/>
            <p:nvPr/>
          </p:nvSpPr>
          <p:spPr>
            <a:xfrm>
              <a:off x="1532781" y="6229350"/>
              <a:ext cx="38888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내보내기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48" name="Line 263:  · "/>
          <p:cNvGrpSpPr/>
          <p:nvPr/>
        </p:nvGrpSpPr>
        <p:grpSpPr>
          <a:xfrm>
            <a:off x="1883569" y="6229350"/>
            <a:ext cx="119211" cy="190500"/>
            <a:chOff x="1883569" y="6229350"/>
            <a:chExt cx="119211" cy="190500"/>
          </a:xfrm>
        </p:grpSpPr>
        <p:sp>
          <p:nvSpPr>
            <p:cNvPr id="449" name="Weave text 263:  · "/>
            <p:cNvSpPr txBox="1"/>
            <p:nvPr/>
          </p:nvSpPr>
          <p:spPr>
            <a:xfrm>
              <a:off x="1883569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0" name="Line 264: Google 알림 활용"/>
          <p:cNvGrpSpPr/>
          <p:nvPr/>
        </p:nvGrpSpPr>
        <p:grpSpPr>
          <a:xfrm>
            <a:off x="1964680" y="6229350"/>
            <a:ext cx="764530" cy="190500"/>
            <a:chOff x="1964680" y="6229350"/>
            <a:chExt cx="764530" cy="190500"/>
          </a:xfrm>
        </p:grpSpPr>
        <p:sp>
          <p:nvSpPr>
            <p:cNvPr id="451" name="Weave text 264: Google "/>
            <p:cNvSpPr txBox="1"/>
            <p:nvPr/>
          </p:nvSpPr>
          <p:spPr>
            <a:xfrm>
              <a:off x="1964680" y="6229350"/>
              <a:ext cx="38725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Google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2" name="Weave text 264: 알림"/>
            <p:cNvSpPr txBox="1"/>
            <p:nvPr/>
          </p:nvSpPr>
          <p:spPr>
            <a:xfrm>
              <a:off x="2313682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3" name="Weave text 264:  "/>
            <p:cNvSpPr txBox="1"/>
            <p:nvPr/>
          </p:nvSpPr>
          <p:spPr>
            <a:xfrm>
              <a:off x="2489002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4" name="Weave text 264: 활용"/>
            <p:cNvSpPr txBox="1"/>
            <p:nvPr/>
          </p:nvSpPr>
          <p:spPr>
            <a:xfrm>
              <a:off x="2515791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5" name="Line 265:  · "/>
          <p:cNvGrpSpPr/>
          <p:nvPr/>
        </p:nvGrpSpPr>
        <p:grpSpPr>
          <a:xfrm>
            <a:off x="2691110" y="6229350"/>
            <a:ext cx="119211" cy="190500"/>
            <a:chOff x="2691110" y="6229350"/>
            <a:chExt cx="119211" cy="190500"/>
          </a:xfrm>
        </p:grpSpPr>
        <p:sp>
          <p:nvSpPr>
            <p:cNvPr id="456" name="Weave text 265:  · "/>
            <p:cNvSpPr txBox="1"/>
            <p:nvPr/>
          </p:nvSpPr>
          <p:spPr>
            <a:xfrm>
              <a:off x="2691110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7" name="Line 266: Android 충전·유휴 작업"/>
          <p:cNvGrpSpPr/>
          <p:nvPr/>
        </p:nvGrpSpPr>
        <p:grpSpPr>
          <a:xfrm>
            <a:off x="2772221" y="6229350"/>
            <a:ext cx="998041" cy="190500"/>
            <a:chOff x="2772221" y="6229350"/>
            <a:chExt cx="998041" cy="190500"/>
          </a:xfrm>
        </p:grpSpPr>
        <p:sp>
          <p:nvSpPr>
            <p:cNvPr id="458" name="Weave text 266: Android "/>
            <p:cNvSpPr txBox="1"/>
            <p:nvPr/>
          </p:nvSpPr>
          <p:spPr>
            <a:xfrm>
              <a:off x="2772221" y="6229350"/>
              <a:ext cx="41805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Android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9" name="Weave text 266: 충전"/>
            <p:cNvSpPr txBox="1"/>
            <p:nvPr/>
          </p:nvSpPr>
          <p:spPr>
            <a:xfrm>
              <a:off x="3152031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0" name="Weave text 266: ·"/>
            <p:cNvSpPr txBox="1"/>
            <p:nvPr/>
          </p:nvSpPr>
          <p:spPr>
            <a:xfrm>
              <a:off x="3327350" y="6229350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1" name="Weave text 266: 유휴"/>
            <p:cNvSpPr txBox="1"/>
            <p:nvPr/>
          </p:nvSpPr>
          <p:spPr>
            <a:xfrm>
              <a:off x="3354735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2" name="Weave text 266:  "/>
            <p:cNvSpPr txBox="1"/>
            <p:nvPr/>
          </p:nvSpPr>
          <p:spPr>
            <a:xfrm>
              <a:off x="3530054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3" name="Weave text 266: 작업"/>
            <p:cNvSpPr txBox="1"/>
            <p:nvPr/>
          </p:nvSpPr>
          <p:spPr>
            <a:xfrm>
              <a:off x="3556843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64" name="Line 267:  / Weave는 제안 설계 기준"/>
          <p:cNvGrpSpPr/>
          <p:nvPr/>
        </p:nvGrpSpPr>
        <p:grpSpPr>
          <a:xfrm>
            <a:off x="3732163" y="6229350"/>
            <a:ext cx="1124694" cy="190500"/>
            <a:chOff x="3732163" y="6229350"/>
            <a:chExt cx="1124694" cy="190500"/>
          </a:xfrm>
        </p:grpSpPr>
        <p:sp>
          <p:nvSpPr>
            <p:cNvPr id="465" name="Weave text 267:  / Weave"/>
            <p:cNvSpPr txBox="1"/>
            <p:nvPr/>
          </p:nvSpPr>
          <p:spPr>
            <a:xfrm>
              <a:off x="3732163" y="6229350"/>
              <a:ext cx="4308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Weave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6" name="Weave text 267: 는"/>
            <p:cNvSpPr txBox="1"/>
            <p:nvPr/>
          </p:nvSpPr>
          <p:spPr>
            <a:xfrm>
              <a:off x="412477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7" name="Weave text 267:  "/>
            <p:cNvSpPr txBox="1"/>
            <p:nvPr/>
          </p:nvSpPr>
          <p:spPr>
            <a:xfrm>
              <a:off x="421243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8" name="Weave text 267: 제안"/>
            <p:cNvSpPr txBox="1"/>
            <p:nvPr/>
          </p:nvSpPr>
          <p:spPr>
            <a:xfrm>
              <a:off x="4239220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9" name="Weave text 267:  "/>
            <p:cNvSpPr txBox="1"/>
            <p:nvPr/>
          </p:nvSpPr>
          <p:spPr>
            <a:xfrm>
              <a:off x="441439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0" name="Weave text 267: 설계"/>
            <p:cNvSpPr txBox="1"/>
            <p:nvPr/>
          </p:nvSpPr>
          <p:spPr>
            <a:xfrm>
              <a:off x="444118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1" name="Weave text 267:  "/>
            <p:cNvSpPr txBox="1"/>
            <p:nvPr/>
          </p:nvSpPr>
          <p:spPr>
            <a:xfrm>
              <a:off x="461650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2" name="Weave text 267: 기준"/>
            <p:cNvSpPr txBox="1"/>
            <p:nvPr/>
          </p:nvSpPr>
          <p:spPr>
            <a:xfrm>
              <a:off x="464328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3" name="Line 268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474" name="Weave text 268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75" name="Line 269: 09 / 11"/>
          <p:cNvGrpSpPr/>
          <p:nvPr/>
        </p:nvGrpSpPr>
        <p:grpSpPr>
          <a:xfrm>
            <a:off x="11171039" y="6486525"/>
            <a:ext cx="449461" cy="190500"/>
            <a:chOff x="11171039" y="6486525"/>
            <a:chExt cx="449461" cy="190500"/>
          </a:xfrm>
        </p:grpSpPr>
        <p:sp>
          <p:nvSpPr>
            <p:cNvPr id="476" name="Weave text 269: 09 / 11"/>
            <p:cNvSpPr txBox="1"/>
            <p:nvPr/>
          </p:nvSpPr>
          <p:spPr>
            <a:xfrm>
              <a:off x="11171039" y="6486525"/>
              <a:ext cx="44946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resenton Native Image 50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1876425"/>
            <a:ext cx="10972800" cy="638175"/>
          </a:xfrm>
          <a:prstGeom prst="rect">
            <a:avLst/>
          </a:prstGeom>
        </p:spPr>
      </p:pic>
      <p:sp>
        <p:nvSpPr>
          <p:cNvPr id="419" name="Shape 419"/>
          <p:cNvSpPr/>
          <p:nvPr/>
        </p:nvSpPr>
        <p:spPr>
          <a:xfrm>
            <a:off x="9410700" y="1876425"/>
            <a:ext cx="2171700" cy="628650"/>
          </a:xfrm>
          <a:prstGeom prst="rect">
            <a:avLst/>
          </a:prstGeom>
          <a:solidFill>
            <a:srgbClr val="554473"/>
          </a:solidFill>
        </p:spPr>
        <p:txBody>
          <a:bodyPr/>
          <a:lstStyle/>
          <a:p/>
        </p:txBody>
      </p:sp>
      <p:pic>
        <p:nvPicPr>
          <p:cNvPr id="205" name="Presenton Native Image 51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09600" y="2514600"/>
            <a:ext cx="10972800" cy="447675"/>
          </a:xfrm>
          <a:prstGeom prst="rect">
            <a:avLst/>
          </a:prstGeom>
        </p:spPr>
      </p:pic>
      <p:sp>
        <p:nvSpPr>
          <p:cNvPr id="426" name="Shape 426"/>
          <p:cNvSpPr/>
          <p:nvPr/>
        </p:nvSpPr>
        <p:spPr>
          <a:xfrm>
            <a:off x="9410700" y="2514600"/>
            <a:ext cx="2190750" cy="438150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06" name="Presenton Native Image 52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609600" y="2962275"/>
            <a:ext cx="10972800" cy="638175"/>
          </a:xfrm>
          <a:prstGeom prst="rect">
            <a:avLst/>
          </a:prstGeom>
        </p:spPr>
      </p:pic>
      <p:sp>
        <p:nvSpPr>
          <p:cNvPr id="431" name="Shape 431"/>
          <p:cNvSpPr/>
          <p:nvPr/>
        </p:nvSpPr>
        <p:spPr>
          <a:xfrm>
            <a:off x="9410700" y="2962275"/>
            <a:ext cx="2190750" cy="628650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07" name="Presenton Native Image 53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609600" y="3600450"/>
            <a:ext cx="10972800" cy="542925"/>
          </a:xfrm>
          <a:prstGeom prst="rect">
            <a:avLst/>
          </a:prstGeom>
        </p:spPr>
      </p:pic>
      <p:sp>
        <p:nvSpPr>
          <p:cNvPr id="436" name="Shape 436"/>
          <p:cNvSpPr/>
          <p:nvPr/>
        </p:nvSpPr>
        <p:spPr>
          <a:xfrm>
            <a:off x="9410700" y="3600450"/>
            <a:ext cx="2190750" cy="533400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08" name="Presenton Native Image 54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609600" y="4143375"/>
            <a:ext cx="10972800" cy="457200"/>
          </a:xfrm>
          <a:prstGeom prst="rect">
            <a:avLst/>
          </a:prstGeom>
        </p:spPr>
      </p:pic>
      <p:sp>
        <p:nvSpPr>
          <p:cNvPr id="441" name="Shape 441"/>
          <p:cNvSpPr/>
          <p:nvPr/>
        </p:nvSpPr>
        <p:spPr>
          <a:xfrm>
            <a:off x="9410700" y="4143375"/>
            <a:ext cx="2190750" cy="447675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09" name="Presenton Native Image 55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609600" y="4600575"/>
            <a:ext cx="10972800" cy="457200"/>
          </a:xfrm>
          <a:prstGeom prst="rect">
            <a:avLst/>
          </a:prstGeom>
        </p:spPr>
      </p:pic>
      <p:sp>
        <p:nvSpPr>
          <p:cNvPr id="446" name="Shape 446"/>
          <p:cNvSpPr/>
          <p:nvPr/>
        </p:nvSpPr>
        <p:spPr>
          <a:xfrm>
            <a:off x="9410700" y="4600575"/>
            <a:ext cx="2190750" cy="447675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10" name="Presenton Native Image 56" descr=""/>
          <p:cNvPicPr/>
          <p:nvPr/>
        </p:nvPicPr>
        <p:blipFill>
          <a:blip r:embed="rId7" cstate="none"/>
          <a:stretch>
            <a:fillRect/>
          </a:stretch>
        </p:blipFill>
        <p:spPr>
          <a:xfrm>
            <a:off x="609600" y="5057775"/>
            <a:ext cx="10972800" cy="514350"/>
          </a:xfrm>
          <a:prstGeom prst="rect">
            <a:avLst/>
          </a:prstGeom>
        </p:spPr>
      </p:pic>
      <p:sp>
        <p:nvSpPr>
          <p:cNvPr id="451" name="Shape 451"/>
          <p:cNvSpPr/>
          <p:nvPr/>
        </p:nvSpPr>
        <p:spPr>
          <a:xfrm>
            <a:off x="9410700" y="5057775"/>
            <a:ext cx="2190750" cy="504825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pic>
        <p:nvPicPr>
          <p:cNvPr id="211" name="Presenton Native Image 57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609600" y="5572125"/>
            <a:ext cx="10972800" cy="457200"/>
          </a:xfrm>
          <a:prstGeom prst="rect">
            <a:avLst/>
          </a:prstGeom>
        </p:spPr>
      </p:pic>
      <p:sp>
        <p:nvSpPr>
          <p:cNvPr id="456" name="Shape 456"/>
          <p:cNvSpPr/>
          <p:nvPr/>
        </p:nvSpPr>
        <p:spPr>
          <a:xfrm>
            <a:off x="9410700" y="5572125"/>
            <a:ext cx="2190750" cy="447675"/>
          </a:xfrm>
          <a:prstGeom prst="rect">
            <a:avLst/>
          </a:prstGeom>
          <a:solidFill>
            <a:srgbClr val="292541"/>
          </a:solidFill>
        </p:spPr>
        <p:txBody>
          <a:bodyPr anchor="ctr" wrap="square" tIns="0" bIns="0" lIns="95250" rIns="95250">
            <a:normAutofit/>
          </a:bodyPr>
          <a:lstStyle/>
          <a:p/>
        </p:txBody>
      </p:sp>
      <p:grpSp>
        <p:nvGrpSpPr>
          <p:cNvPr id="457" name="Line 270: 10 / DIFFERENTIATION"/>
          <p:cNvGrpSpPr/>
          <p:nvPr/>
        </p:nvGrpSpPr>
        <p:grpSpPr>
          <a:xfrm>
            <a:off x="609600" y="371475"/>
            <a:ext cx="1547366" cy="205740"/>
            <a:chOff x="609600" y="371475"/>
            <a:chExt cx="1547366" cy="205740"/>
          </a:xfrm>
        </p:grpSpPr>
        <p:sp>
          <p:nvSpPr>
            <p:cNvPr id="458" name="Weave text 270: 10 / DIFFERENTIATION"/>
            <p:cNvSpPr txBox="1"/>
            <p:nvPr/>
          </p:nvSpPr>
          <p:spPr>
            <a:xfrm>
              <a:off x="609600" y="371475"/>
              <a:ext cx="154736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59" name="Line 271: 흩어진 기록을, 찾고 이어 쓰는 경험."/>
          <p:cNvGrpSpPr/>
          <p:nvPr/>
        </p:nvGrpSpPr>
        <p:grpSpPr>
          <a:xfrm>
            <a:off x="609600" y="704850"/>
            <a:ext cx="5260628" cy="647700"/>
            <a:chOff x="609600" y="704850"/>
            <a:chExt cx="5260628" cy="647700"/>
          </a:xfrm>
        </p:grpSpPr>
        <p:sp>
          <p:nvSpPr>
            <p:cNvPr id="460" name="Weave text 271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1" name="Weave text 271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2" name="Weave text 271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3" name="Weave text 271: , "/>
            <p:cNvSpPr txBox="1"/>
            <p:nvPr/>
          </p:nvSpPr>
          <p:spPr>
            <a:xfrm>
              <a:off x="2675334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4" name="Weave text 271: 찾고"/>
            <p:cNvSpPr txBox="1"/>
            <p:nvPr/>
          </p:nvSpPr>
          <p:spPr>
            <a:xfrm>
              <a:off x="2846933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5" name="Weave text 271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6" name="Weave text 271: 이어"/>
            <p:cNvSpPr txBox="1"/>
            <p:nvPr/>
          </p:nvSpPr>
          <p:spPr>
            <a:xfrm>
              <a:off x="358675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7" name="Weave text 271:  "/>
            <p:cNvSpPr txBox="1"/>
            <p:nvPr/>
          </p:nvSpPr>
          <p:spPr>
            <a:xfrm>
              <a:off x="424978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68" name="Weave text 271: 쓰는"/>
            <p:cNvSpPr txBox="1"/>
            <p:nvPr/>
          </p:nvSpPr>
          <p:spPr>
            <a:xfrm>
              <a:off x="432673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9" name="Weave text 271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70" name="Weave text 271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71" name="Weave text 271: ."/>
            <p:cNvSpPr txBox="1"/>
            <p:nvPr/>
          </p:nvSpPr>
          <p:spPr>
            <a:xfrm>
              <a:off x="5729436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72" name="Line 272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473" name="Weave text 272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4" name="Weave text 272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5" name="Weave text 272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6" name="Weave text 272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7" name="Weave text 272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8" name="Weave text 272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9" name="Weave text 272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0" name="Weave text 272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1" name="Weave text 272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2" name="Weave text 272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3" name="Weave text 272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4" name="Weave text 272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5" name="Weave text 272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6" name="Weave text 272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7" name="Weave text 272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8" name="Weave text 272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9" name="Weave text 272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0" name="Weave text 272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1" name="Weave text 272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2" name="Weave text 272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3" name="Weave text 272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4" name="Weave text 272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5" name="Weave text 272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6" name="Weave text 272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7" name="Line 273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98" name="Weave text 273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9" name="Weave text 273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0" name="Weave text 273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01" name="Line 274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502" name="Weave text 274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03" name="Line 275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4" name="Weave text 275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05" name="Line 276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06" name="Weave text 276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7" name="Line 277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08" name="Weave text 277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09" name="Line 278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10" name="Weave text 278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11" name="Line 279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12" name="Weave text 279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3" name="Line 280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514" name="Weave text 280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5" name="Line 281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516" name="Weave text 281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17" name="Line 282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518" name="Weave text 282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9" name="Line 283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520" name="Weave text 283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21" name="Line 284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522" name="Weave text 284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3" name="Weave text 284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4" name="Weave text 284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25" name="Line 285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526" name="Weave text 285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7" name="Weave text 285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8" name="Weave text 285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9" name="Weave text 285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0" name="Weave text 285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1" name="Weave text 285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2" name="Weave text 285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33" name="Line 286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534" name="Weave text 286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5" name="Weave text 286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6" name="Weave text 286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7" name="Weave text 286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8" name="Weave text 286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9" name="Weave text 286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0" name="Weave text 286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1" name="Line 287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542" name="Weave text 287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3" name="Weave text 287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4" name="Weave text 287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5" name="Weave text 287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6" name="Weave text 287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7" name="Weave text 287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8" name="Weave text 287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49" name="Weave text 287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0" name="Weave text 287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51" name="Line 288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552" name="Weave text 288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3" name="Weave text 288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4" name="Weave text 288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5" name="Weave text 288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56" name="Weave text 288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57" name="Line 289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558" name="Weave text 289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9" name="Weave text 289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0" name="Weave text 289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61" name="Line 290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562" name="Weave text 290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63" name="Weave text 290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4" name="Weave text 290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65" name="Line 291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566" name="Weave text 291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67" name="Weave text 291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8" name="Weave text 291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69" name="Weave text 291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0" name="Weave text 291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1" name="Line 292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572" name="Weave text 292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3" name="Weave text 292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4" name="Weave text 292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5" name="Weave text 292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76" name="Weave text 292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7" name="Line 293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578" name="Weave text 293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9" name="Weave text 293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0" name="Weave text 293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1" name="Weave text 293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2" name="Weave text 293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3" name="Weave text 293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4" name="Weave text 293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85" name="Line 294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586" name="Weave text 294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7" name="Weave text 294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8" name="Weave text 294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89" name="Weave text 294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0" name="Weave text 294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1" name="Weave text 294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2" name="Weave text 294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3" name="Weave text 294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4" name="Weave text 294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95" name="Line 295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596" name="Weave text 295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7" name="Weave text 295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98" name="Weave text 295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9" name="Weave text 295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0" name="Weave text 295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1" name="Line 296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602" name="Weave text 296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3" name="Weave text 296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4" name="Weave text 296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5" name="Weave text 296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6" name="Weave text 296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7" name="Weave text 296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8" name="Weave text 296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9" name="Line 297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610" name="Weave text 297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1" name="Weave text 297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2" name="Weave text 297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3" name="Weave text 297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4" name="Weave text 297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5" name="Weave text 297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6" name="Weave text 297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17" name="Line 298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618" name="Weave text 298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9" name="Weave text 298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0" name="Weave text 298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1" name="Weave text 298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2" name="Weave text 298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23" name="Line 299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624" name="Weave text 299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5" name="Weave text 299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6" name="Weave text 299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27" name="Line 300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628" name="Weave text 300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9" name="Weave text 300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0" name="Weave text 300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1" name="Weave text 300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2" name="Weave text 300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3" name="Line 301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634" name="Weave text 301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5" name="Weave text 301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6" name="Weave text 301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7" name="Weave text 301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8" name="Weave text 301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9" name="Weave text 301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0" name="Weave text 301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41" name="Line 302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642" name="Weave text 302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3" name="Weave text 302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4" name="Weave text 302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5" name="Weave text 302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6" name="Weave text 302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7" name="Weave text 302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8" name="Weave text 302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49" name="Line 303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650" name="Weave text 303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1" name="Weave text 303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2" name="Weave text 303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3" name="Weave text 303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4" name="Weave text 303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5" name="Weave text 303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6" name="Weave text 303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7" name="Weave text 303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8" name="Weave text 303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9" name="Line 304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660" name="Weave text 304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1" name="Weave text 304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2" name="Weave text 304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3" name="Weave text 304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4" name="Weave text 304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5" name="Weave text 304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6" name="Weave text 304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7" name="Weave text 304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8" name="Weave text 304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69" name="Line 305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670" name="Weave text 305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1" name="Weave text 305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2" name="Weave text 305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3" name="Weave text 305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4" name="Weave text 305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5" name="Weave text 305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6" name="Weave text 305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7" name="Line 306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678" name="Weave text 306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79" name="Line 307: ○"/>
          <p:cNvGrpSpPr/>
          <p:nvPr/>
        </p:nvGrpSpPr>
        <p:grpSpPr>
          <a:xfrm>
            <a:off x="6033939" y="4211241"/>
            <a:ext cx="276374" cy="419100"/>
            <a:chOff x="6033939" y="4211241"/>
            <a:chExt cx="276374" cy="419100"/>
          </a:xfrm>
        </p:grpSpPr>
        <p:sp>
          <p:nvSpPr>
            <p:cNvPr id="680" name="Weave text 307: ○"/>
            <p:cNvSpPr txBox="1"/>
            <p:nvPr/>
          </p:nvSpPr>
          <p:spPr>
            <a:xfrm>
              <a:off x="6033939" y="421124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81" name="Line 308: △"/>
          <p:cNvGrpSpPr/>
          <p:nvPr/>
        </p:nvGrpSpPr>
        <p:grpSpPr>
          <a:xfrm>
            <a:off x="7800380" y="4211241"/>
            <a:ext cx="276374" cy="419100"/>
            <a:chOff x="7800380" y="4211241"/>
            <a:chExt cx="276374" cy="419100"/>
          </a:xfrm>
        </p:grpSpPr>
        <p:sp>
          <p:nvSpPr>
            <p:cNvPr id="682" name="Weave text 308: △"/>
            <p:cNvSpPr txBox="1"/>
            <p:nvPr/>
          </p:nvSpPr>
          <p:spPr>
            <a:xfrm>
              <a:off x="7800380" y="421124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83" name="Line 309: 카톡·연동 서비스"/>
          <p:cNvGrpSpPr/>
          <p:nvPr/>
        </p:nvGrpSpPr>
        <p:grpSpPr>
          <a:xfrm>
            <a:off x="8114854" y="4295477"/>
            <a:ext cx="772567" cy="205740"/>
            <a:chOff x="8114854" y="4295477"/>
            <a:chExt cx="772567" cy="205740"/>
          </a:xfrm>
        </p:grpSpPr>
        <p:sp>
          <p:nvSpPr>
            <p:cNvPr id="684" name="Weave text 309: 카톡"/>
            <p:cNvSpPr txBox="1"/>
            <p:nvPr/>
          </p:nvSpPr>
          <p:spPr>
            <a:xfrm>
              <a:off x="811485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5" name="Weave text 309: ·"/>
            <p:cNvSpPr txBox="1"/>
            <p:nvPr/>
          </p:nvSpPr>
          <p:spPr>
            <a:xfrm>
              <a:off x="8307586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6" name="Weave text 309: 연동"/>
            <p:cNvSpPr txBox="1"/>
            <p:nvPr/>
          </p:nvSpPr>
          <p:spPr>
            <a:xfrm>
              <a:off x="8337798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7" name="Weave text 309:  "/>
            <p:cNvSpPr txBox="1"/>
            <p:nvPr/>
          </p:nvSpPr>
          <p:spPr>
            <a:xfrm>
              <a:off x="8530530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8" name="Weave text 309: 서비스"/>
            <p:cNvSpPr txBox="1"/>
            <p:nvPr/>
          </p:nvSpPr>
          <p:spPr>
            <a:xfrm>
              <a:off x="8559998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89" name="Line 310: ○"/>
          <p:cNvGrpSpPr/>
          <p:nvPr/>
        </p:nvGrpSpPr>
        <p:grpSpPr>
          <a:xfrm>
            <a:off x="10377339" y="4211241"/>
            <a:ext cx="276374" cy="419100"/>
            <a:chOff x="10377339" y="4211241"/>
            <a:chExt cx="276374" cy="419100"/>
          </a:xfrm>
        </p:grpSpPr>
        <p:sp>
          <p:nvSpPr>
            <p:cNvPr id="690" name="Weave text 310: ○"/>
            <p:cNvSpPr txBox="1"/>
            <p:nvPr/>
          </p:nvSpPr>
          <p:spPr>
            <a:xfrm>
              <a:off x="10377339" y="421124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91" name="Line 311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692" name="Weave text 311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3" name="Weave text 311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4" name="Weave text 311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5" name="Weave text 311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6" name="Weave text 311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697" name="Line 312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698" name="Weave text 312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99" name="Line 313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700" name="Weave text 313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01" name="Line 314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702" name="Weave text 314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03" name="Line 315: ○"/>
          <p:cNvGrpSpPr/>
          <p:nvPr/>
        </p:nvGrpSpPr>
        <p:grpSpPr>
          <a:xfrm>
            <a:off x="10377339" y="4668441"/>
            <a:ext cx="276374" cy="419100"/>
            <a:chOff x="10377339" y="4668441"/>
            <a:chExt cx="276374" cy="419100"/>
          </a:xfrm>
        </p:grpSpPr>
        <p:sp>
          <p:nvSpPr>
            <p:cNvPr id="704" name="Weave text 315: ○"/>
            <p:cNvSpPr txBox="1"/>
            <p:nvPr/>
          </p:nvSpPr>
          <p:spPr>
            <a:xfrm>
              <a:off x="10377339" y="466844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05" name="Line 316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706" name="Weave text 316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7" name="Weave text 316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8" name="Weave text 316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9" name="Weave text 316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0" name="Weave text 316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1" name="Weave text 316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2" name="Weave text 316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3" name="Weave text 316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4" name="Weave text 316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5" name="Weave text 316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6" name="Weave text 316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17" name="Line 317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718" name="Weave text 317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19" name="Line 318: △"/>
          <p:cNvGrpSpPr/>
          <p:nvPr/>
        </p:nvGrpSpPr>
        <p:grpSpPr>
          <a:xfrm>
            <a:off x="5580459" y="5154216"/>
            <a:ext cx="276374" cy="419100"/>
            <a:chOff x="5580459" y="5154216"/>
            <a:chExt cx="276374" cy="419100"/>
          </a:xfrm>
        </p:grpSpPr>
        <p:sp>
          <p:nvSpPr>
            <p:cNvPr id="720" name="Weave text 318: △"/>
            <p:cNvSpPr txBox="1"/>
            <p:nvPr/>
          </p:nvSpPr>
          <p:spPr>
            <a:xfrm>
              <a:off x="5580459" y="5154216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1" name="Line 319: 정보 조회·자동입력"/>
          <p:cNvGrpSpPr/>
          <p:nvPr/>
        </p:nvGrpSpPr>
        <p:grpSpPr>
          <a:xfrm>
            <a:off x="5894933" y="5238452"/>
            <a:ext cx="869007" cy="205740"/>
            <a:chOff x="5894933" y="5238452"/>
            <a:chExt cx="869007" cy="205740"/>
          </a:xfrm>
        </p:grpSpPr>
        <p:sp>
          <p:nvSpPr>
            <p:cNvPr id="722" name="Weave text 319: 정보"/>
            <p:cNvSpPr txBox="1"/>
            <p:nvPr/>
          </p:nvSpPr>
          <p:spPr>
            <a:xfrm>
              <a:off x="5894933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3" name="Weave text 319:  "/>
            <p:cNvSpPr txBox="1"/>
            <p:nvPr/>
          </p:nvSpPr>
          <p:spPr>
            <a:xfrm>
              <a:off x="608766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4" name="Weave text 319: 조회"/>
            <p:cNvSpPr txBox="1"/>
            <p:nvPr/>
          </p:nvSpPr>
          <p:spPr>
            <a:xfrm>
              <a:off x="611713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5" name="Weave text 319: ·"/>
            <p:cNvSpPr txBox="1"/>
            <p:nvPr/>
          </p:nvSpPr>
          <p:spPr>
            <a:xfrm>
              <a:off x="6309866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6" name="Weave text 319: 자동입력"/>
            <p:cNvSpPr txBox="1"/>
            <p:nvPr/>
          </p:nvSpPr>
          <p:spPr>
            <a:xfrm>
              <a:off x="6340078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7" name="Line 320: △"/>
          <p:cNvGrpSpPr/>
          <p:nvPr/>
        </p:nvGrpSpPr>
        <p:grpSpPr>
          <a:xfrm>
            <a:off x="7848898" y="5154216"/>
            <a:ext cx="276374" cy="419100"/>
            <a:chOff x="7848898" y="5154216"/>
            <a:chExt cx="276374" cy="419100"/>
          </a:xfrm>
        </p:grpSpPr>
        <p:sp>
          <p:nvSpPr>
            <p:cNvPr id="728" name="Weave text 320: △"/>
            <p:cNvSpPr txBox="1"/>
            <p:nvPr/>
          </p:nvSpPr>
          <p:spPr>
            <a:xfrm>
              <a:off x="7848898" y="5154216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9" name="Line 321: 카톡 대화 중심"/>
          <p:cNvGrpSpPr/>
          <p:nvPr/>
        </p:nvGrpSpPr>
        <p:grpSpPr>
          <a:xfrm>
            <a:off x="8163371" y="5238452"/>
            <a:ext cx="675531" cy="205740"/>
            <a:chOff x="8163371" y="5238452"/>
            <a:chExt cx="675531" cy="205740"/>
          </a:xfrm>
        </p:grpSpPr>
        <p:sp>
          <p:nvSpPr>
            <p:cNvPr id="730" name="Weave text 321: 카톡"/>
            <p:cNvSpPr txBox="1"/>
            <p:nvPr/>
          </p:nvSpPr>
          <p:spPr>
            <a:xfrm>
              <a:off x="8163371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1" name="Weave text 321:  "/>
            <p:cNvSpPr txBox="1"/>
            <p:nvPr/>
          </p:nvSpPr>
          <p:spPr>
            <a:xfrm>
              <a:off x="8356104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2" name="Weave text 321: 대화"/>
            <p:cNvSpPr txBox="1"/>
            <p:nvPr/>
          </p:nvSpPr>
          <p:spPr>
            <a:xfrm>
              <a:off x="838557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3" name="Weave text 321:  "/>
            <p:cNvSpPr txBox="1"/>
            <p:nvPr/>
          </p:nvSpPr>
          <p:spPr>
            <a:xfrm>
              <a:off x="8578304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4" name="Weave text 321: 중심"/>
            <p:cNvSpPr txBox="1"/>
            <p:nvPr/>
          </p:nvSpPr>
          <p:spPr>
            <a:xfrm>
              <a:off x="8607772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5" name="Line 322: ○"/>
          <p:cNvGrpSpPr/>
          <p:nvPr/>
        </p:nvGrpSpPr>
        <p:grpSpPr>
          <a:xfrm>
            <a:off x="10377339" y="5154216"/>
            <a:ext cx="276374" cy="419100"/>
            <a:chOff x="10377339" y="5154216"/>
            <a:chExt cx="276374" cy="419100"/>
          </a:xfrm>
        </p:grpSpPr>
        <p:sp>
          <p:nvSpPr>
            <p:cNvPr id="736" name="Weave text 322: ○"/>
            <p:cNvSpPr txBox="1"/>
            <p:nvPr/>
          </p:nvSpPr>
          <p:spPr>
            <a:xfrm>
              <a:off x="10377339" y="5154216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37" name="Line 323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738" name="Weave text 323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9" name="Weave text 323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0" name="Weave text 323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1" name="Weave text 323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2" name="Weave text 323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3" name="Weave text 323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4" name="Weave text 323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45" name="Line 324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746" name="Weave text 324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47" name="Line 325: ○"/>
          <p:cNvGrpSpPr/>
          <p:nvPr/>
        </p:nvGrpSpPr>
        <p:grpSpPr>
          <a:xfrm>
            <a:off x="6033939" y="5639991"/>
            <a:ext cx="276374" cy="419100"/>
            <a:chOff x="6033939" y="5639991"/>
            <a:chExt cx="276374" cy="419100"/>
          </a:xfrm>
        </p:grpSpPr>
        <p:sp>
          <p:nvSpPr>
            <p:cNvPr id="748" name="Weave text 325: ○"/>
            <p:cNvSpPr txBox="1"/>
            <p:nvPr/>
          </p:nvSpPr>
          <p:spPr>
            <a:xfrm>
              <a:off x="6033939" y="563999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49" name="Line 326: ○"/>
          <p:cNvGrpSpPr/>
          <p:nvPr/>
        </p:nvGrpSpPr>
        <p:grpSpPr>
          <a:xfrm>
            <a:off x="8205639" y="5639991"/>
            <a:ext cx="276374" cy="419100"/>
            <a:chOff x="8205639" y="5639991"/>
            <a:chExt cx="276374" cy="419100"/>
          </a:xfrm>
        </p:grpSpPr>
        <p:sp>
          <p:nvSpPr>
            <p:cNvPr id="750" name="Weave text 326: ○"/>
            <p:cNvSpPr txBox="1"/>
            <p:nvPr/>
          </p:nvSpPr>
          <p:spPr>
            <a:xfrm>
              <a:off x="8205639" y="563999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1" name="Line 327: ○"/>
          <p:cNvGrpSpPr/>
          <p:nvPr/>
        </p:nvGrpSpPr>
        <p:grpSpPr>
          <a:xfrm>
            <a:off x="10377339" y="5639991"/>
            <a:ext cx="276374" cy="419100"/>
            <a:chOff x="10377339" y="5639991"/>
            <a:chExt cx="276374" cy="419100"/>
          </a:xfrm>
        </p:grpSpPr>
        <p:sp>
          <p:nvSpPr>
            <p:cNvPr id="752" name="Weave text 327: ○"/>
            <p:cNvSpPr txBox="1"/>
            <p:nvPr/>
          </p:nvSpPr>
          <p:spPr>
            <a:xfrm>
              <a:off x="10377339" y="5639991"/>
              <a:ext cx="27637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3" name="Line 328: ○ 해당 경험 지원 · △ 범위·흐름에 차이 · × 해당 UX 미안내(공"/>
          <p:cNvGrpSpPr/>
          <p:nvPr/>
        </p:nvGrpSpPr>
        <p:grpSpPr>
          <a:xfrm>
            <a:off x="609600" y="6096000"/>
            <a:ext cx="4137124" cy="190500"/>
            <a:chOff x="609600" y="6096000"/>
            <a:chExt cx="4137124" cy="190500"/>
          </a:xfrm>
        </p:grpSpPr>
        <p:sp>
          <p:nvSpPr>
            <p:cNvPr id="754" name="Weave text 328: ○ "/>
            <p:cNvSpPr txBox="1"/>
            <p:nvPr/>
          </p:nvSpPr>
          <p:spPr>
            <a:xfrm>
              <a:off x="609600" y="6096000"/>
              <a:ext cx="16013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5" name="Weave text 328: 해당"/>
            <p:cNvSpPr txBox="1"/>
            <p:nvPr/>
          </p:nvSpPr>
          <p:spPr>
            <a:xfrm>
              <a:off x="731490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6" name="Weave text 328:  "/>
            <p:cNvSpPr txBox="1"/>
            <p:nvPr/>
          </p:nvSpPr>
          <p:spPr>
            <a:xfrm>
              <a:off x="906810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7" name="Weave text 328: 경험"/>
            <p:cNvSpPr txBox="1"/>
            <p:nvPr/>
          </p:nvSpPr>
          <p:spPr>
            <a:xfrm>
              <a:off x="933599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8" name="Weave text 328:  "/>
            <p:cNvSpPr txBox="1"/>
            <p:nvPr/>
          </p:nvSpPr>
          <p:spPr>
            <a:xfrm>
              <a:off x="110891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9" name="Weave text 328: 지원"/>
            <p:cNvSpPr txBox="1"/>
            <p:nvPr/>
          </p:nvSpPr>
          <p:spPr>
            <a:xfrm>
              <a:off x="1135707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0" name="Weave text 328:  · △ "/>
            <p:cNvSpPr txBox="1"/>
            <p:nvPr/>
          </p:nvSpPr>
          <p:spPr>
            <a:xfrm>
              <a:off x="1310878" y="6096000"/>
              <a:ext cx="24139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1" name="Weave text 328: 범위"/>
            <p:cNvSpPr txBox="1"/>
            <p:nvPr/>
          </p:nvSpPr>
          <p:spPr>
            <a:xfrm>
              <a:off x="1514029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2" name="Weave text 328: ·"/>
            <p:cNvSpPr txBox="1"/>
            <p:nvPr/>
          </p:nvSpPr>
          <p:spPr>
            <a:xfrm>
              <a:off x="1689199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3" name="Weave text 328: 흐름에"/>
            <p:cNvSpPr txBox="1"/>
            <p:nvPr/>
          </p:nvSpPr>
          <p:spPr>
            <a:xfrm>
              <a:off x="1716732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4" name="Weave text 328:  "/>
            <p:cNvSpPr txBox="1"/>
            <p:nvPr/>
          </p:nvSpPr>
          <p:spPr>
            <a:xfrm>
              <a:off x="197956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5" name="Weave text 328: 차이"/>
            <p:cNvSpPr txBox="1"/>
            <p:nvPr/>
          </p:nvSpPr>
          <p:spPr>
            <a:xfrm>
              <a:off x="200635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6" name="Weave text 328:  · × "/>
            <p:cNvSpPr txBox="1"/>
            <p:nvPr/>
          </p:nvSpPr>
          <p:spPr>
            <a:xfrm>
              <a:off x="2181671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7" name="Weave text 328: 해당"/>
            <p:cNvSpPr txBox="1"/>
            <p:nvPr/>
          </p:nvSpPr>
          <p:spPr>
            <a:xfrm>
              <a:off x="235237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8" name="Weave text 328:  UX "/>
            <p:cNvSpPr txBox="1"/>
            <p:nvPr/>
          </p:nvSpPr>
          <p:spPr>
            <a:xfrm>
              <a:off x="2527697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9" name="Weave text 328: 미안내"/>
            <p:cNvSpPr txBox="1"/>
            <p:nvPr/>
          </p:nvSpPr>
          <p:spPr>
            <a:xfrm>
              <a:off x="2717155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0" name="Weave text 328: ("/>
            <p:cNvSpPr txBox="1"/>
            <p:nvPr/>
          </p:nvSpPr>
          <p:spPr>
            <a:xfrm>
              <a:off x="2979986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1" name="Weave text 328: 공개"/>
            <p:cNvSpPr txBox="1"/>
            <p:nvPr/>
          </p:nvSpPr>
          <p:spPr>
            <a:xfrm>
              <a:off x="3014811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2" name="Weave text 328:  "/>
            <p:cNvSpPr txBox="1"/>
            <p:nvPr/>
          </p:nvSpPr>
          <p:spPr>
            <a:xfrm>
              <a:off x="3189982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3" name="Weave text 328: 자료"/>
            <p:cNvSpPr txBox="1"/>
            <p:nvPr/>
          </p:nvSpPr>
          <p:spPr>
            <a:xfrm>
              <a:off x="3216771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4" name="Weave text 328:  "/>
            <p:cNvSpPr txBox="1"/>
            <p:nvPr/>
          </p:nvSpPr>
          <p:spPr>
            <a:xfrm>
              <a:off x="3392091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5" name="Weave text 328: 기준"/>
            <p:cNvSpPr txBox="1"/>
            <p:nvPr/>
          </p:nvSpPr>
          <p:spPr>
            <a:xfrm>
              <a:off x="3418880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6" name="Weave text 328: ) · Weave"/>
            <p:cNvSpPr txBox="1"/>
            <p:nvPr/>
          </p:nvSpPr>
          <p:spPr>
            <a:xfrm>
              <a:off x="3594199" y="6096000"/>
              <a:ext cx="45868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7" name="Weave text 328: 는"/>
            <p:cNvSpPr txBox="1"/>
            <p:nvPr/>
          </p:nvSpPr>
          <p:spPr>
            <a:xfrm>
              <a:off x="4014639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8" name="Weave text 328:  "/>
            <p:cNvSpPr txBox="1"/>
            <p:nvPr/>
          </p:nvSpPr>
          <p:spPr>
            <a:xfrm>
              <a:off x="410229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9" name="Weave text 328: 제안"/>
            <p:cNvSpPr txBox="1"/>
            <p:nvPr/>
          </p:nvSpPr>
          <p:spPr>
            <a:xfrm>
              <a:off x="412908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0" name="Weave text 328:  "/>
            <p:cNvSpPr txBox="1"/>
            <p:nvPr/>
          </p:nvSpPr>
          <p:spPr>
            <a:xfrm>
              <a:off x="430440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1" name="Weave text 328: 설계"/>
            <p:cNvSpPr txBox="1"/>
            <p:nvPr/>
          </p:nvSpPr>
          <p:spPr>
            <a:xfrm>
              <a:off x="433119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2" name="Weave text 328:  "/>
            <p:cNvSpPr txBox="1"/>
            <p:nvPr/>
          </p:nvSpPr>
          <p:spPr>
            <a:xfrm>
              <a:off x="450636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3" name="Weave text 328: 기준"/>
            <p:cNvSpPr txBox="1"/>
            <p:nvPr/>
          </p:nvSpPr>
          <p:spPr>
            <a:xfrm>
              <a:off x="4533156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4" name="Line 329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785" name="Weave text 329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6" name="Weave text 329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7" name="Weave text 329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8" name="Weave text 329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9" name="Weave text 329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0" name="Weave text 329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1" name="Weave text 329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2" name="Weave text 329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3" name="Weave text 329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4" name="Weave text 329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5" name="Weave text 329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96" name="Line 330: 삼성"/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797" name="Weave text 330: 삼성"/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8" name="Line 331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799" name="Weave text 331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00" name="Line 332: 카카오"/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801" name="Weave text 332: 카카오"/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2" name="Line 333:  공식 안내 기준 / △는 해당 기술이 불가능하다는 의미가 아닙니다."/>
          <p:cNvGrpSpPr/>
          <p:nvPr/>
        </p:nvGrpSpPr>
        <p:grpSpPr>
          <a:xfrm>
            <a:off x="2791420" y="6262688"/>
            <a:ext cx="2653754" cy="190500"/>
            <a:chOff x="2791420" y="6262688"/>
            <a:chExt cx="2653754" cy="190500"/>
          </a:xfrm>
        </p:grpSpPr>
        <p:sp>
          <p:nvSpPr>
            <p:cNvPr id="803" name="Weave text 333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4" name="Weave text 333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5" name="Weave text 333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6" name="Weave text 333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7" name="Weave text 333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8" name="Weave text 333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9" name="Weave text 333:  / △"/>
            <p:cNvSpPr txBox="1"/>
            <p:nvPr/>
          </p:nvSpPr>
          <p:spPr>
            <a:xfrm>
              <a:off x="3397448" y="6262688"/>
              <a:ext cx="22145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0" name="Weave text 333: 는"/>
            <p:cNvSpPr txBox="1"/>
            <p:nvPr/>
          </p:nvSpPr>
          <p:spPr>
            <a:xfrm>
              <a:off x="3580656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1" name="Weave text 333:  "/>
            <p:cNvSpPr txBox="1"/>
            <p:nvPr/>
          </p:nvSpPr>
          <p:spPr>
            <a:xfrm>
              <a:off x="366831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2" name="Weave text 333: 해당"/>
            <p:cNvSpPr txBox="1"/>
            <p:nvPr/>
          </p:nvSpPr>
          <p:spPr>
            <a:xfrm>
              <a:off x="3695105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3" name="Weave text 333:  "/>
            <p:cNvSpPr txBox="1"/>
            <p:nvPr/>
          </p:nvSpPr>
          <p:spPr>
            <a:xfrm>
              <a:off x="3870275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4" name="Weave text 333: 기술이"/>
            <p:cNvSpPr txBox="1"/>
            <p:nvPr/>
          </p:nvSpPr>
          <p:spPr>
            <a:xfrm>
              <a:off x="3897064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5" name="Weave text 333:  "/>
            <p:cNvSpPr txBox="1"/>
            <p:nvPr/>
          </p:nvSpPr>
          <p:spPr>
            <a:xfrm>
              <a:off x="416004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6" name="Weave text 333: 불가능하다는"/>
            <p:cNvSpPr txBox="1"/>
            <p:nvPr/>
          </p:nvSpPr>
          <p:spPr>
            <a:xfrm>
              <a:off x="4186833" y="6262688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7" name="Weave text 333:  "/>
            <p:cNvSpPr txBox="1"/>
            <p:nvPr/>
          </p:nvSpPr>
          <p:spPr>
            <a:xfrm>
              <a:off x="4712643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8" name="Weave text 333: 의미가"/>
            <p:cNvSpPr txBox="1"/>
            <p:nvPr/>
          </p:nvSpPr>
          <p:spPr>
            <a:xfrm>
              <a:off x="4739432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9" name="Weave text 333:  "/>
            <p:cNvSpPr txBox="1"/>
            <p:nvPr/>
          </p:nvSpPr>
          <p:spPr>
            <a:xfrm>
              <a:off x="5002262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0" name="Weave text 333: 아닙니다"/>
            <p:cNvSpPr txBox="1"/>
            <p:nvPr/>
          </p:nvSpPr>
          <p:spPr>
            <a:xfrm>
              <a:off x="5029051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1" name="Weave text 333: ."/>
            <p:cNvSpPr txBox="1"/>
            <p:nvPr/>
          </p:nvSpPr>
          <p:spPr>
            <a:xfrm>
              <a:off x="5379541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22" name="Line 334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823" name="Weave text 334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24" name="Line 335: 10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825" name="Weave text 335: 10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resenton Native SVG Image 58" descr=""/>
          <p:cNvPicPr/>
          <p:nvPr/>
        </p:nvPicPr>
        <p:blipFill>
          <a:blip r:embed="rIdWeaveFallback0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3" name="Presenton Native Image 59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848350" y="1009650"/>
            <a:ext cx="5734050" cy="1743968"/>
          </a:xfrm>
          <a:prstGeom prst="rect">
            <a:avLst/>
          </a:prstGeom>
        </p:spPr>
      </p:pic>
      <p:pic>
        <p:nvPicPr>
          <p:cNvPr id="214" name="Presenton Native Image 60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848350" y="2753618"/>
            <a:ext cx="5734050" cy="1743968"/>
          </a:xfrm>
          <a:prstGeom prst="rect">
            <a:avLst/>
          </a:prstGeom>
        </p:spPr>
      </p:pic>
      <p:pic>
        <p:nvPicPr>
          <p:cNvPr id="215" name="Presenton Native Image 61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848350" y="4497586"/>
            <a:ext cx="5734050" cy="1743968"/>
          </a:xfrm>
          <a:prstGeom prst="rect">
            <a:avLst/>
          </a:prstGeom>
        </p:spPr>
      </p:pic>
      <p:grpSp>
        <p:nvGrpSpPr>
          <p:cNvPr id="216" name="Line 336: 11 / THE IMPACT"/>
          <p:cNvGrpSpPr/>
          <p:nvPr/>
        </p:nvGrpSpPr>
        <p:grpSpPr>
          <a:xfrm>
            <a:off x="609600" y="371475"/>
            <a:ext cx="1142554" cy="205740"/>
            <a:chOff x="609600" y="371475"/>
            <a:chExt cx="1142554" cy="205740"/>
          </a:xfrm>
        </p:grpSpPr>
        <p:sp>
          <p:nvSpPr>
            <p:cNvPr id="217" name="Weave text 336: 11 / THE IMPACT"/>
            <p:cNvSpPr txBox="1"/>
            <p:nvPr/>
          </p:nvSpPr>
          <p:spPr>
            <a:xfrm>
              <a:off x="609600" y="371475"/>
              <a:ext cx="114255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18" name="Line 337: 흩어진 기억과"/>
          <p:cNvGrpSpPr/>
          <p:nvPr/>
        </p:nvGrpSpPr>
        <p:grpSpPr>
          <a:xfrm>
            <a:off x="609600" y="904875"/>
            <a:ext cx="2244477" cy="693420"/>
            <a:chOff x="609600" y="904875"/>
            <a:chExt cx="2244477" cy="693420"/>
          </a:xfrm>
        </p:grpSpPr>
        <p:sp>
          <p:nvSpPr>
            <p:cNvPr id="219" name="Weave text 337: 흩어진"/>
            <p:cNvSpPr txBox="1"/>
            <p:nvPr/>
          </p:nvSpPr>
          <p:spPr>
            <a:xfrm>
              <a:off x="609600" y="904875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0" name="Weave text 337:  "/>
            <p:cNvSpPr txBox="1"/>
            <p:nvPr/>
          </p:nvSpPr>
          <p:spPr>
            <a:xfrm>
              <a:off x="1672382" y="904875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1" name="Weave text 337: 기억과"/>
            <p:cNvSpPr txBox="1"/>
            <p:nvPr/>
          </p:nvSpPr>
          <p:spPr>
            <a:xfrm>
              <a:off x="1753046" y="904875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22" name="Line 338: 우리의 대화,"/>
          <p:cNvGrpSpPr/>
          <p:nvPr/>
        </p:nvGrpSpPr>
        <p:grpSpPr>
          <a:xfrm>
            <a:off x="609600" y="1490514"/>
            <a:ext cx="1998315" cy="693420"/>
            <a:chOff x="609600" y="1490514"/>
            <a:chExt cx="1998315" cy="693420"/>
          </a:xfrm>
        </p:grpSpPr>
        <p:sp>
          <p:nvSpPr>
            <p:cNvPr id="223" name="Weave text 338: 우리의"/>
            <p:cNvSpPr txBox="1"/>
            <p:nvPr/>
          </p:nvSpPr>
          <p:spPr>
            <a:xfrm>
              <a:off x="609600" y="1490514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338:  "/>
            <p:cNvSpPr txBox="1"/>
            <p:nvPr/>
          </p:nvSpPr>
          <p:spPr>
            <a:xfrm>
              <a:off x="1672382" y="1490514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338: 대화"/>
            <p:cNvSpPr txBox="1"/>
            <p:nvPr/>
          </p:nvSpPr>
          <p:spPr>
            <a:xfrm>
              <a:off x="1753046" y="1490514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338: ,"/>
            <p:cNvSpPr txBox="1"/>
            <p:nvPr/>
          </p:nvSpPr>
          <p:spPr>
            <a:xfrm>
              <a:off x="2461617" y="1490514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27" name="Line 339: Weave가 잇습니다."/>
          <p:cNvGrpSpPr/>
          <p:nvPr/>
        </p:nvGrpSpPr>
        <p:grpSpPr>
          <a:xfrm>
            <a:off x="609600" y="2076152"/>
            <a:ext cx="3232547" cy="693420"/>
            <a:chOff x="609600" y="2076152"/>
            <a:chExt cx="3232547" cy="693420"/>
          </a:xfrm>
        </p:grpSpPr>
        <p:sp>
          <p:nvSpPr>
            <p:cNvPr id="228" name="Weave text 339: Weave"/>
            <p:cNvSpPr txBox="1"/>
            <p:nvPr/>
          </p:nvSpPr>
          <p:spPr>
            <a:xfrm>
              <a:off x="609600" y="2076152"/>
              <a:ext cx="1272480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339: 가"/>
            <p:cNvSpPr txBox="1"/>
            <p:nvPr/>
          </p:nvSpPr>
          <p:spPr>
            <a:xfrm>
              <a:off x="1843832" y="2076152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339:  "/>
            <p:cNvSpPr txBox="1"/>
            <p:nvPr/>
          </p:nvSpPr>
          <p:spPr>
            <a:xfrm>
              <a:off x="2198043" y="2076152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339: 잇습니다"/>
            <p:cNvSpPr txBox="1"/>
            <p:nvPr/>
          </p:nvSpPr>
          <p:spPr>
            <a:xfrm>
              <a:off x="2278707" y="2076152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339: ."/>
            <p:cNvSpPr txBox="1"/>
            <p:nvPr/>
          </p:nvSpPr>
          <p:spPr>
            <a:xfrm>
              <a:off x="3695849" y="2076152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3" name="Line 340: 기록이 남는 곳과"/>
          <p:cNvGrpSpPr/>
          <p:nvPr/>
        </p:nvGrpSpPr>
        <p:grpSpPr>
          <a:xfrm>
            <a:off x="609600" y="3286125"/>
            <a:ext cx="1172021" cy="297180"/>
            <a:chOff x="609600" y="3286125"/>
            <a:chExt cx="1172021" cy="297180"/>
          </a:xfrm>
        </p:grpSpPr>
        <p:sp>
          <p:nvSpPr>
            <p:cNvPr id="234" name="Weave text 340: 기록이"/>
            <p:cNvSpPr txBox="1"/>
            <p:nvPr/>
          </p:nvSpPr>
          <p:spPr>
            <a:xfrm>
              <a:off x="609600" y="32861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340:  "/>
            <p:cNvSpPr txBox="1"/>
            <p:nvPr/>
          </p:nvSpPr>
          <p:spPr>
            <a:xfrm>
              <a:off x="1056382" y="32861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340: 남는"/>
            <p:cNvSpPr txBox="1"/>
            <p:nvPr/>
          </p:nvSpPr>
          <p:spPr>
            <a:xfrm>
              <a:off x="1101923" y="32861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남는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340:  "/>
            <p:cNvSpPr txBox="1"/>
            <p:nvPr/>
          </p:nvSpPr>
          <p:spPr>
            <a:xfrm>
              <a:off x="1399877" y="32861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340: 곳과"/>
            <p:cNvSpPr txBox="1"/>
            <p:nvPr/>
          </p:nvSpPr>
          <p:spPr>
            <a:xfrm>
              <a:off x="1445419" y="32861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곳과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341: 다시 꺼내 쓰는 곳을 연결하는"/>
          <p:cNvGrpSpPr/>
          <p:nvPr/>
        </p:nvGrpSpPr>
        <p:grpSpPr>
          <a:xfrm>
            <a:off x="609600" y="3593753"/>
            <a:ext cx="2007989" cy="297180"/>
            <a:chOff x="609600" y="3593753"/>
            <a:chExt cx="2007989" cy="297180"/>
          </a:xfrm>
        </p:grpSpPr>
        <p:sp>
          <p:nvSpPr>
            <p:cNvPr id="240" name="Weave text 341: 다시"/>
            <p:cNvSpPr txBox="1"/>
            <p:nvPr/>
          </p:nvSpPr>
          <p:spPr>
            <a:xfrm>
              <a:off x="609600" y="359375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341:  "/>
            <p:cNvSpPr txBox="1"/>
            <p:nvPr/>
          </p:nvSpPr>
          <p:spPr>
            <a:xfrm>
              <a:off x="907405" y="359375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2" name="Weave text 341: 꺼내"/>
            <p:cNvSpPr txBox="1"/>
            <p:nvPr/>
          </p:nvSpPr>
          <p:spPr>
            <a:xfrm>
              <a:off x="952946" y="359375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꺼내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3" name="Weave text 341:  "/>
            <p:cNvSpPr txBox="1"/>
            <p:nvPr/>
          </p:nvSpPr>
          <p:spPr>
            <a:xfrm>
              <a:off x="1250900" y="359375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4" name="Weave text 341: 쓰는"/>
            <p:cNvSpPr txBox="1"/>
            <p:nvPr/>
          </p:nvSpPr>
          <p:spPr>
            <a:xfrm>
              <a:off x="1296442" y="359375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쓰는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5" name="Weave text 341:  "/>
            <p:cNvSpPr txBox="1"/>
            <p:nvPr/>
          </p:nvSpPr>
          <p:spPr>
            <a:xfrm>
              <a:off x="1594396" y="359375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6" name="Weave text 341: 곳을"/>
            <p:cNvSpPr txBox="1"/>
            <p:nvPr/>
          </p:nvSpPr>
          <p:spPr>
            <a:xfrm>
              <a:off x="1639937" y="359375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곳을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7" name="Weave text 341:  "/>
            <p:cNvSpPr txBox="1"/>
            <p:nvPr/>
          </p:nvSpPr>
          <p:spPr>
            <a:xfrm>
              <a:off x="1937891" y="359375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341: 연결하는"/>
            <p:cNvSpPr txBox="1"/>
            <p:nvPr/>
          </p:nvSpPr>
          <p:spPr>
            <a:xfrm>
              <a:off x="1983432" y="359375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연결하는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49" name="Line 342: 갤럭시의 새로운 사용 경험."/>
          <p:cNvGrpSpPr/>
          <p:nvPr/>
        </p:nvGrpSpPr>
        <p:grpSpPr>
          <a:xfrm>
            <a:off x="609600" y="3901380"/>
            <a:ext cx="1860054" cy="297180"/>
            <a:chOff x="609600" y="3901380"/>
            <a:chExt cx="1860054" cy="297180"/>
          </a:xfrm>
        </p:grpSpPr>
        <p:sp>
          <p:nvSpPr>
            <p:cNvPr id="250" name="Weave text 342: 갤럭시의"/>
            <p:cNvSpPr txBox="1"/>
            <p:nvPr/>
          </p:nvSpPr>
          <p:spPr>
            <a:xfrm>
              <a:off x="609600" y="390138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342:  "/>
            <p:cNvSpPr txBox="1"/>
            <p:nvPr/>
          </p:nvSpPr>
          <p:spPr>
            <a:xfrm>
              <a:off x="1205359" y="390138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342: 새로운"/>
            <p:cNvSpPr txBox="1"/>
            <p:nvPr/>
          </p:nvSpPr>
          <p:spPr>
            <a:xfrm>
              <a:off x="1250900" y="390138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342:  "/>
            <p:cNvSpPr txBox="1"/>
            <p:nvPr/>
          </p:nvSpPr>
          <p:spPr>
            <a:xfrm>
              <a:off x="1697831" y="390138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342: 사용"/>
            <p:cNvSpPr txBox="1"/>
            <p:nvPr/>
          </p:nvSpPr>
          <p:spPr>
            <a:xfrm>
              <a:off x="1743373" y="390138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342:  "/>
            <p:cNvSpPr txBox="1"/>
            <p:nvPr/>
          </p:nvSpPr>
          <p:spPr>
            <a:xfrm>
              <a:off x="2041327" y="390138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342: 경험"/>
            <p:cNvSpPr txBox="1"/>
            <p:nvPr/>
          </p:nvSpPr>
          <p:spPr>
            <a:xfrm>
              <a:off x="2086868" y="390138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275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342: ."/>
            <p:cNvSpPr txBox="1"/>
            <p:nvPr/>
          </p:nvSpPr>
          <p:spPr>
            <a:xfrm>
              <a:off x="2384822" y="390138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8" name="Line 343: 창의·혁신성"/>
          <p:cNvGrpSpPr/>
          <p:nvPr/>
        </p:nvGrpSpPr>
        <p:grpSpPr>
          <a:xfrm>
            <a:off x="5848350" y="1238250"/>
            <a:ext cx="598587" cy="220980"/>
            <a:chOff x="5848350" y="1238250"/>
            <a:chExt cx="598587" cy="220980"/>
          </a:xfrm>
        </p:grpSpPr>
        <p:sp>
          <p:nvSpPr>
            <p:cNvPr id="259" name="Weave text 343: 창의"/>
            <p:cNvSpPr txBox="1"/>
            <p:nvPr/>
          </p:nvSpPr>
          <p:spPr>
            <a:xfrm>
              <a:off x="5848350" y="12382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창의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60" name="Weave text 343: ·"/>
            <p:cNvSpPr txBox="1"/>
            <p:nvPr/>
          </p:nvSpPr>
          <p:spPr>
            <a:xfrm>
              <a:off x="6058644" y="1238250"/>
              <a:ext cx="729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61" name="Weave text 343: 혁신성"/>
            <p:cNvSpPr txBox="1"/>
            <p:nvPr/>
          </p:nvSpPr>
          <p:spPr>
            <a:xfrm>
              <a:off x="6093321" y="12382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혁신성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62" name="Line 344: 기록 속 단서를 이어, 기억을 실제 입력으로."/>
          <p:cNvGrpSpPr/>
          <p:nvPr/>
        </p:nvGrpSpPr>
        <p:grpSpPr>
          <a:xfrm>
            <a:off x="5848350" y="1524000"/>
            <a:ext cx="3739307" cy="388620"/>
            <a:chOff x="5848350" y="1524000"/>
            <a:chExt cx="3739307" cy="388620"/>
          </a:xfrm>
        </p:grpSpPr>
        <p:sp>
          <p:nvSpPr>
            <p:cNvPr id="263" name="Weave text 344: 기록"/>
            <p:cNvSpPr txBox="1"/>
            <p:nvPr/>
          </p:nvSpPr>
          <p:spPr>
            <a:xfrm>
              <a:off x="5848350" y="1524000"/>
              <a:ext cx="425946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4" name="Weave text 344:  "/>
            <p:cNvSpPr txBox="1"/>
            <p:nvPr/>
          </p:nvSpPr>
          <p:spPr>
            <a:xfrm>
              <a:off x="6236047" y="1524000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5" name="Weave text 344: 속"/>
            <p:cNvSpPr txBox="1"/>
            <p:nvPr/>
          </p:nvSpPr>
          <p:spPr>
            <a:xfrm>
              <a:off x="6283523" y="1524000"/>
              <a:ext cx="232172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속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6" name="Weave text 344:  "/>
            <p:cNvSpPr txBox="1"/>
            <p:nvPr/>
          </p:nvSpPr>
          <p:spPr>
            <a:xfrm>
              <a:off x="6477446" y="1524000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7" name="Weave text 344: 단서를"/>
            <p:cNvSpPr txBox="1"/>
            <p:nvPr/>
          </p:nvSpPr>
          <p:spPr>
            <a:xfrm>
              <a:off x="6524923" y="1524000"/>
              <a:ext cx="620018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8" name="Weave text 344:  "/>
            <p:cNvSpPr txBox="1"/>
            <p:nvPr/>
          </p:nvSpPr>
          <p:spPr>
            <a:xfrm>
              <a:off x="7106692" y="1524000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9" name="Weave text 344: 이어"/>
            <p:cNvSpPr txBox="1"/>
            <p:nvPr/>
          </p:nvSpPr>
          <p:spPr>
            <a:xfrm>
              <a:off x="7154168" y="1524000"/>
              <a:ext cx="425946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0" name="Weave text 344: , "/>
            <p:cNvSpPr txBox="1"/>
            <p:nvPr/>
          </p:nvSpPr>
          <p:spPr>
            <a:xfrm>
              <a:off x="7541865" y="1524000"/>
              <a:ext cx="143470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1" name="Weave text 344: 기억을"/>
            <p:cNvSpPr txBox="1"/>
            <p:nvPr/>
          </p:nvSpPr>
          <p:spPr>
            <a:xfrm>
              <a:off x="7647087" y="1524000"/>
              <a:ext cx="620018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기억을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2" name="Weave text 344:  "/>
            <p:cNvSpPr txBox="1"/>
            <p:nvPr/>
          </p:nvSpPr>
          <p:spPr>
            <a:xfrm>
              <a:off x="8228856" y="1524000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3" name="Weave text 344: 실제"/>
            <p:cNvSpPr txBox="1"/>
            <p:nvPr/>
          </p:nvSpPr>
          <p:spPr>
            <a:xfrm>
              <a:off x="8276332" y="1524000"/>
              <a:ext cx="425946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실제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4" name="Weave text 344:  "/>
            <p:cNvSpPr txBox="1"/>
            <p:nvPr/>
          </p:nvSpPr>
          <p:spPr>
            <a:xfrm>
              <a:off x="8664029" y="1524000"/>
              <a:ext cx="85874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75" name="Weave text 344: 입력으로"/>
            <p:cNvSpPr txBox="1"/>
            <p:nvPr/>
          </p:nvSpPr>
          <p:spPr>
            <a:xfrm>
              <a:off x="8711654" y="1524000"/>
              <a:ext cx="813792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입력으로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76" name="Weave text 344: ."/>
            <p:cNvSpPr txBox="1"/>
            <p:nvPr/>
          </p:nvSpPr>
          <p:spPr>
            <a:xfrm>
              <a:off x="9487198" y="1524000"/>
              <a:ext cx="100459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77" name="Line 345: 어디에 남겼는지 몰라도, 정확한 이름이 떠오르지 않아도"/>
          <p:cNvGrpSpPr/>
          <p:nvPr/>
        </p:nvGrpSpPr>
        <p:grpSpPr>
          <a:xfrm>
            <a:off x="5848350" y="1995488"/>
            <a:ext cx="3563987" cy="281940"/>
            <a:chOff x="5848350" y="1995488"/>
            <a:chExt cx="3563987" cy="281940"/>
          </a:xfrm>
        </p:grpSpPr>
        <p:sp>
          <p:nvSpPr>
            <p:cNvPr id="278" name="Weave text 345: 어디에"/>
            <p:cNvSpPr txBox="1"/>
            <p:nvPr/>
          </p:nvSpPr>
          <p:spPr>
            <a:xfrm>
              <a:off x="5848350" y="1995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45:  "/>
            <p:cNvSpPr txBox="1"/>
            <p:nvPr/>
          </p:nvSpPr>
          <p:spPr>
            <a:xfrm>
              <a:off x="6268938" y="1995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45: 남겼는지"/>
            <p:cNvSpPr txBox="1"/>
            <p:nvPr/>
          </p:nvSpPr>
          <p:spPr>
            <a:xfrm>
              <a:off x="6311801" y="19954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남겼는지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345:  "/>
            <p:cNvSpPr txBox="1"/>
            <p:nvPr/>
          </p:nvSpPr>
          <p:spPr>
            <a:xfrm>
              <a:off x="6872585" y="1995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345: 몰라도"/>
            <p:cNvSpPr txBox="1"/>
            <p:nvPr/>
          </p:nvSpPr>
          <p:spPr>
            <a:xfrm>
              <a:off x="6915448" y="1995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몰라도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345: , "/>
            <p:cNvSpPr txBox="1"/>
            <p:nvPr/>
          </p:nvSpPr>
          <p:spPr>
            <a:xfrm>
              <a:off x="7336036" y="1995488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345: 정확한"/>
            <p:cNvSpPr txBox="1"/>
            <p:nvPr/>
          </p:nvSpPr>
          <p:spPr>
            <a:xfrm>
              <a:off x="7422803" y="19954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45:  "/>
            <p:cNvSpPr txBox="1"/>
            <p:nvPr/>
          </p:nvSpPr>
          <p:spPr>
            <a:xfrm>
              <a:off x="7843540" y="1995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45: 이름이"/>
            <p:cNvSpPr txBox="1"/>
            <p:nvPr/>
          </p:nvSpPr>
          <p:spPr>
            <a:xfrm>
              <a:off x="7886402" y="1995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45:  "/>
            <p:cNvSpPr txBox="1"/>
            <p:nvPr/>
          </p:nvSpPr>
          <p:spPr>
            <a:xfrm>
              <a:off x="8306991" y="1995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45: 떠오르지"/>
            <p:cNvSpPr txBox="1"/>
            <p:nvPr/>
          </p:nvSpPr>
          <p:spPr>
            <a:xfrm>
              <a:off x="8349853" y="19954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45:  "/>
            <p:cNvSpPr txBox="1"/>
            <p:nvPr/>
          </p:nvSpPr>
          <p:spPr>
            <a:xfrm>
              <a:off x="8910638" y="1995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45: 않아도"/>
            <p:cNvSpPr txBox="1"/>
            <p:nvPr/>
          </p:nvSpPr>
          <p:spPr>
            <a:xfrm>
              <a:off x="8953500" y="1995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않아도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46: 흩어진 기록을 연결해 지금 필요한 내용을 찾습니다."/>
          <p:cNvGrpSpPr/>
          <p:nvPr/>
        </p:nvGrpSpPr>
        <p:grpSpPr>
          <a:xfrm>
            <a:off x="5848350" y="2269778"/>
            <a:ext cx="3283595" cy="281940"/>
            <a:chOff x="5848350" y="2269778"/>
            <a:chExt cx="3283595" cy="281940"/>
          </a:xfrm>
        </p:grpSpPr>
        <p:sp>
          <p:nvSpPr>
            <p:cNvPr id="292" name="Weave text 346: 흩어진"/>
            <p:cNvSpPr txBox="1"/>
            <p:nvPr/>
          </p:nvSpPr>
          <p:spPr>
            <a:xfrm>
              <a:off x="5848350" y="226977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346:  "/>
            <p:cNvSpPr txBox="1"/>
            <p:nvPr/>
          </p:nvSpPr>
          <p:spPr>
            <a:xfrm>
              <a:off x="6268938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346: 기록을"/>
            <p:cNvSpPr txBox="1"/>
            <p:nvPr/>
          </p:nvSpPr>
          <p:spPr>
            <a:xfrm>
              <a:off x="6311801" y="226977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346:  "/>
            <p:cNvSpPr txBox="1"/>
            <p:nvPr/>
          </p:nvSpPr>
          <p:spPr>
            <a:xfrm>
              <a:off x="6732389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346: 연결해"/>
            <p:cNvSpPr txBox="1"/>
            <p:nvPr/>
          </p:nvSpPr>
          <p:spPr>
            <a:xfrm>
              <a:off x="6775252" y="226977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연결해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346:  "/>
            <p:cNvSpPr txBox="1"/>
            <p:nvPr/>
          </p:nvSpPr>
          <p:spPr>
            <a:xfrm>
              <a:off x="7195840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346: 지금"/>
            <p:cNvSpPr txBox="1"/>
            <p:nvPr/>
          </p:nvSpPr>
          <p:spPr>
            <a:xfrm>
              <a:off x="7238702" y="226977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346:  "/>
            <p:cNvSpPr txBox="1"/>
            <p:nvPr/>
          </p:nvSpPr>
          <p:spPr>
            <a:xfrm>
              <a:off x="7519095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346: 필요한"/>
            <p:cNvSpPr txBox="1"/>
            <p:nvPr/>
          </p:nvSpPr>
          <p:spPr>
            <a:xfrm>
              <a:off x="7561957" y="226977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346:  "/>
            <p:cNvSpPr txBox="1"/>
            <p:nvPr/>
          </p:nvSpPr>
          <p:spPr>
            <a:xfrm>
              <a:off x="7982694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2" name="Weave text 346: 내용을"/>
            <p:cNvSpPr txBox="1"/>
            <p:nvPr/>
          </p:nvSpPr>
          <p:spPr>
            <a:xfrm>
              <a:off x="8025557" y="226977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3" name="Weave text 346:  "/>
            <p:cNvSpPr txBox="1"/>
            <p:nvPr/>
          </p:nvSpPr>
          <p:spPr>
            <a:xfrm>
              <a:off x="8446145" y="226977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346: 찾습니다"/>
            <p:cNvSpPr txBox="1"/>
            <p:nvPr/>
          </p:nvSpPr>
          <p:spPr>
            <a:xfrm>
              <a:off x="8489007" y="226977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찾습니다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346: ."/>
            <p:cNvSpPr txBox="1"/>
            <p:nvPr/>
          </p:nvSpPr>
          <p:spPr>
            <a:xfrm>
              <a:off x="9049792" y="226977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6" name="Line 347: 소비자 유용성"/>
          <p:cNvGrpSpPr/>
          <p:nvPr/>
        </p:nvGrpSpPr>
        <p:grpSpPr>
          <a:xfrm>
            <a:off x="5848350" y="2982218"/>
            <a:ext cx="699641" cy="220980"/>
            <a:chOff x="5848350" y="2982218"/>
            <a:chExt cx="699641" cy="220980"/>
          </a:xfrm>
        </p:grpSpPr>
        <p:sp>
          <p:nvSpPr>
            <p:cNvPr id="307" name="Weave text 347: 소비자"/>
            <p:cNvSpPr txBox="1"/>
            <p:nvPr/>
          </p:nvSpPr>
          <p:spPr>
            <a:xfrm>
              <a:off x="5848350" y="298221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소비자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08" name="Weave text 347:  "/>
            <p:cNvSpPr txBox="1"/>
            <p:nvPr/>
          </p:nvSpPr>
          <p:spPr>
            <a:xfrm>
              <a:off x="6163717" y="2982218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09" name="Weave text 347: 유용성"/>
            <p:cNvSpPr txBox="1"/>
            <p:nvPr/>
          </p:nvSpPr>
          <p:spPr>
            <a:xfrm>
              <a:off x="6194227" y="298221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유용성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10" name="Line 348: 찾느라 끊겼던 대화와 업무가 이어집니다."/>
          <p:cNvGrpSpPr/>
          <p:nvPr/>
        </p:nvGrpSpPr>
        <p:grpSpPr>
          <a:xfrm>
            <a:off x="5848350" y="3267968"/>
            <a:ext cx="3586460" cy="388620"/>
            <a:chOff x="5848350" y="3267968"/>
            <a:chExt cx="3586460" cy="388620"/>
          </a:xfrm>
        </p:grpSpPr>
        <p:sp>
          <p:nvSpPr>
            <p:cNvPr id="311" name="Weave text 348: 찾느라"/>
            <p:cNvSpPr txBox="1"/>
            <p:nvPr/>
          </p:nvSpPr>
          <p:spPr>
            <a:xfrm>
              <a:off x="5848350" y="3267968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찾느라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2" name="Weave text 348:  "/>
            <p:cNvSpPr txBox="1"/>
            <p:nvPr/>
          </p:nvSpPr>
          <p:spPr>
            <a:xfrm>
              <a:off x="6429970" y="3267968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3" name="Weave text 348: 끊겼던"/>
            <p:cNvSpPr txBox="1"/>
            <p:nvPr/>
          </p:nvSpPr>
          <p:spPr>
            <a:xfrm>
              <a:off x="6477446" y="3267968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끊겼던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4" name="Weave text 348:  "/>
            <p:cNvSpPr txBox="1"/>
            <p:nvPr/>
          </p:nvSpPr>
          <p:spPr>
            <a:xfrm>
              <a:off x="7059067" y="3267968"/>
              <a:ext cx="85874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5" name="Weave text 348: 대화와"/>
            <p:cNvSpPr txBox="1"/>
            <p:nvPr/>
          </p:nvSpPr>
          <p:spPr>
            <a:xfrm>
              <a:off x="7106692" y="3267968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대화와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6" name="Weave text 348:  "/>
            <p:cNvSpPr txBox="1"/>
            <p:nvPr/>
          </p:nvSpPr>
          <p:spPr>
            <a:xfrm>
              <a:off x="7688312" y="3267968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7" name="Weave text 348: 업무가"/>
            <p:cNvSpPr txBox="1"/>
            <p:nvPr/>
          </p:nvSpPr>
          <p:spPr>
            <a:xfrm>
              <a:off x="7735788" y="3267968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업무가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18" name="Weave text 348:  "/>
            <p:cNvSpPr txBox="1"/>
            <p:nvPr/>
          </p:nvSpPr>
          <p:spPr>
            <a:xfrm>
              <a:off x="8317409" y="3267968"/>
              <a:ext cx="85874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19" name="Weave text 348: 이어집니다"/>
            <p:cNvSpPr txBox="1"/>
            <p:nvPr/>
          </p:nvSpPr>
          <p:spPr>
            <a:xfrm>
              <a:off x="8365034" y="3267968"/>
              <a:ext cx="1007566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이어집니다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20" name="Weave text 348: ."/>
            <p:cNvSpPr txBox="1"/>
            <p:nvPr/>
          </p:nvSpPr>
          <p:spPr>
            <a:xfrm>
              <a:off x="9334351" y="3267968"/>
              <a:ext cx="100459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21" name="Line 349: 앱을 오가며 찾고 다시 입력하는 수고를 줄이고,"/>
          <p:cNvGrpSpPr/>
          <p:nvPr/>
        </p:nvGrpSpPr>
        <p:grpSpPr>
          <a:xfrm>
            <a:off x="5848350" y="3739455"/>
            <a:ext cx="3003203" cy="281940"/>
            <a:chOff x="5848350" y="3739455"/>
            <a:chExt cx="3003203" cy="281940"/>
          </a:xfrm>
        </p:grpSpPr>
        <p:sp>
          <p:nvSpPr>
            <p:cNvPr id="322" name="Weave text 349: 앱을"/>
            <p:cNvSpPr txBox="1"/>
            <p:nvPr/>
          </p:nvSpPr>
          <p:spPr>
            <a:xfrm>
              <a:off x="5848350" y="373945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349:  "/>
            <p:cNvSpPr txBox="1"/>
            <p:nvPr/>
          </p:nvSpPr>
          <p:spPr>
            <a:xfrm>
              <a:off x="6128742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4" name="Weave text 349: 오가며"/>
            <p:cNvSpPr txBox="1"/>
            <p:nvPr/>
          </p:nvSpPr>
          <p:spPr>
            <a:xfrm>
              <a:off x="6171605" y="373945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5" name="Weave text 349:  "/>
            <p:cNvSpPr txBox="1"/>
            <p:nvPr/>
          </p:nvSpPr>
          <p:spPr>
            <a:xfrm>
              <a:off x="6592193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349: 찾고"/>
            <p:cNvSpPr txBox="1"/>
            <p:nvPr/>
          </p:nvSpPr>
          <p:spPr>
            <a:xfrm>
              <a:off x="6635055" y="373945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349:  "/>
            <p:cNvSpPr txBox="1"/>
            <p:nvPr/>
          </p:nvSpPr>
          <p:spPr>
            <a:xfrm>
              <a:off x="6915448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349: 다시"/>
            <p:cNvSpPr txBox="1"/>
            <p:nvPr/>
          </p:nvSpPr>
          <p:spPr>
            <a:xfrm>
              <a:off x="6958310" y="373945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349:  "/>
            <p:cNvSpPr txBox="1"/>
            <p:nvPr/>
          </p:nvSpPr>
          <p:spPr>
            <a:xfrm>
              <a:off x="7238702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349: 입력하는"/>
            <p:cNvSpPr txBox="1"/>
            <p:nvPr/>
          </p:nvSpPr>
          <p:spPr>
            <a:xfrm>
              <a:off x="7281565" y="373945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349:  "/>
            <p:cNvSpPr txBox="1"/>
            <p:nvPr/>
          </p:nvSpPr>
          <p:spPr>
            <a:xfrm>
              <a:off x="7842498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49: 수고를"/>
            <p:cNvSpPr txBox="1"/>
            <p:nvPr/>
          </p:nvSpPr>
          <p:spPr>
            <a:xfrm>
              <a:off x="7885361" y="373945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49:  "/>
            <p:cNvSpPr txBox="1"/>
            <p:nvPr/>
          </p:nvSpPr>
          <p:spPr>
            <a:xfrm>
              <a:off x="8305949" y="373945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49: 줄이고"/>
            <p:cNvSpPr txBox="1"/>
            <p:nvPr/>
          </p:nvSpPr>
          <p:spPr>
            <a:xfrm>
              <a:off x="8348811" y="373945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줄이고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49: ,"/>
            <p:cNvSpPr txBox="1"/>
            <p:nvPr/>
          </p:nvSpPr>
          <p:spPr>
            <a:xfrm>
              <a:off x="8769400" y="373945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6" name="Line 350: 잊었던 약속과 작은 부탁까지 제때 챙깁니다."/>
          <p:cNvGrpSpPr/>
          <p:nvPr/>
        </p:nvGrpSpPr>
        <p:grpSpPr>
          <a:xfrm>
            <a:off x="5848350" y="4013746"/>
            <a:ext cx="2820144" cy="281940"/>
            <a:chOff x="5848350" y="4013746"/>
            <a:chExt cx="2820144" cy="281940"/>
          </a:xfrm>
        </p:grpSpPr>
        <p:sp>
          <p:nvSpPr>
            <p:cNvPr id="337" name="Weave text 350: 잊었던"/>
            <p:cNvSpPr txBox="1"/>
            <p:nvPr/>
          </p:nvSpPr>
          <p:spPr>
            <a:xfrm>
              <a:off x="5848350" y="4013746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8" name="Weave text 350:  "/>
            <p:cNvSpPr txBox="1"/>
            <p:nvPr/>
          </p:nvSpPr>
          <p:spPr>
            <a:xfrm>
              <a:off x="6268938" y="4013746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9" name="Weave text 350: 약속과"/>
            <p:cNvSpPr txBox="1"/>
            <p:nvPr/>
          </p:nvSpPr>
          <p:spPr>
            <a:xfrm>
              <a:off x="6311801" y="4013746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0" name="Weave text 350:  "/>
            <p:cNvSpPr txBox="1"/>
            <p:nvPr/>
          </p:nvSpPr>
          <p:spPr>
            <a:xfrm>
              <a:off x="6732389" y="4013746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1" name="Weave text 350: 작은"/>
            <p:cNvSpPr txBox="1"/>
            <p:nvPr/>
          </p:nvSpPr>
          <p:spPr>
            <a:xfrm>
              <a:off x="6775252" y="4013746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2" name="Weave text 350:  "/>
            <p:cNvSpPr txBox="1"/>
            <p:nvPr/>
          </p:nvSpPr>
          <p:spPr>
            <a:xfrm>
              <a:off x="7055644" y="4013746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3" name="Weave text 350: 부탁까지"/>
            <p:cNvSpPr txBox="1"/>
            <p:nvPr/>
          </p:nvSpPr>
          <p:spPr>
            <a:xfrm>
              <a:off x="7098506" y="4013746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부탁까지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4" name="Weave text 350:  "/>
            <p:cNvSpPr txBox="1"/>
            <p:nvPr/>
          </p:nvSpPr>
          <p:spPr>
            <a:xfrm>
              <a:off x="7659291" y="4013746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5" name="Weave text 350: 제때"/>
            <p:cNvSpPr txBox="1"/>
            <p:nvPr/>
          </p:nvSpPr>
          <p:spPr>
            <a:xfrm>
              <a:off x="7702153" y="4013746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6" name="Weave text 350:  "/>
            <p:cNvSpPr txBox="1"/>
            <p:nvPr/>
          </p:nvSpPr>
          <p:spPr>
            <a:xfrm>
              <a:off x="7982694" y="4013746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7" name="Weave text 350: 챙깁니다"/>
            <p:cNvSpPr txBox="1"/>
            <p:nvPr/>
          </p:nvSpPr>
          <p:spPr>
            <a:xfrm>
              <a:off x="8025557" y="4013746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챙깁니다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8" name="Weave text 350: ."/>
            <p:cNvSpPr txBox="1"/>
            <p:nvPr/>
          </p:nvSpPr>
          <p:spPr>
            <a:xfrm>
              <a:off x="8586341" y="4013746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9" name="Line 351: 기술·사업 실현 가능성"/>
          <p:cNvGrpSpPr/>
          <p:nvPr/>
        </p:nvGrpSpPr>
        <p:grpSpPr>
          <a:xfrm>
            <a:off x="5848350" y="4726186"/>
            <a:ext cx="1080195" cy="220980"/>
            <a:chOff x="5848350" y="4726186"/>
            <a:chExt cx="1080195" cy="220980"/>
          </a:xfrm>
        </p:grpSpPr>
        <p:sp>
          <p:nvSpPr>
            <p:cNvPr id="350" name="Weave text 351: 기술"/>
            <p:cNvSpPr txBox="1"/>
            <p:nvPr/>
          </p:nvSpPr>
          <p:spPr>
            <a:xfrm>
              <a:off x="5848350" y="4726186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1" name="Weave text 351: ·"/>
            <p:cNvSpPr txBox="1"/>
            <p:nvPr/>
          </p:nvSpPr>
          <p:spPr>
            <a:xfrm>
              <a:off x="6058644" y="4726186"/>
              <a:ext cx="729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2" name="Weave text 351: 사업"/>
            <p:cNvSpPr txBox="1"/>
            <p:nvPr/>
          </p:nvSpPr>
          <p:spPr>
            <a:xfrm>
              <a:off x="6093321" y="4726186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사업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3" name="Weave text 351:  "/>
            <p:cNvSpPr txBox="1"/>
            <p:nvPr/>
          </p:nvSpPr>
          <p:spPr>
            <a:xfrm>
              <a:off x="6303615" y="4726186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4" name="Weave text 351: 실현"/>
            <p:cNvSpPr txBox="1"/>
            <p:nvPr/>
          </p:nvSpPr>
          <p:spPr>
            <a:xfrm>
              <a:off x="6333976" y="4726186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실현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355" name="Weave text 351:  "/>
            <p:cNvSpPr txBox="1"/>
            <p:nvPr/>
          </p:nvSpPr>
          <p:spPr>
            <a:xfrm>
              <a:off x="6544419" y="4726186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56" name="Weave text 351: 가능성"/>
            <p:cNvSpPr txBox="1"/>
            <p:nvPr/>
          </p:nvSpPr>
          <p:spPr>
            <a:xfrm>
              <a:off x="6574780" y="4726186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가능성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357" name="Line 352: 내 기록이, 갤럭시를 계속 쓸 이유가 됩니다."/>
          <p:cNvGrpSpPr/>
          <p:nvPr/>
        </p:nvGrpSpPr>
        <p:grpSpPr>
          <a:xfrm>
            <a:off x="5848350" y="5011936"/>
            <a:ext cx="3739307" cy="388620"/>
            <a:chOff x="5848350" y="5011936"/>
            <a:chExt cx="3739307" cy="388620"/>
          </a:xfrm>
        </p:grpSpPr>
        <p:sp>
          <p:nvSpPr>
            <p:cNvPr id="358" name="Weave text 352: 내"/>
            <p:cNvSpPr txBox="1"/>
            <p:nvPr/>
          </p:nvSpPr>
          <p:spPr>
            <a:xfrm>
              <a:off x="5848350" y="5011936"/>
              <a:ext cx="23202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9" name="Weave text 352:  "/>
            <p:cNvSpPr txBox="1"/>
            <p:nvPr/>
          </p:nvSpPr>
          <p:spPr>
            <a:xfrm>
              <a:off x="6042124" y="5011936"/>
              <a:ext cx="85874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0" name="Weave text 352: 기록이"/>
            <p:cNvSpPr txBox="1"/>
            <p:nvPr/>
          </p:nvSpPr>
          <p:spPr>
            <a:xfrm>
              <a:off x="6089749" y="5011936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1" name="Weave text 352: , "/>
            <p:cNvSpPr txBox="1"/>
            <p:nvPr/>
          </p:nvSpPr>
          <p:spPr>
            <a:xfrm>
              <a:off x="6671370" y="5011936"/>
              <a:ext cx="143470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2" name="Weave text 352: 갤럭시를"/>
            <p:cNvSpPr txBox="1"/>
            <p:nvPr/>
          </p:nvSpPr>
          <p:spPr>
            <a:xfrm>
              <a:off x="6776591" y="5011936"/>
              <a:ext cx="813792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3" name="Weave text 352:  "/>
            <p:cNvSpPr txBox="1"/>
            <p:nvPr/>
          </p:nvSpPr>
          <p:spPr>
            <a:xfrm>
              <a:off x="7552134" y="5011936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4" name="Weave text 352: 계속"/>
            <p:cNvSpPr txBox="1"/>
            <p:nvPr/>
          </p:nvSpPr>
          <p:spPr>
            <a:xfrm>
              <a:off x="7599611" y="5011936"/>
              <a:ext cx="426095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5" name="Weave text 352:  "/>
            <p:cNvSpPr txBox="1"/>
            <p:nvPr/>
          </p:nvSpPr>
          <p:spPr>
            <a:xfrm>
              <a:off x="7987457" y="5011936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6" name="Weave text 352: 쓸"/>
            <p:cNvSpPr txBox="1"/>
            <p:nvPr/>
          </p:nvSpPr>
          <p:spPr>
            <a:xfrm>
              <a:off x="8034933" y="5011936"/>
              <a:ext cx="232172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쓸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7" name="Weave text 352:  "/>
            <p:cNvSpPr txBox="1"/>
            <p:nvPr/>
          </p:nvSpPr>
          <p:spPr>
            <a:xfrm>
              <a:off x="8228856" y="5011936"/>
              <a:ext cx="85725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8" name="Weave text 352: 이유가"/>
            <p:cNvSpPr txBox="1"/>
            <p:nvPr/>
          </p:nvSpPr>
          <p:spPr>
            <a:xfrm>
              <a:off x="8276332" y="5011936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69" name="Weave text 352:  "/>
            <p:cNvSpPr txBox="1"/>
            <p:nvPr/>
          </p:nvSpPr>
          <p:spPr>
            <a:xfrm>
              <a:off x="8857952" y="5011936"/>
              <a:ext cx="85874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70" name="Weave text 352: 됩니다"/>
            <p:cNvSpPr txBox="1"/>
            <p:nvPr/>
          </p:nvSpPr>
          <p:spPr>
            <a:xfrm>
              <a:off x="8905577" y="5011936"/>
              <a:ext cx="61986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725" b="0" i="0" spc="-6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1" name="Weave text 352: ."/>
            <p:cNvSpPr txBox="1"/>
            <p:nvPr/>
          </p:nvSpPr>
          <p:spPr>
            <a:xfrm>
              <a:off x="9487198" y="5011936"/>
              <a:ext cx="100459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725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72" name="Line 353: 기본 앱·삼성 키보드·온디바이스 AI를 연결해,"/>
          <p:cNvGrpSpPr/>
          <p:nvPr/>
        </p:nvGrpSpPr>
        <p:grpSpPr>
          <a:xfrm>
            <a:off x="5848350" y="5483423"/>
            <a:ext cx="2870895" cy="281940"/>
            <a:chOff x="5848350" y="5483423"/>
            <a:chExt cx="2870895" cy="281940"/>
          </a:xfrm>
        </p:grpSpPr>
        <p:sp>
          <p:nvSpPr>
            <p:cNvPr id="373" name="Weave text 353: 기본"/>
            <p:cNvSpPr txBox="1"/>
            <p:nvPr/>
          </p:nvSpPr>
          <p:spPr>
            <a:xfrm>
              <a:off x="5848350" y="54834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기본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4" name="Weave text 353:  "/>
            <p:cNvSpPr txBox="1"/>
            <p:nvPr/>
          </p:nvSpPr>
          <p:spPr>
            <a:xfrm>
              <a:off x="6128742" y="54834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5" name="Weave text 353: 앱"/>
            <p:cNvSpPr txBox="1"/>
            <p:nvPr/>
          </p:nvSpPr>
          <p:spPr>
            <a:xfrm>
              <a:off x="6171605" y="54834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앱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6" name="Weave text 353: ·"/>
            <p:cNvSpPr txBox="1"/>
            <p:nvPr/>
          </p:nvSpPr>
          <p:spPr>
            <a:xfrm>
              <a:off x="6311801" y="54834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7" name="Weave text 353: 삼성"/>
            <p:cNvSpPr txBox="1"/>
            <p:nvPr/>
          </p:nvSpPr>
          <p:spPr>
            <a:xfrm>
              <a:off x="6355705" y="54834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8" name="Weave text 353:  "/>
            <p:cNvSpPr txBox="1"/>
            <p:nvPr/>
          </p:nvSpPr>
          <p:spPr>
            <a:xfrm>
              <a:off x="6636097" y="54834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9" name="Weave text 353: 키보드"/>
            <p:cNvSpPr txBox="1"/>
            <p:nvPr/>
          </p:nvSpPr>
          <p:spPr>
            <a:xfrm>
              <a:off x="6678960" y="54834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0" name="Weave text 353: ·"/>
            <p:cNvSpPr txBox="1"/>
            <p:nvPr/>
          </p:nvSpPr>
          <p:spPr>
            <a:xfrm>
              <a:off x="7099548" y="54834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1" name="Weave text 353: 온디바이스"/>
            <p:cNvSpPr txBox="1"/>
            <p:nvPr/>
          </p:nvSpPr>
          <p:spPr>
            <a:xfrm>
              <a:off x="7143452" y="5483423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2" name="Weave text 353:  AI"/>
            <p:cNvSpPr txBox="1"/>
            <p:nvPr/>
          </p:nvSpPr>
          <p:spPr>
            <a:xfrm>
              <a:off x="7844582" y="5483423"/>
              <a:ext cx="22711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3" name="Weave text 353: 를"/>
            <p:cNvSpPr txBox="1"/>
            <p:nvPr/>
          </p:nvSpPr>
          <p:spPr>
            <a:xfrm>
              <a:off x="8033445" y="54834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를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4" name="Weave text 353:  "/>
            <p:cNvSpPr txBox="1"/>
            <p:nvPr/>
          </p:nvSpPr>
          <p:spPr>
            <a:xfrm>
              <a:off x="8173641" y="54834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5" name="Weave text 353: 연결해"/>
            <p:cNvSpPr txBox="1"/>
            <p:nvPr/>
          </p:nvSpPr>
          <p:spPr>
            <a:xfrm>
              <a:off x="8216503" y="54834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연결해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6" name="Weave text 353: ,"/>
            <p:cNvSpPr txBox="1"/>
            <p:nvPr/>
          </p:nvSpPr>
          <p:spPr>
            <a:xfrm>
              <a:off x="8637091" y="54834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7" name="Line 354: 이미 쓰는 갤럭시 안에서 반복해서 도움받는 경험을 만듭니다."/>
          <p:cNvGrpSpPr/>
          <p:nvPr/>
        </p:nvGrpSpPr>
        <p:grpSpPr>
          <a:xfrm>
            <a:off x="5848350" y="5757714"/>
            <a:ext cx="3887391" cy="281940"/>
            <a:chOff x="5848350" y="5757714"/>
            <a:chExt cx="3887391" cy="281940"/>
          </a:xfrm>
        </p:grpSpPr>
        <p:sp>
          <p:nvSpPr>
            <p:cNvPr id="388" name="Weave text 354: 이미"/>
            <p:cNvSpPr txBox="1"/>
            <p:nvPr/>
          </p:nvSpPr>
          <p:spPr>
            <a:xfrm>
              <a:off x="5848350" y="5757714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이미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9" name="Weave text 354:  "/>
            <p:cNvSpPr txBox="1"/>
            <p:nvPr/>
          </p:nvSpPr>
          <p:spPr>
            <a:xfrm>
              <a:off x="6128742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0" name="Weave text 354: 쓰는"/>
            <p:cNvSpPr txBox="1"/>
            <p:nvPr/>
          </p:nvSpPr>
          <p:spPr>
            <a:xfrm>
              <a:off x="6171605" y="5757714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쓰는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1" name="Weave text 354:  "/>
            <p:cNvSpPr txBox="1"/>
            <p:nvPr/>
          </p:nvSpPr>
          <p:spPr>
            <a:xfrm>
              <a:off x="6451997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2" name="Weave text 354: 갤럭시"/>
            <p:cNvSpPr txBox="1"/>
            <p:nvPr/>
          </p:nvSpPr>
          <p:spPr>
            <a:xfrm>
              <a:off x="6494859" y="5757714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갤럭시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3" name="Weave text 354:  "/>
            <p:cNvSpPr txBox="1"/>
            <p:nvPr/>
          </p:nvSpPr>
          <p:spPr>
            <a:xfrm>
              <a:off x="6915448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4" name="Weave text 354: 안에서"/>
            <p:cNvSpPr txBox="1"/>
            <p:nvPr/>
          </p:nvSpPr>
          <p:spPr>
            <a:xfrm>
              <a:off x="6958310" y="5757714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5" name="Weave text 354:  "/>
            <p:cNvSpPr txBox="1"/>
            <p:nvPr/>
          </p:nvSpPr>
          <p:spPr>
            <a:xfrm>
              <a:off x="7378898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6" name="Weave text 354: 반복해서"/>
            <p:cNvSpPr txBox="1"/>
            <p:nvPr/>
          </p:nvSpPr>
          <p:spPr>
            <a:xfrm>
              <a:off x="7421761" y="5757714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반복해서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7" name="Weave text 354:  "/>
            <p:cNvSpPr txBox="1"/>
            <p:nvPr/>
          </p:nvSpPr>
          <p:spPr>
            <a:xfrm>
              <a:off x="7982694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8" name="Weave text 354: 도움받는"/>
            <p:cNvSpPr txBox="1"/>
            <p:nvPr/>
          </p:nvSpPr>
          <p:spPr>
            <a:xfrm>
              <a:off x="8025557" y="5757714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도움받는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9" name="Weave text 354:  "/>
            <p:cNvSpPr txBox="1"/>
            <p:nvPr/>
          </p:nvSpPr>
          <p:spPr>
            <a:xfrm>
              <a:off x="8586341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0" name="Weave text 354: 경험을"/>
            <p:cNvSpPr txBox="1"/>
            <p:nvPr/>
          </p:nvSpPr>
          <p:spPr>
            <a:xfrm>
              <a:off x="8629204" y="5757714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경험을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1" name="Weave text 354:  "/>
            <p:cNvSpPr txBox="1"/>
            <p:nvPr/>
          </p:nvSpPr>
          <p:spPr>
            <a:xfrm>
              <a:off x="9049792" y="5757714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2" name="Weave text 354: 만듭니다"/>
            <p:cNvSpPr txBox="1"/>
            <p:nvPr/>
          </p:nvSpPr>
          <p:spPr>
            <a:xfrm>
              <a:off x="9092654" y="5757714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Noto Sans KR"/>
                  <a:ea typeface="Noto Sans KR"/>
                  <a:cs typeface="Noto Sans KR"/>
                </a:rPr>
                <a:t xml:space="preserve">만듭니다</a:t>
              </a:r>
              <a:endParaRPr sz="1200" b="0" i="0" spc="0" kern="0" lang="ko-KR" altLang="en-US" dirty="0">
                <a:solidFill>
                  <a:srgbClr val="9A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3" name="Weave text 354: ."/>
            <p:cNvSpPr txBox="1"/>
            <p:nvPr/>
          </p:nvSpPr>
          <p:spPr>
            <a:xfrm>
              <a:off x="9653588" y="5757714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A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9A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04" name="Line 355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405" name="Weave text 355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06" name="Line 356: 11 / 11"/>
          <p:cNvGrpSpPr/>
          <p:nvPr/>
        </p:nvGrpSpPr>
        <p:grpSpPr>
          <a:xfrm>
            <a:off x="11212711" y="6486525"/>
            <a:ext cx="407789" cy="190500"/>
            <a:chOff x="11212711" y="6486525"/>
            <a:chExt cx="407789" cy="190500"/>
          </a:xfrm>
        </p:grpSpPr>
        <p:sp>
          <p:nvSpPr>
            <p:cNvPr id="407" name="Weave text 356: 11 / 11"/>
            <p:cNvSpPr txBox="1"/>
            <p:nvPr/>
          </p:nvSpPr>
          <p:spPr>
            <a:xfrm>
              <a:off x="11212711" y="6486525"/>
              <a:ext cx="4077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