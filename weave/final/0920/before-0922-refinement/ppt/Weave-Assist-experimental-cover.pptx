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35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42" Type="http://schemas.openxmlformats.org/officeDocument/2006/relationships/hyperlink" Target="https://support.google.com/android/answer/15235441?hl=ko" TargetMode="External"/><Relationship Id="rIdWeaveLink248" Type="http://schemas.openxmlformats.org/officeDocument/2006/relationships/hyperlink" Target="https://developer.android.com/develop/background-work/background-tasks/persistent/getting-started/define-work#work-constraints" TargetMode="External"/><Relationship Id="rIdWeaveLink254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319" Type="http://schemas.openxmlformats.org/officeDocument/2006/relationships/hyperlink" Target="https://www.samsung.com/us/support/answer/ANS10010355/" TargetMode="External"/><Relationship Id="rIdWeaveLink321" Type="http://schemas.openxmlformats.org/officeDocument/2006/relationships/hyperlink" Target="https://kanana.kakao.com/chat/polic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ON-DEVICE AI · CONCEPT PROPOSAL"/>
          <p:cNvGrpSpPr/>
          <p:nvPr/>
        </p:nvGrpSpPr>
        <p:grpSpPr>
          <a:xfrm>
            <a:off x="9696896" y="419100"/>
            <a:ext cx="2123629" cy="190500"/>
            <a:chOff x="9696896" y="419100"/>
            <a:chExt cx="2123629" cy="190500"/>
          </a:xfrm>
        </p:grpSpPr>
        <p:sp>
          <p:nvSpPr>
            <p:cNvPr id="6" name="Weave text 2: ON-DEVICE AI · CONCEPT PROPOSAL"/>
            <p:cNvSpPr txBox="1"/>
            <p:nvPr/>
          </p:nvSpPr>
          <p:spPr>
            <a:xfrm>
              <a:off x="9696896" y="419100"/>
              <a:ext cx="212362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E4E6E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90" kern="0" lang="ko-KR" altLang="en-US" dirty="0">
                  <a:solidFill>
                    <a:srgbClr val="E4E6EF"/>
                  </a:solidFill>
                  <a:latin typeface="Inter"/>
                  <a:ea typeface="Inter"/>
                  <a:cs typeface="Inter"/>
                </a:rPr>
                <a:t xml:space="preserve">ON-DEVICE AI · CONCEPT PROPOSAL</a:t>
              </a:r>
              <a:endParaRPr sz="750" b="0" i="0" spc="90" kern="0" lang="ko-KR" altLang="en-US" dirty="0">
                <a:solidFill>
                  <a:srgbClr val="E4E6E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" name="Line 3: 그때 그거?"/>
          <p:cNvGrpSpPr/>
          <p:nvPr/>
        </p:nvGrpSpPr>
        <p:grpSpPr>
          <a:xfrm>
            <a:off x="609600" y="1809750"/>
            <a:ext cx="1998166" cy="800100"/>
            <a:chOff x="609600" y="1809750"/>
            <a:chExt cx="1998166" cy="800100"/>
          </a:xfrm>
        </p:grpSpPr>
        <p:sp>
          <p:nvSpPr>
            <p:cNvPr id="8" name="Weave text 3: 그때"/>
            <p:cNvSpPr txBox="1"/>
            <p:nvPr/>
          </p:nvSpPr>
          <p:spPr>
            <a:xfrm>
              <a:off x="609600" y="1809750"/>
              <a:ext cx="85725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3:  "/>
            <p:cNvSpPr txBox="1"/>
            <p:nvPr/>
          </p:nvSpPr>
          <p:spPr>
            <a:xfrm>
              <a:off x="1428601" y="1809750"/>
              <a:ext cx="129778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3: 그거"/>
            <p:cNvSpPr txBox="1"/>
            <p:nvPr/>
          </p:nvSpPr>
          <p:spPr>
            <a:xfrm>
              <a:off x="1520130" y="1809750"/>
              <a:ext cx="857399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: ?"/>
            <p:cNvSpPr txBox="1"/>
            <p:nvPr/>
          </p:nvSpPr>
          <p:spPr>
            <a:xfrm>
              <a:off x="2339280" y="1809750"/>
              <a:ext cx="268486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" name="Line 4: Weave"/>
          <p:cNvGrpSpPr/>
          <p:nvPr/>
        </p:nvGrpSpPr>
        <p:grpSpPr>
          <a:xfrm>
            <a:off x="609600" y="2495550"/>
            <a:ext cx="1858863" cy="998220"/>
            <a:chOff x="609600" y="2495550"/>
            <a:chExt cx="1858863" cy="998220"/>
          </a:xfrm>
        </p:grpSpPr>
        <p:sp>
          <p:nvSpPr>
            <p:cNvPr id="13" name="Weave text 4: Weave"/>
            <p:cNvSpPr txBox="1"/>
            <p:nvPr/>
          </p:nvSpPr>
          <p:spPr>
            <a:xfrm>
              <a:off x="609600" y="2495550"/>
              <a:ext cx="1858863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4725" b="1" i="0" spc="-284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got it!"/>
          <p:cNvGrpSpPr/>
          <p:nvPr/>
        </p:nvGrpSpPr>
        <p:grpSpPr>
          <a:xfrm>
            <a:off x="3059013" y="2495550"/>
            <a:ext cx="1480245" cy="998220"/>
            <a:chOff x="3059013" y="2495550"/>
            <a:chExt cx="1480245" cy="998220"/>
          </a:xfrm>
        </p:grpSpPr>
        <p:sp>
          <p:nvSpPr>
            <p:cNvPr id="15" name="Weave text 5: got it!"/>
            <p:cNvSpPr txBox="1"/>
            <p:nvPr/>
          </p:nvSpPr>
          <p:spPr>
            <a:xfrm>
              <a:off x="3059013" y="2495550"/>
              <a:ext cx="1480245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got it!</a:t>
              </a:r>
              <a:endParaRPr sz="4725" b="1" i="0" spc="-28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" name="Line 6: 흩어진 기억을 엮어,"/>
          <p:cNvGrpSpPr/>
          <p:nvPr/>
        </p:nvGrpSpPr>
        <p:grpSpPr>
          <a:xfrm>
            <a:off x="609600" y="3603575"/>
            <a:ext cx="1914674" cy="419100"/>
            <a:chOff x="609600" y="3603575"/>
            <a:chExt cx="1914674" cy="419100"/>
          </a:xfrm>
        </p:grpSpPr>
        <p:sp>
          <p:nvSpPr>
            <p:cNvPr id="17" name="Weave text 6: 흩어진"/>
            <p:cNvSpPr txBox="1"/>
            <p:nvPr/>
          </p:nvSpPr>
          <p:spPr>
            <a:xfrm>
              <a:off x="609600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6:  "/>
            <p:cNvSpPr txBox="1"/>
            <p:nvPr/>
          </p:nvSpPr>
          <p:spPr>
            <a:xfrm>
              <a:off x="1245394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6: 기억을"/>
            <p:cNvSpPr txBox="1"/>
            <p:nvPr/>
          </p:nvSpPr>
          <p:spPr>
            <a:xfrm>
              <a:off x="1305223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6:  "/>
            <p:cNvSpPr txBox="1"/>
            <p:nvPr/>
          </p:nvSpPr>
          <p:spPr>
            <a:xfrm>
              <a:off x="1941016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6: 엮어"/>
            <p:cNvSpPr txBox="1"/>
            <p:nvPr/>
          </p:nvSpPr>
          <p:spPr>
            <a:xfrm>
              <a:off x="2000845" y="3603575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6: ,"/>
            <p:cNvSpPr txBox="1"/>
            <p:nvPr/>
          </p:nvSpPr>
          <p:spPr>
            <a:xfrm>
              <a:off x="2424708" y="3603575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" name="Line 7: 필요한 순간 건넵니다."/>
          <p:cNvGrpSpPr/>
          <p:nvPr/>
        </p:nvGrpSpPr>
        <p:grpSpPr>
          <a:xfrm>
            <a:off x="609600" y="3996482"/>
            <a:ext cx="2126605" cy="419100"/>
            <a:chOff x="609600" y="3996482"/>
            <a:chExt cx="2126605" cy="419100"/>
          </a:xfrm>
        </p:grpSpPr>
        <p:sp>
          <p:nvSpPr>
            <p:cNvPr id="24" name="Weave text 7: 필요한"/>
            <p:cNvSpPr txBox="1"/>
            <p:nvPr/>
          </p:nvSpPr>
          <p:spPr>
            <a:xfrm>
              <a:off x="609600" y="3996482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7:  "/>
            <p:cNvSpPr txBox="1"/>
            <p:nvPr/>
          </p:nvSpPr>
          <p:spPr>
            <a:xfrm>
              <a:off x="1245394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7: 순간"/>
            <p:cNvSpPr txBox="1"/>
            <p:nvPr/>
          </p:nvSpPr>
          <p:spPr>
            <a:xfrm>
              <a:off x="1305223" y="3996482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7:  "/>
            <p:cNvSpPr txBox="1"/>
            <p:nvPr/>
          </p:nvSpPr>
          <p:spPr>
            <a:xfrm>
              <a:off x="1729085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7: 건넵니다"/>
            <p:cNvSpPr txBox="1"/>
            <p:nvPr/>
          </p:nvSpPr>
          <p:spPr>
            <a:xfrm>
              <a:off x="1788914" y="3996482"/>
              <a:ext cx="885974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7: ."/>
            <p:cNvSpPr txBox="1"/>
            <p:nvPr/>
          </p:nvSpPr>
          <p:spPr>
            <a:xfrm>
              <a:off x="2636639" y="3996482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" name="Line 8: 내 기록과 지금의 대화 사이, Weave."/>
          <p:cNvGrpSpPr/>
          <p:nvPr/>
        </p:nvGrpSpPr>
        <p:grpSpPr>
          <a:xfrm>
            <a:off x="609600" y="4789438"/>
            <a:ext cx="2017365" cy="251460"/>
            <a:chOff x="609600" y="4789438"/>
            <a:chExt cx="2017365" cy="251460"/>
          </a:xfrm>
        </p:grpSpPr>
        <p:sp>
          <p:nvSpPr>
            <p:cNvPr id="31" name="Weave text 8: 내"/>
            <p:cNvSpPr txBox="1"/>
            <p:nvPr/>
          </p:nvSpPr>
          <p:spPr>
            <a:xfrm>
              <a:off x="609600" y="4789438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8:  "/>
            <p:cNvSpPr txBox="1"/>
            <p:nvPr/>
          </p:nvSpPr>
          <p:spPr>
            <a:xfrm>
              <a:off x="729555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8: 기록과"/>
            <p:cNvSpPr txBox="1"/>
            <p:nvPr/>
          </p:nvSpPr>
          <p:spPr>
            <a:xfrm>
              <a:off x="764381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8:  "/>
            <p:cNvSpPr txBox="1"/>
            <p:nvPr/>
          </p:nvSpPr>
          <p:spPr>
            <a:xfrm>
              <a:off x="1124396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8: 지금의"/>
            <p:cNvSpPr txBox="1"/>
            <p:nvPr/>
          </p:nvSpPr>
          <p:spPr>
            <a:xfrm>
              <a:off x="1159222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8:  "/>
            <p:cNvSpPr txBox="1"/>
            <p:nvPr/>
          </p:nvSpPr>
          <p:spPr>
            <a:xfrm>
              <a:off x="1519238" y="4789438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8: 대화"/>
            <p:cNvSpPr txBox="1"/>
            <p:nvPr/>
          </p:nvSpPr>
          <p:spPr>
            <a:xfrm>
              <a:off x="1554212" y="4789438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8:  "/>
            <p:cNvSpPr txBox="1"/>
            <p:nvPr/>
          </p:nvSpPr>
          <p:spPr>
            <a:xfrm>
              <a:off x="1794123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8: 사이"/>
            <p:cNvSpPr txBox="1"/>
            <p:nvPr/>
          </p:nvSpPr>
          <p:spPr>
            <a:xfrm>
              <a:off x="1828949" y="4789438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8: , Weave."/>
            <p:cNvSpPr txBox="1"/>
            <p:nvPr/>
          </p:nvSpPr>
          <p:spPr>
            <a:xfrm>
              <a:off x="2069009" y="4789438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9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42" name="Weave text 9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A6B0C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10: 01 / 11"/>
          <p:cNvGrpSpPr/>
          <p:nvPr/>
        </p:nvGrpSpPr>
        <p:grpSpPr>
          <a:xfrm>
            <a:off x="11391454" y="6486525"/>
            <a:ext cx="429071" cy="190500"/>
            <a:chOff x="11391454" y="6486525"/>
            <a:chExt cx="429071" cy="190500"/>
          </a:xfrm>
        </p:grpSpPr>
        <p:sp>
          <p:nvSpPr>
            <p:cNvPr id="44" name="Weave text 10: 01 / 11"/>
            <p:cNvSpPr txBox="1"/>
            <p:nvPr/>
          </p:nvSpPr>
          <p:spPr>
            <a:xfrm>
              <a:off x="11391454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rPr>
                <a:t xml:space="preserve">01 / 11</a:t>
              </a:r>
              <a:endParaRPr sz="750" b="0" i="0" spc="142" kern="0" lang="ko-KR" altLang="en-US" dirty="0">
                <a:solidFill>
                  <a:srgbClr val="A6B0C4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1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11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2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12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2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2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2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2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2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2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2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13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13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13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13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13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13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13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13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13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14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14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14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14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14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14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14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14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14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15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15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5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5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5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5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5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5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5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15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15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15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15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16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16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16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16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16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16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17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17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18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18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8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8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8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18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18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18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18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8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19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19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9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19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19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19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19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19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19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19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9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9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20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20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0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0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1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21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22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22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22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22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23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23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3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3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3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3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24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24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25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25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26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26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27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27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7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7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7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7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7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7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28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28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9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29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30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30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31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31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31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31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31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31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31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31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32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32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32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32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32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32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32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32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32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32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32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32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32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32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32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33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33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3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33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33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33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33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33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33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34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34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4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4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4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4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4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4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4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4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4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5: Microsoft Work Trend Index 2023 · 31개 시장">
            <a:hlinkClick r:id="rIdWeaveLink35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35: Microsoft Work Trend Index 2023 · 31">
              <a:hlinkClick r:id="rIdWeaveLink35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35: 개">
              <a:hlinkClick r:id="rIdWeaveLink35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5:  ">
              <a:hlinkClick r:id="rIdWeaveLink35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5: 시장">
              <a:hlinkClick r:id="rIdWeaveLink35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5: , ">
              <a:hlinkClick r:id="rIdWeaveLink35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5: 취업자">
              <a:hlinkClick r:id="rIdWeaveLink35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5: ·">
              <a:hlinkClick r:id="rIdWeaveLink35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5: 자영업자">
              <a:hlinkClick r:id="rIdWeaveLink35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35:  31,000">
              <a:hlinkClick r:id="rIdWeaveLink35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35: 명">
              <a:hlinkClick r:id="rIdWeaveLink35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36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36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36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36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36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36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36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36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36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36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36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36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36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36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36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6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6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37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183" name="Weave text 37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4" name="Line 38: 02 / 11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185" name="Weave text 38: 02 / 11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9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39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40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40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4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40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40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40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40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40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40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40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40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40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40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41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41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41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41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41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41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41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41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41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41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41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41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41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42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42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43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43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43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43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43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44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44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44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44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44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44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44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44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44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44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44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44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44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44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44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45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45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45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45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45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45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45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45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45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45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45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45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46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46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47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47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47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47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47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48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48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48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48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48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48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48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48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48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48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48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48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48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49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49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49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49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49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49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49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49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49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49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49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49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50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50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51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51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51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51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51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51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51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52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52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52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52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52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52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52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52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52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52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52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52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52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52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52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53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53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53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53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53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53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53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53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53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53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53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53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53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53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53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53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54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54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54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54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54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54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55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55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55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55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55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55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55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55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55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55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55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55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55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55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55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55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56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56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6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6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6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6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7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57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7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7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7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7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7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7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7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7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7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7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7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7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7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58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58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58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58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58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58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58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59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188" name="Weave text 59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60: 03 / 11"/>
          <p:cNvGrpSpPr/>
          <p:nvPr/>
        </p:nvGrpSpPr>
        <p:grpSpPr>
          <a:xfrm>
            <a:off x="11171337" y="6486525"/>
            <a:ext cx="449163" cy="190500"/>
            <a:chOff x="11171337" y="6486525"/>
            <a:chExt cx="449163" cy="190500"/>
          </a:xfrm>
        </p:grpSpPr>
        <p:sp>
          <p:nvSpPr>
            <p:cNvPr id="190" name="Weave text 60: 03 / 11"/>
            <p:cNvSpPr txBox="1"/>
            <p:nvPr/>
          </p:nvSpPr>
          <p:spPr>
            <a:xfrm>
              <a:off x="11171337" y="6486525"/>
              <a:ext cx="44916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61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61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62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62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62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62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62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62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62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62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62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62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62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62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62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63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63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63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63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63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63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63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63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63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63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63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63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63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63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63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63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63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63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63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63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64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64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64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64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65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65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65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65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65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65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65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65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65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65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65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65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66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66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66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66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67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67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67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67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67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67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67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67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67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67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67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67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67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67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68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68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8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8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69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69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70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70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71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71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71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71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72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72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73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73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73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73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74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74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74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74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74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74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75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75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75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75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75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75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76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76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76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76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76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76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77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77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77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77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77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77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78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78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78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78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78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78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79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79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79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79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79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79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79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79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80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80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81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81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81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81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82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82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82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82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82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82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83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83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83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83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83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83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84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84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85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85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85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85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85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86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86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86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86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86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86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87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87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87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87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87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87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87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87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88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88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89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89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89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89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89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89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90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90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90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90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90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90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90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90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91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91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91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91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91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91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91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91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92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92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92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92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92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92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93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93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93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93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93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93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93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94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94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94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94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94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95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95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95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95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95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95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96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96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96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96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96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96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97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97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97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97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98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98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98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98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98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98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98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98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98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98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98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98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98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98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98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98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98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99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43" name="Weave text 99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4" name="Line 100: 04 / 11"/>
          <p:cNvGrpSpPr/>
          <p:nvPr/>
        </p:nvGrpSpPr>
        <p:grpSpPr>
          <a:xfrm>
            <a:off x="11168658" y="6486525"/>
            <a:ext cx="451842" cy="190500"/>
            <a:chOff x="11168658" y="6486525"/>
            <a:chExt cx="451842" cy="190500"/>
          </a:xfrm>
        </p:grpSpPr>
        <p:sp>
          <p:nvSpPr>
            <p:cNvPr id="245" name="Weave text 100: 04 / 11"/>
            <p:cNvSpPr txBox="1"/>
            <p:nvPr/>
          </p:nvSpPr>
          <p:spPr>
            <a:xfrm>
              <a:off x="11168658" y="6486525"/>
              <a:ext cx="45184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01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101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02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102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02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02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02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02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02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02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02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02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02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03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103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03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03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03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03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03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03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03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03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03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03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03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03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03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03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03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03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03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03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03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03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03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03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03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04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104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104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104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104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104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05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05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06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06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06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06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06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06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06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06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06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06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07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07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07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07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07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07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07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07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07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07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07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08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08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08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08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08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08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08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08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08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08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08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08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08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08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08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09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09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09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09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09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09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09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09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10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10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10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10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10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10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10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10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11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11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11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11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11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11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11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11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12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12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12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12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12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12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12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12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13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13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13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13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13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13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13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13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14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14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14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14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14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14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14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14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14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15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15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15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15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15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15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16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16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16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16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16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16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17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17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18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18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18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18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19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19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19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19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19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19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19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20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20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20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20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20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20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20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20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20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20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20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20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20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20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21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21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21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21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21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21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22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22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22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22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23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23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23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23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23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23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23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23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23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23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23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23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23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24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24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24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24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24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24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24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24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24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24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24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24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24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24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24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24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24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24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24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24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24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25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25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25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25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25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25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25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25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25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25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26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26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26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26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26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26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27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27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27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27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28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28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28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28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28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28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28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28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28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29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29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29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29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29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29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29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29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29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29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29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29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29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29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30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30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30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30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30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30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30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30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30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30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30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30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30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30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30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30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30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30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30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30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30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31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282" name="Weave text 131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83" name="Line 132: 05 / 11"/>
          <p:cNvGrpSpPr/>
          <p:nvPr/>
        </p:nvGrpSpPr>
        <p:grpSpPr>
          <a:xfrm>
            <a:off x="11218366" y="6496050"/>
            <a:ext cx="402134" cy="190500"/>
            <a:chOff x="11218366" y="6496050"/>
            <a:chExt cx="402134" cy="190500"/>
          </a:xfrm>
        </p:grpSpPr>
        <p:sp>
          <p:nvSpPr>
            <p:cNvPr id="284" name="Weave text 132: 05 / 11"/>
            <p:cNvSpPr txBox="1"/>
            <p:nvPr/>
          </p:nvSpPr>
          <p:spPr>
            <a:xfrm>
              <a:off x="11218366" y="6496050"/>
              <a:ext cx="4021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33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33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34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34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34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34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34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34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34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34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34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34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34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35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35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35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35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35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35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35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35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35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35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35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35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35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35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35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35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35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35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35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35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35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35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35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35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35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36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36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36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36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37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37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37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37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38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38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38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38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39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39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39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39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39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39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40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40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40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40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40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40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41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41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41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41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41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42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42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42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42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42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42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43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43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43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43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43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43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44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44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44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44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44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45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45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45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45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45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45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45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45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45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45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46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46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46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46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46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46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46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46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46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46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47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47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48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48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49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49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49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49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49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49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49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49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49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49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50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50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51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51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51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51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51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51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52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52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52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52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52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52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52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52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52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52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53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53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54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54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54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54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54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54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55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55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55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55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55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55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56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56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56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56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56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56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57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57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57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57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57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57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57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57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57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57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57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57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57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57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58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58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58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58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58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58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59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59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59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59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60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60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60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60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61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61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62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62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63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63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64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64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65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65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65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65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65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65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65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65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65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65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65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65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65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65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65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65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65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65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65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65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65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65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65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65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65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66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221" name="Weave text 166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22" name="Line 167: 06 / 11"/>
          <p:cNvGrpSpPr/>
          <p:nvPr/>
        </p:nvGrpSpPr>
        <p:grpSpPr>
          <a:xfrm>
            <a:off x="11215836" y="6496050"/>
            <a:ext cx="404664" cy="190500"/>
            <a:chOff x="11215836" y="6496050"/>
            <a:chExt cx="404664" cy="190500"/>
          </a:xfrm>
        </p:grpSpPr>
        <p:sp>
          <p:nvSpPr>
            <p:cNvPr id="223" name="Weave text 167: 06 / 11"/>
            <p:cNvSpPr txBox="1"/>
            <p:nvPr/>
          </p:nvSpPr>
          <p:spPr>
            <a:xfrm>
              <a:off x="11215836" y="6496050"/>
              <a:ext cx="40466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68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68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69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69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69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69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69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69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69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69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69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69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69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69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69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70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70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70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70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70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70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70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70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70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70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70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70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70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70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70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70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70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70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70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71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71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71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71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71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71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71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71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71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72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72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73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73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73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73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73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73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73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73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73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73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74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74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75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75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75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75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75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75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76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76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76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76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76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76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76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76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76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77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77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78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78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78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78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79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79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79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79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80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80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80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80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81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81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82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82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183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183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83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83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83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183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183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183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184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184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84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84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84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84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84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185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185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185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185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185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185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185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186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186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86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86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86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86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86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86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86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86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86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86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86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187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187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188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188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188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188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188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189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189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89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89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189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189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190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190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190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190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190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190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190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190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190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190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191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191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191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91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91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91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91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91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92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192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192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192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192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193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193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193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193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193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193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194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194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194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194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195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195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195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195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195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195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195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195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195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195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195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195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195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195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195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195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195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196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192" name="Weave text 196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3" name="Line 197: 07 / 11"/>
          <p:cNvGrpSpPr/>
          <p:nvPr/>
        </p:nvGrpSpPr>
        <p:grpSpPr>
          <a:xfrm>
            <a:off x="11223278" y="6496050"/>
            <a:ext cx="397222" cy="190500"/>
            <a:chOff x="11223278" y="6496050"/>
            <a:chExt cx="397222" cy="190500"/>
          </a:xfrm>
        </p:grpSpPr>
        <p:sp>
          <p:nvSpPr>
            <p:cNvPr id="194" name="Weave text 197: 07 / 11"/>
            <p:cNvSpPr txBox="1"/>
            <p:nvPr/>
          </p:nvSpPr>
          <p:spPr>
            <a:xfrm>
              <a:off x="11223278" y="6496050"/>
              <a:ext cx="3972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98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198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99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199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99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99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99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99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99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99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99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99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99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99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99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00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200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00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00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00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00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00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00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00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00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00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00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00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00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00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00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00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00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00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00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00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00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00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201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201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01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201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202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202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02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02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02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02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203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203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03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03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03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03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204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204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04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04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04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205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205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205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205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205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205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205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205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206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206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207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207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08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08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08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08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08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08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09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09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09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09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09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09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10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10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10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10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10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10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11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11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11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11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11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11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11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11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12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12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13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13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14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14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14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14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14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14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14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14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15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15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15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15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15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15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15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15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16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16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16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16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16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16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16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16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16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16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17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17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17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17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17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17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17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18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18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19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19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20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20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20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20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20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20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20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20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21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21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21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21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21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21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21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21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22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22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22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22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22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22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22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22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22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22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23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23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23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23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23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23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23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24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24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25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25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26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26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26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26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26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26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26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26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26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26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27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27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27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27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27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27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27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27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28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28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28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28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28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28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28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28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29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29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29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29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29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29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29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30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30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30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30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30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30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30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30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30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31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31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31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31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31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31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31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31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31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32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32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32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32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32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32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32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32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32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32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33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40" name="Weave text 233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1" name="Line 234: 08 / 11"/>
          <p:cNvGrpSpPr/>
          <p:nvPr/>
        </p:nvGrpSpPr>
        <p:grpSpPr>
          <a:xfrm>
            <a:off x="11171188" y="6486525"/>
            <a:ext cx="449312" cy="190500"/>
            <a:chOff x="11171188" y="6486525"/>
            <a:chExt cx="449312" cy="190500"/>
          </a:xfrm>
        </p:grpSpPr>
        <p:sp>
          <p:nvSpPr>
            <p:cNvPr id="242" name="Weave text 234: 08 / 11"/>
            <p:cNvSpPr txBox="1"/>
            <p:nvPr/>
          </p:nvSpPr>
          <p:spPr>
            <a:xfrm>
              <a:off x="11171188" y="6486525"/>
              <a:ext cx="44931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35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35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36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36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36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36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36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36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36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36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36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36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36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37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37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37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37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37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37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37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37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37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37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37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37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37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37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37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38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38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39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39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39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39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39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39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39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39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39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39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39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40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40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40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40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40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40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40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40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40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40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40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40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40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40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40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40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40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40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40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40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40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40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40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40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40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40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40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40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40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41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41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41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41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41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41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41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41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41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41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41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41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41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41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41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41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41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41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41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41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41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42: Google Gemini도 허용된 알림을 읽고 요약합니다.">
            <a:hlinkClick r:id="rIdWeaveLink242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42: Google Gemini">
              <a:hlinkClick r:id="rIdWeaveLink242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42: 도">
              <a:hlinkClick r:id="rIdWeaveLink242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42:  ">
              <a:hlinkClick r:id="rIdWeaveLink242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42: 허용된">
              <a:hlinkClick r:id="rIdWeaveLink242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42:  ">
              <a:hlinkClick r:id="rIdWeaveLink242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42: 알림을">
              <a:hlinkClick r:id="rIdWeaveLink242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42:  ">
              <a:hlinkClick r:id="rIdWeaveLink242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42: 읽고">
              <a:hlinkClick r:id="rIdWeaveLink242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42:  ">
              <a:hlinkClick r:id="rIdWeaveLink242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42: 요약합니다">
              <a:hlinkClick r:id="rIdWeaveLink242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42: .">
              <a:hlinkClick r:id="rIdWeaveLink242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43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43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43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43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43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43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43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43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43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43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43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43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43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43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43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43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43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43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44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44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45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45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45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45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45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45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45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45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45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45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45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45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45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45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45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46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46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46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46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46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46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46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46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46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46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46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46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46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46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46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46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46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46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46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46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46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46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46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46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46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46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46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46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47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47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47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47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47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47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47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47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47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47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47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47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47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47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47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47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47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47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47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48: Android WorkManager는 충전·유휴 등의 실행 조건을 지원합">
            <a:hlinkClick r:id="rIdWeaveLink248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48: Android WorkManager">
              <a:hlinkClick r:id="rIdWeaveLink248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48: 는">
              <a:hlinkClick r:id="rIdWeaveLink248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48:  ">
              <a:hlinkClick r:id="rIdWeaveLink248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48: 충전">
              <a:hlinkClick r:id="rIdWeaveLink248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48: ·">
              <a:hlinkClick r:id="rIdWeaveLink248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48: 유휴">
              <a:hlinkClick r:id="rIdWeaveLink248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48:  ">
              <a:hlinkClick r:id="rIdWeaveLink248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48: 등의">
              <a:hlinkClick r:id="rIdWeaveLink248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48:  ">
              <a:hlinkClick r:id="rIdWeaveLink248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48: 실행">
              <a:hlinkClick r:id="rIdWeaveLink248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48:  ">
              <a:hlinkClick r:id="rIdWeaveLink248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48: 조건을">
              <a:hlinkClick r:id="rIdWeaveLink248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48:  ">
              <a:hlinkClick r:id="rIdWeaveLink248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48: 지원합니다">
              <a:hlinkClick r:id="rIdWeaveLink248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48: .">
              <a:hlinkClick r:id="rIdWeaveLink248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49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49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49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49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49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49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49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49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49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49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49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49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49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49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49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49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50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50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51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51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51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51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51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51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51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51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51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51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51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51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51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52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52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52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52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52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52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52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52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52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52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52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52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52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52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52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52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52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52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52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52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52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52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52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52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52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52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52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52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52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52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52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52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53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53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53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53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53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53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53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53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53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53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53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53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53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53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53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53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53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53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53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53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53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53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53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54: Keystore로 저장소의 암호화 키를 보호합니다.">
            <a:hlinkClick r:id="rIdWeaveLink254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54: Keystore">
              <a:hlinkClick r:id="rIdWeaveLink254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54: 로">
              <a:hlinkClick r:id="rIdWeaveLink254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54:  ">
              <a:hlinkClick r:id="rIdWeaveLink254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54: 저장소의">
              <a:hlinkClick r:id="rIdWeaveLink254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54:  ">
              <a:hlinkClick r:id="rIdWeaveLink254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54: 암호화">
              <a:hlinkClick r:id="rIdWeaveLink254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54:  ">
              <a:hlinkClick r:id="rIdWeaveLink254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54: 키를">
              <a:hlinkClick r:id="rIdWeaveLink254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54:  ">
              <a:hlinkClick r:id="rIdWeaveLink254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54: 보호합니다">
              <a:hlinkClick r:id="rIdWeaveLink254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54: .">
              <a:hlinkClick r:id="rIdWeaveLink254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55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55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55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55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55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55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55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55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55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55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55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55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55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55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55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55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55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55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55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55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55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55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56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56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56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56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56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56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56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56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56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56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56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56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56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56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56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56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56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56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56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56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56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56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56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56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56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57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50" name="Weave text 257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51" name="Line 258: 09 / 11"/>
          <p:cNvGrpSpPr/>
          <p:nvPr/>
        </p:nvGrpSpPr>
        <p:grpSpPr>
          <a:xfrm>
            <a:off x="11171039" y="6486525"/>
            <a:ext cx="449461" cy="190500"/>
            <a:chOff x="11171039" y="6486525"/>
            <a:chExt cx="449461" cy="190500"/>
          </a:xfrm>
        </p:grpSpPr>
        <p:sp>
          <p:nvSpPr>
            <p:cNvPr id="352" name="Weave text 258: 09 / 11"/>
            <p:cNvSpPr txBox="1"/>
            <p:nvPr/>
          </p:nvSpPr>
          <p:spPr>
            <a:xfrm>
              <a:off x="11171039" y="6486525"/>
              <a:ext cx="44946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59: 10 / DIFFERENTIATION"/>
          <p:cNvGrpSpPr/>
          <p:nvPr/>
        </p:nvGrpSpPr>
        <p:grpSpPr>
          <a:xfrm>
            <a:off x="609600" y="371475"/>
            <a:ext cx="1547366" cy="205740"/>
            <a:chOff x="609600" y="371475"/>
            <a:chExt cx="1547366" cy="205740"/>
          </a:xfrm>
        </p:grpSpPr>
        <p:sp>
          <p:nvSpPr>
            <p:cNvPr id="4" name="Weave text 259: 10 / DIFFERENTIATION"/>
            <p:cNvSpPr txBox="1"/>
            <p:nvPr/>
          </p:nvSpPr>
          <p:spPr>
            <a:xfrm>
              <a:off x="609600" y="371475"/>
              <a:ext cx="154736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60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60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6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60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60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60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60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60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60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60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60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60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60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61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61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61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61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61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61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61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61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61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61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61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61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61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61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61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61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61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61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61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61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61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61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61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61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61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62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62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62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62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63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63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64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64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65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65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66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66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267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267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268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268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69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269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270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270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271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271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272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272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273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273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73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73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274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274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74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74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74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74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74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74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75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275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75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75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75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75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75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75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276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276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76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76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76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76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76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276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76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76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277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277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77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77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77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77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278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278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78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78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79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279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79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79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280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280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80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80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80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80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281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281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81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81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81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81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282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282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82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82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82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282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282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282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283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283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283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283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283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283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283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283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283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283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84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284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284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284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284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284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285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285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285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285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85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85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85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85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286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286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286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286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86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86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86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86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287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287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87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87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287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287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288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288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88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88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289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289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89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89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89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89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290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290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90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90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90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90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90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90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291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291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291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91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91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91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91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91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292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292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92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92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92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92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92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92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92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292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293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293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93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93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93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93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93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93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93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93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294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294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94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94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94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294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294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294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295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295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296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296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297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297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98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298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98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98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98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98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299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299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300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300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300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300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300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300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301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301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302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302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303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303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304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304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305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305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305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305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305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305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305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305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305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305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305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305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306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306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307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307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308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308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308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308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308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308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309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309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10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10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10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10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10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10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11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11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12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12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12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12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12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12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12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12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13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13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14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14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15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15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16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16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17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17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17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17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17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17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17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17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17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17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17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17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17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17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17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17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17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17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17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17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17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17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17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17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17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17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17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17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17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17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17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18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18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18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18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18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18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18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18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18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18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18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18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19: 삼성">
            <a:hlinkClick r:id="rIdWeaveLink319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19: 삼성">
              <a:hlinkClick r:id="rIdWeaveLink319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20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20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21: 카카오">
            <a:hlinkClick r:id="rIdWeaveLink321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21: 카카오">
              <a:hlinkClick r:id="rIdWeaveLink321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22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22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22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22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22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22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22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22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22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22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22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22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22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22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22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22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22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22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22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22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23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69" name="Weave text 323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0" name="Line 324: 10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371" name="Weave text 324: 10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25: 11 / THE IMPACT"/>
          <p:cNvGrpSpPr/>
          <p:nvPr/>
        </p:nvGrpSpPr>
        <p:grpSpPr>
          <a:xfrm>
            <a:off x="609600" y="371475"/>
            <a:ext cx="1142554" cy="205740"/>
            <a:chOff x="609600" y="371475"/>
            <a:chExt cx="1142554" cy="205740"/>
          </a:xfrm>
        </p:grpSpPr>
        <p:sp>
          <p:nvSpPr>
            <p:cNvPr id="4" name="Weave text 325: 11 / THE IMPACT"/>
            <p:cNvSpPr txBox="1"/>
            <p:nvPr/>
          </p:nvSpPr>
          <p:spPr>
            <a:xfrm>
              <a:off x="609600" y="371475"/>
              <a:ext cx="114255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26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26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26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26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27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27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27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27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27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28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28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28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28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28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28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29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29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29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29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29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29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29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29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29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29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29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30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30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30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30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30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30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30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30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30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30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31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31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31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31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31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31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31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31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31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32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32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32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32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32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32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32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32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32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33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33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33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33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33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33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33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33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33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33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33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33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33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33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34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34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34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34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34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34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34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34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34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34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34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34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34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34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34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35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35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35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35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35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35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35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35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35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35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35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35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35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35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35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36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36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36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36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36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36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36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37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37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37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37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37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37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37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37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37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37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37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37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38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38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38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38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38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38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38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38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38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38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38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38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38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38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38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39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39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39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39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39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39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39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39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39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39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39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39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39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39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39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39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39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40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40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40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40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40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40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40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40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40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41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41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41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41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41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41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41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41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41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41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41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41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41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41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41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42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42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42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42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42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42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42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42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42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42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42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42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42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42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42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42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42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42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42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43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43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43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43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43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43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43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43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43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43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43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43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43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43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43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43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43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43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43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43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43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44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19" name="Weave text 344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345: 11 / 11"/>
          <p:cNvGrpSpPr/>
          <p:nvPr/>
        </p:nvGrpSpPr>
        <p:grpSpPr>
          <a:xfrm>
            <a:off x="11212711" y="6486525"/>
            <a:ext cx="407789" cy="190500"/>
            <a:chOff x="11212711" y="6486525"/>
            <a:chExt cx="407789" cy="190500"/>
          </a:xfrm>
        </p:grpSpPr>
        <p:sp>
          <p:nvSpPr>
            <p:cNvPr id="221" name="Weave text 345: 11 / 11"/>
            <p:cNvSpPr txBox="1"/>
            <p:nvPr/>
          </p:nvSpPr>
          <p:spPr>
            <a:xfrm>
              <a:off x="11212711" y="6486525"/>
              <a:ext cx="4077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