
<file path=[Content_Types].xml><?xml version="1.0" encoding="utf-8"?>
<Types xmlns="http://schemas.openxmlformats.org/package/2006/content-types">
  <Default ContentType="application/vnd.openxmlformats-package.relationships+xml" Extension="rels"/>
  <Default ContentType="application/xml" Extension="xml"/>
  <Default ContentType="image/png" Extension="png"/>
  <Default ContentType="image/jpeg" Extension="jpeg"/>
  <Default ContentType="image/jpeg" Extension="jpg"/>
  <Default ContentType="video/mp4" Extension="mp4"/>
  <Override ContentType="application/vnd.openxmlformats-officedocument.presentationml.presentation.main+xml" PartName="/ppt/presentation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theme+xml" PartName="/ppt/theme/theme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presentationml.tableStyles+xml" PartName="/ppt/tableStyles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Default Extension="svg" ContentType="image/svg+xml"/>
  <Default Extension="fntdata" ContentType="application/x-fontdata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embeddedFontLst>
    <p:embeddedFont>
      <p:font typeface="Inter"/>
      <p:regular r:id="rIdWeaveFont1"/>
      <p:bold r:id="rIdWeaveFont4"/>
    </p:embeddedFont>
    <p:embeddedFont>
      <p:font typeface="Inter Medium"/>
      <p:regular r:id="rIdWeaveFont2"/>
    </p:embeddedFont>
    <p:embeddedFont>
      <p:font typeface="Inter SemiBold"/>
      <p:regular r:id="rIdWeaveFont3"/>
    </p:embeddedFont>
    <p:embeddedFont>
      <p:font typeface="Noto Sans KR"/>
      <p:regular r:id="rIdWeaveFont5"/>
      <p:bold r:id="rIdWeaveFont8"/>
    </p:embeddedFont>
    <p:embeddedFont>
      <p:font typeface="Noto Sans KR Medium"/>
      <p:regular r:id="rIdWeaveFont6"/>
    </p:embeddedFont>
    <p:embeddedFont>
      <p:font typeface="Noto Sans KR SemiBold"/>
      <p:regular r:id="rIdWeaveFont7"/>
    </p:embeddedFont>
  </p:embeddedFontLst>
  <p:defaultTextStyle xmlns:a="http://schemas.openxmlformats.org/drawingml/2006/main">
    <a:defPPr>
      <a:defRPr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>
      <p:cViewPr varScale="1">
        <p:scale>
          <a:sx n="90" d="100"/>
          <a:sy n="90" d="100"/>
        </p:scale>
        <p:origin x="120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WeaveFont1" Type="http://schemas.openxmlformats.org/officeDocument/2006/relationships/font" Target="fonts/weave-font-1.fntdata"/><Relationship Id="rIdWeaveFont2" Type="http://schemas.openxmlformats.org/officeDocument/2006/relationships/font" Target="fonts/weave-font-2.fntdata"/><Relationship Id="rIdWeaveFont3" Type="http://schemas.openxmlformats.org/officeDocument/2006/relationships/font" Target="fonts/weave-font-3.fntdata"/><Relationship Id="rIdWeaveFont4" Type="http://schemas.openxmlformats.org/officeDocument/2006/relationships/font" Target="fonts/weave-font-4.fntdata"/><Relationship Id="rIdWeaveFont5" Type="http://schemas.openxmlformats.org/officeDocument/2006/relationships/font" Target="fonts/weave-font-5.fntdata"/><Relationship Id="rIdWeaveFont6" Type="http://schemas.openxmlformats.org/officeDocument/2006/relationships/font" Target="fonts/weave-font-6.fntdata"/><Relationship Id="rIdWeaveFont7" Type="http://schemas.openxmlformats.org/officeDocument/2006/relationships/font" Target="fonts/weave-font-7.fntdata"/><Relationship Id="rIdWeaveFont8" Type="http://schemas.openxmlformats.org/officeDocument/2006/relationships/font" Target="fonts/weave-font-8.fntdata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idx="10" sz="half"/>
          </p:nvPr>
        </p:nvSpPr>
        <p:spPr/>
        <p:txBody>
          <a:bodyPr/>
          <a:lstStyle/>
          <a:p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idx="11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 sz="quarter"/>
          </p:nvPr>
        </p:nvSpPr>
        <p:spPr/>
        <p:txBody>
          <a:bodyPr/>
          <a:lstStyle/>
          <a:p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dt="0" hdr="0" ftr="0" sldNum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ct val="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indent="-228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4" Type="http://schemas.openxmlformats.org/officeDocument/2006/relationships/image" Target="../media/Presenton_Native_Image_3.png"/><Relationship Id="rId6" Type="http://schemas.openxmlformats.org/officeDocument/2006/relationships/image" Target="../media/presenton-native-svg-1-1.svg"/><Relationship Id="rId7" Type="http://schemas.openxmlformats.org/officeDocument/2006/relationships/image" Target="../media/presenton-native-svg-2-1.svg"/><Relationship Id="rId8" Type="http://schemas.openxmlformats.org/officeDocument/2006/relationships/image" Target="../media/presenton-native-svg-3-1.svg"/><Relationship Id="rIdWeaveVisualLayer" Type="http://schemas.openxmlformats.org/officeDocument/2006/relationships/image" Target="../media/weave-0922-background-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Presenton_Native_Image_5.png"/><Relationship Id="rId4" Type="http://schemas.openxmlformats.org/officeDocument/2006/relationships/image" Target="../media/Presenton_Native_Image_6.png"/><Relationship Id="rId7" Type="http://schemas.openxmlformats.org/officeDocument/2006/relationships/image" Target="../media/Presenton_Native_Image_12.png"/><Relationship Id="rId8" Type="http://schemas.openxmlformats.org/officeDocument/2006/relationships/image" Target="../media/presenton-native-svg-4-2.svg"/><Relationship Id="rId9" Type="http://schemas.openxmlformats.org/officeDocument/2006/relationships/image" Target="../media/presenton-native-svg-5-2.svg"/><Relationship Id="rId10" Type="http://schemas.openxmlformats.org/officeDocument/2006/relationships/image" Target="../media/presenton-native-svg-6-2.svg"/><Relationship Id="rIdWeaveVisualLayer" Type="http://schemas.openxmlformats.org/officeDocument/2006/relationships/image" Target="../media/weave-0922-background-2.png"/><Relationship Id="rIdWeaveLink52" Type="http://schemas.openxmlformats.org/officeDocument/2006/relationships/hyperlink" Target="https://www.microsoft.com/en-us/worklab/work-trend-index/will-ai-fix-work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Presenton_Native_Image_13.png"/><Relationship Id="rId3" Type="http://schemas.openxmlformats.org/officeDocument/2006/relationships/image" Target="../media/Presenton_Native_Image_15.png"/><Relationship Id="rId4" Type="http://schemas.openxmlformats.org/officeDocument/2006/relationships/image" Target="../media/Presenton_Native_Image_16.png"/><Relationship Id="rIdWeaveVisualLayer" Type="http://schemas.openxmlformats.org/officeDocument/2006/relationships/image" Target="../media/weave-0922-background-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Presenton_Native_Image_17.png"/><Relationship Id="rId3" Type="http://schemas.openxmlformats.org/officeDocument/2006/relationships/image" Target="../media/Presenton_Native_Image_18.png"/><Relationship Id="rId4" Type="http://schemas.openxmlformats.org/officeDocument/2006/relationships/image" Target="../media/Presenton_Native_Image_19.png"/><Relationship Id="rIdWeaveVisualLayer" Type="http://schemas.openxmlformats.org/officeDocument/2006/relationships/image" Target="../media/weave-0922-background-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5" Type="http://schemas.openxmlformats.org/officeDocument/2006/relationships/image" Target="../media/Presenton_Native_Image_23.png"/><Relationship Id="rId6" Type="http://schemas.openxmlformats.org/officeDocument/2006/relationships/image" Target="../media/Presenton_Native_Image_24.png"/><Relationship Id="rId8" Type="http://schemas.openxmlformats.org/officeDocument/2006/relationships/image" Target="../media/Presenton_Native_Image_27.png"/><Relationship Id="rId10" Type="http://schemas.openxmlformats.org/officeDocument/2006/relationships/image" Target="../media/presenton-native-svg-7-5.svg"/><Relationship Id="rId11" Type="http://schemas.openxmlformats.org/officeDocument/2006/relationships/image" Target="../media/presenton-native-svg-8-5.svg"/><Relationship Id="rId12" Type="http://schemas.openxmlformats.org/officeDocument/2006/relationships/image" Target="../media/presenton-native-svg-9-5.svg"/><Relationship Id="rId13" Type="http://schemas.openxmlformats.org/officeDocument/2006/relationships/image" Target="../media/presenton-native-svg-10-5.svg"/><Relationship Id="rId14" Type="http://schemas.openxmlformats.org/officeDocument/2006/relationships/image" Target="../media/presenton-native-svg-11-5.svg"/><Relationship Id="rIdWeaveVisualLayer" Type="http://schemas.openxmlformats.org/officeDocument/2006/relationships/image" Target="../media/weave-0922-background-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7" Type="http://schemas.openxmlformats.org/officeDocument/2006/relationships/image" Target="../media/presenton-native-svg-12-6.svg"/><Relationship Id="rId8" Type="http://schemas.openxmlformats.org/officeDocument/2006/relationships/image" Target="../media/presenton-native-svg-13-6.svg"/><Relationship Id="rId9" Type="http://schemas.openxmlformats.org/officeDocument/2006/relationships/image" Target="../media/presenton-native-svg-14-6.svg"/><Relationship Id="rId10" Type="http://schemas.openxmlformats.org/officeDocument/2006/relationships/image" Target="../media/presenton-native-svg-15-6.svg"/><Relationship Id="rId11" Type="http://schemas.openxmlformats.org/officeDocument/2006/relationships/image" Target="../media/presenton-native-svg-16-6.svg"/><Relationship Id="rIdWeaveVisualLayer" Type="http://schemas.openxmlformats.org/officeDocument/2006/relationships/image" Target="../media/weave-0922-background-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5" Type="http://schemas.openxmlformats.org/officeDocument/2006/relationships/image" Target="../media/Presenton_Native_Image_38.png"/><Relationship Id="rId6" Type="http://schemas.openxmlformats.org/officeDocument/2006/relationships/image" Target="../media/Presenton_Native_Image_39.png"/><Relationship Id="rId8" Type="http://schemas.openxmlformats.org/officeDocument/2006/relationships/image" Target="../media/Presenton_Native_Image_41.png"/><Relationship Id="rId9" Type="http://schemas.openxmlformats.org/officeDocument/2006/relationships/image" Target="../media/Presenton_Native_Image_42.png"/><Relationship Id="rId10" Type="http://schemas.openxmlformats.org/officeDocument/2006/relationships/image" Target="../media/presenton-native-svg-17-7.svg"/><Relationship Id="rId11" Type="http://schemas.openxmlformats.org/officeDocument/2006/relationships/image" Target="../media/presenton-native-svg-18-7.svg"/><Relationship Id="rId12" Type="http://schemas.openxmlformats.org/officeDocument/2006/relationships/image" Target="../media/presenton-native-svg-19-7.svg"/><Relationship Id="rId13" Type="http://schemas.openxmlformats.org/officeDocument/2006/relationships/image" Target="../media/presenton-native-svg-20-7.svg"/><Relationship Id="rIdWeaveVisualLayer" Type="http://schemas.openxmlformats.org/officeDocument/2006/relationships/image" Target="../media/weave-0922-background-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Presenton_Native_Image_44.png"/><Relationship Id="rId5" Type="http://schemas.openxmlformats.org/officeDocument/2006/relationships/image" Target="../media/presenton-native-svg-21-8.svg"/><Relationship Id="rId6" Type="http://schemas.openxmlformats.org/officeDocument/2006/relationships/image" Target="../media/presenton-native-svg-22-8.svg"/><Relationship Id="rIdWeaveVisualLayer" Type="http://schemas.openxmlformats.org/officeDocument/2006/relationships/image" Target="../media/weave-0922-background-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Presenton_Native_Image_47.png"/><Relationship Id="rId3" Type="http://schemas.openxmlformats.org/officeDocument/2006/relationships/image" Target="../media/Presenton_Native_Image_48.png"/><Relationship Id="rIdWeaveVisualLayer" Type="http://schemas.openxmlformats.org/officeDocument/2006/relationships/image" Target="../media/weave-0922-background-9.png"/><Relationship Id="rIdWeaveLink259" Type="http://schemas.openxmlformats.org/officeDocument/2006/relationships/hyperlink" Target="https://support.google.com/android/answer/15235441?hl=ko" TargetMode="External"/><Relationship Id="rIdWeaveLink265" Type="http://schemas.openxmlformats.org/officeDocument/2006/relationships/hyperlink" Target="https://developer.android.com/develop/background-work/background-tasks/persistent/getting-started/define-work#work-constraints" TargetMode="External"/><Relationship Id="rIdWeaveLink271" Type="http://schemas.openxmlformats.org/officeDocument/2006/relationships/hyperlink" Target="https://developer.android.com/privacy-and-security/keystore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Presenton_Native_Image_50.png"/><Relationship Id="rId3" Type="http://schemas.openxmlformats.org/officeDocument/2006/relationships/image" Target="../media/Presenton_Native_Image_51.png"/><Relationship Id="rId4" Type="http://schemas.openxmlformats.org/officeDocument/2006/relationships/image" Target="../media/Presenton_Native_Image_52.png"/><Relationship Id="rId5" Type="http://schemas.openxmlformats.org/officeDocument/2006/relationships/image" Target="../media/Presenton_Native_Image_53.png"/><Relationship Id="rId6" Type="http://schemas.openxmlformats.org/officeDocument/2006/relationships/image" Target="../media/Presenton_Native_Image_54.png"/><Relationship Id="rId7" Type="http://schemas.openxmlformats.org/officeDocument/2006/relationships/image" Target="../media/Presenton_Native_Image_56.png"/><Relationship Id="rIdWeaveVisualLayer" Type="http://schemas.openxmlformats.org/officeDocument/2006/relationships/image" Target="../media/weave-0922-background-10.png"/><Relationship Id="rIdWeaveLink336" Type="http://schemas.openxmlformats.org/officeDocument/2006/relationships/hyperlink" Target="https://www.samsung.com/us/support/answer/ANS10010355/" TargetMode="External"/><Relationship Id="rIdWeaveLink338" Type="http://schemas.openxmlformats.org/officeDocument/2006/relationships/hyperlink" Target="https://kanana.kakao.com/chat/policy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Presenton_Native_Image_59.png"/><Relationship Id="rId4" Type="http://schemas.openxmlformats.org/officeDocument/2006/relationships/image" Target="../media/presenton-native-svg-23-11.svg"/><Relationship Id="rIdWeaveVisualLayer" Type="http://schemas.openxmlformats.org/officeDocument/2006/relationships/image" Target="../media/weave-0922-background-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TML visual layer (text is separately editable)"/>
          <p:cNvPicPr>
            <a:picLocks noChangeAspect="1"/>
          </p:cNvPicPr>
          <p:nvPr/>
        </p:nvPicPr>
        <p:blipFill>
          <a:blip r:embed="rIdWeaveVisualLayer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3" name="Line 1: Weave Assist"/>
          <p:cNvGrpSpPr/>
          <p:nvPr/>
        </p:nvGrpSpPr>
        <p:grpSpPr>
          <a:xfrm>
            <a:off x="609600" y="390525"/>
            <a:ext cx="959048" cy="281940"/>
            <a:chOff x="609600" y="390525"/>
            <a:chExt cx="959048" cy="281940"/>
          </a:xfrm>
        </p:grpSpPr>
        <p:sp>
          <p:nvSpPr>
            <p:cNvPr id="4" name="Weave text 1: Weave Assist"/>
            <p:cNvSpPr txBox="1"/>
            <p:nvPr/>
          </p:nvSpPr>
          <p:spPr>
            <a:xfrm>
              <a:off x="609600" y="390525"/>
              <a:ext cx="959048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48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200" b="0" i="0" spc="-48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Weave Assist</a:t>
              </a:r>
              <a:endParaRPr sz="1200" b="0" i="0" spc="-48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5" name="Line 2: ON-DEVICE AI · CONCEPT PROPOSAL"/>
          <p:cNvGrpSpPr/>
          <p:nvPr/>
        </p:nvGrpSpPr>
        <p:grpSpPr>
          <a:xfrm>
            <a:off x="9223474" y="419100"/>
            <a:ext cx="2397026" cy="205740"/>
            <a:chOff x="9223474" y="419100"/>
            <a:chExt cx="2397026" cy="205740"/>
          </a:xfrm>
        </p:grpSpPr>
        <p:sp>
          <p:nvSpPr>
            <p:cNvPr id="6" name="Weave text 2: ON-DEVICE AI · CONCEPT PROPOSAL"/>
            <p:cNvSpPr txBox="1"/>
            <p:nvPr/>
          </p:nvSpPr>
          <p:spPr>
            <a:xfrm>
              <a:off x="9223474" y="419100"/>
              <a:ext cx="2397026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11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11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ON-DEVICE AI · CONCEPT PROPOSAL</a:t>
              </a:r>
              <a:endParaRPr sz="825" b="0" i="0" spc="116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7" name="Line 3: 그때 그거?"/>
          <p:cNvGrpSpPr/>
          <p:nvPr/>
        </p:nvGrpSpPr>
        <p:grpSpPr>
          <a:xfrm>
            <a:off x="609600" y="1590675"/>
            <a:ext cx="2272457" cy="906780"/>
            <a:chOff x="609600" y="1590675"/>
            <a:chExt cx="2272457" cy="906780"/>
          </a:xfrm>
        </p:grpSpPr>
        <p:sp>
          <p:nvSpPr>
            <p:cNvPr id="8" name="Weave text 3: 그때"/>
            <p:cNvSpPr txBox="1"/>
            <p:nvPr/>
          </p:nvSpPr>
          <p:spPr>
            <a:xfrm>
              <a:off x="609600" y="1590675"/>
              <a:ext cx="971996" cy="8242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4275" b="0" i="0" spc="-256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4275" b="0" i="0" spc="-256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그때</a:t>
              </a:r>
              <a:endParaRPr sz="4275" b="0" i="0" spc="-256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9" name="Weave text 3:  "/>
            <p:cNvSpPr txBox="1"/>
            <p:nvPr/>
          </p:nvSpPr>
          <p:spPr>
            <a:xfrm>
              <a:off x="1543348" y="1590675"/>
              <a:ext cx="142429" cy="6950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4275" b="0" i="0" spc="-256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4275" b="0" i="0" spc="-256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4275" b="0" i="0" spc="-256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0" name="Weave text 3: 그거"/>
            <p:cNvSpPr txBox="1"/>
            <p:nvPr/>
          </p:nvSpPr>
          <p:spPr>
            <a:xfrm>
              <a:off x="1647527" y="1590675"/>
              <a:ext cx="972145" cy="8242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4275" b="0" i="0" spc="-256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4275" b="0" i="0" spc="-256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그거</a:t>
              </a:r>
              <a:endParaRPr sz="4275" b="0" i="0" spc="-256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1" name="Weave text 3: ?"/>
            <p:cNvSpPr txBox="1"/>
            <p:nvPr/>
          </p:nvSpPr>
          <p:spPr>
            <a:xfrm>
              <a:off x="2581424" y="1590675"/>
              <a:ext cx="300633" cy="6950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4275" b="0" i="0" spc="-256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4275" b="0" i="0" spc="-256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?</a:t>
              </a:r>
              <a:endParaRPr sz="4275" b="0" i="0" spc="-256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2" name="Line 4: Weave"/>
          <p:cNvGrpSpPr/>
          <p:nvPr/>
        </p:nvGrpSpPr>
        <p:grpSpPr>
          <a:xfrm>
            <a:off x="609600" y="2292400"/>
            <a:ext cx="2310854" cy="1226820"/>
            <a:chOff x="609600" y="2292400"/>
            <a:chExt cx="2310854" cy="1226820"/>
          </a:xfrm>
        </p:grpSpPr>
        <p:sp>
          <p:nvSpPr>
            <p:cNvPr id="13" name="Weave text 4: Weave"/>
            <p:cNvSpPr txBox="1"/>
            <p:nvPr/>
          </p:nvSpPr>
          <p:spPr>
            <a:xfrm>
              <a:off x="609600" y="2292400"/>
              <a:ext cx="2310854" cy="937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850" b="1" i="0" spc="-322" kern="0" lang="ko-KR" altLang="en-US" dirty="0">
                  <a:solidFill>
                    <a:srgbClr val="C5B2FF"/>
                  </a:solidFill>
                  <a:latin typeface="Inter"/>
                  <a:ea typeface="Inter"/>
                  <a:cs typeface="Inter"/>
                </a:defRPr>
              </a:pPr>
              <a:r>
                <a:rPr sz="5850" b="1" i="0" spc="-322" kern="0" lang="ko-KR" altLang="en-US" dirty="0">
                  <a:solidFill>
                    <a:srgbClr val="C5B2FF"/>
                  </a:solidFill>
                  <a:latin typeface="Inter"/>
                  <a:ea typeface="Inter"/>
                  <a:cs typeface="Inter"/>
                </a:rPr>
                <a:t xml:space="preserve">Weave</a:t>
              </a:r>
              <a:endParaRPr sz="5850" b="1" i="0" spc="-322" kern="0" lang="ko-KR" altLang="en-US" dirty="0">
                <a:solidFill>
                  <a:srgbClr val="C5B2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4" name="Line 5:  got it!"/>
          <p:cNvGrpSpPr/>
          <p:nvPr/>
        </p:nvGrpSpPr>
        <p:grpSpPr>
          <a:xfrm>
            <a:off x="3568154" y="2292400"/>
            <a:ext cx="1984772" cy="1226820"/>
            <a:chOff x="3568154" y="2292400"/>
            <a:chExt cx="1984772" cy="1226820"/>
          </a:xfrm>
        </p:grpSpPr>
        <p:sp>
          <p:nvSpPr>
            <p:cNvPr id="15" name="Weave text 5:  got it!"/>
            <p:cNvSpPr txBox="1"/>
            <p:nvPr/>
          </p:nvSpPr>
          <p:spPr>
            <a:xfrm>
              <a:off x="3568154" y="2292400"/>
              <a:ext cx="1984772" cy="937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850" b="1" i="0" spc="-322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5850" b="1" i="0" spc="-322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got it!</a:t>
              </a:r>
              <a:endParaRPr sz="5850" b="1" i="0" spc="-322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6" name="Line 6: 흩어진 기억을 엮어,"/>
          <p:cNvGrpSpPr/>
          <p:nvPr/>
        </p:nvGrpSpPr>
        <p:grpSpPr>
          <a:xfrm>
            <a:off x="609600" y="3552081"/>
            <a:ext cx="1989832" cy="434340"/>
            <a:chOff x="609600" y="3552081"/>
            <a:chExt cx="1989832" cy="434340"/>
          </a:xfrm>
        </p:grpSpPr>
        <p:sp>
          <p:nvSpPr>
            <p:cNvPr id="17" name="Weave text 6: 흩어진"/>
            <p:cNvSpPr txBox="1"/>
            <p:nvPr/>
          </p:nvSpPr>
          <p:spPr>
            <a:xfrm>
              <a:off x="609600" y="3552081"/>
              <a:ext cx="699343" cy="39669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950" b="0" i="0" spc="-58" kern="0" lang="ko-KR" altLang="en-US" dirty="0">
                  <a:solidFill>
                    <a:srgbClr val="D9DFEB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950" b="0" i="0" spc="-58" kern="0" lang="ko-KR" altLang="en-US" dirty="0">
                  <a:solidFill>
                    <a:srgbClr val="D9DFEB"/>
                  </a:solidFill>
                  <a:latin typeface="Noto Sans KR"/>
                  <a:ea typeface="Noto Sans KR"/>
                  <a:cs typeface="Noto Sans KR"/>
                </a:rPr>
                <a:t xml:space="preserve">흩어진</a:t>
              </a:r>
              <a:endParaRPr sz="1950" b="0" i="0" spc="-58" kern="0" lang="ko-KR" altLang="en-US" dirty="0">
                <a:solidFill>
                  <a:srgbClr val="D9DFEB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" name="Weave text 6:  "/>
            <p:cNvSpPr txBox="1"/>
            <p:nvPr/>
          </p:nvSpPr>
          <p:spPr>
            <a:xfrm>
              <a:off x="1270695" y="3552081"/>
              <a:ext cx="100459" cy="3377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950" b="0" i="0" spc="-58" kern="0" lang="ko-KR" altLang="en-US" dirty="0">
                  <a:solidFill>
                    <a:srgbClr val="D9DFEB"/>
                  </a:solidFill>
                  <a:latin typeface="Inter"/>
                  <a:ea typeface="Inter"/>
                  <a:cs typeface="Inter"/>
                </a:defRPr>
              </a:pPr>
              <a:r>
                <a:rPr sz="1950" b="0" i="0" spc="-58" kern="0" lang="ko-KR" altLang="en-US" dirty="0">
                  <a:solidFill>
                    <a:srgbClr val="D9DFEB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950" b="0" i="0" spc="-58" kern="0" lang="ko-KR" altLang="en-US" dirty="0">
                <a:solidFill>
                  <a:srgbClr val="D9DFEB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" name="Weave text 6: 기억을"/>
            <p:cNvSpPr txBox="1"/>
            <p:nvPr/>
          </p:nvSpPr>
          <p:spPr>
            <a:xfrm>
              <a:off x="1332905" y="3552081"/>
              <a:ext cx="699492" cy="39669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950" b="0" i="0" spc="-58" kern="0" lang="ko-KR" altLang="en-US" dirty="0">
                  <a:solidFill>
                    <a:srgbClr val="D9DFEB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950" b="0" i="0" spc="-58" kern="0" lang="ko-KR" altLang="en-US" dirty="0">
                  <a:solidFill>
                    <a:srgbClr val="D9DFEB"/>
                  </a:solidFill>
                  <a:latin typeface="Noto Sans KR"/>
                  <a:ea typeface="Noto Sans KR"/>
                  <a:cs typeface="Noto Sans KR"/>
                </a:rPr>
                <a:t xml:space="preserve">기억을</a:t>
              </a:r>
              <a:endParaRPr sz="1950" b="0" i="0" spc="-58" kern="0" lang="ko-KR" altLang="en-US" dirty="0">
                <a:solidFill>
                  <a:srgbClr val="D9DFEB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" name="Weave text 6:  "/>
            <p:cNvSpPr txBox="1"/>
            <p:nvPr/>
          </p:nvSpPr>
          <p:spPr>
            <a:xfrm>
              <a:off x="1994148" y="3552081"/>
              <a:ext cx="100459" cy="3377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950" b="0" i="0" spc="-58" kern="0" lang="ko-KR" altLang="en-US" dirty="0">
                  <a:solidFill>
                    <a:srgbClr val="D9DFEB"/>
                  </a:solidFill>
                  <a:latin typeface="Inter"/>
                  <a:ea typeface="Inter"/>
                  <a:cs typeface="Inter"/>
                </a:defRPr>
              </a:pPr>
              <a:r>
                <a:rPr sz="1950" b="0" i="0" spc="-58" kern="0" lang="ko-KR" altLang="en-US" dirty="0">
                  <a:solidFill>
                    <a:srgbClr val="D9DFEB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950" b="0" i="0" spc="-58" kern="0" lang="ko-KR" altLang="en-US" dirty="0">
                <a:solidFill>
                  <a:srgbClr val="D9DFEB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" name="Weave text 6: 엮어"/>
            <p:cNvSpPr txBox="1"/>
            <p:nvPr/>
          </p:nvSpPr>
          <p:spPr>
            <a:xfrm>
              <a:off x="2056358" y="3552081"/>
              <a:ext cx="479078" cy="39669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950" b="0" i="0" spc="-58" kern="0" lang="ko-KR" altLang="en-US" dirty="0">
                  <a:solidFill>
                    <a:srgbClr val="D9DFEB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950" b="0" i="0" spc="-58" kern="0" lang="ko-KR" altLang="en-US" dirty="0">
                  <a:solidFill>
                    <a:srgbClr val="D9DFEB"/>
                  </a:solidFill>
                  <a:latin typeface="Noto Sans KR"/>
                  <a:ea typeface="Noto Sans KR"/>
                  <a:cs typeface="Noto Sans KR"/>
                </a:rPr>
                <a:t xml:space="preserve">엮어</a:t>
              </a:r>
              <a:endParaRPr sz="1950" b="0" i="0" spc="-58" kern="0" lang="ko-KR" altLang="en-US" dirty="0">
                <a:solidFill>
                  <a:srgbClr val="D9DFEB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" name="Weave text 6: ,"/>
            <p:cNvSpPr txBox="1"/>
            <p:nvPr/>
          </p:nvSpPr>
          <p:spPr>
            <a:xfrm>
              <a:off x="2497187" y="3552081"/>
              <a:ext cx="102245" cy="3377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950" b="0" i="0" spc="-58" kern="0" lang="ko-KR" altLang="en-US" dirty="0">
                  <a:solidFill>
                    <a:srgbClr val="D9DFEB"/>
                  </a:solidFill>
                  <a:latin typeface="Inter"/>
                  <a:ea typeface="Inter"/>
                  <a:cs typeface="Inter"/>
                </a:defRPr>
              </a:pPr>
              <a:r>
                <a:rPr sz="1950" b="0" i="0" spc="-58" kern="0" lang="ko-KR" altLang="en-US" dirty="0">
                  <a:solidFill>
                    <a:srgbClr val="D9DFEB"/>
                  </a:solidFill>
                  <a:latin typeface="Inter"/>
                  <a:ea typeface="Inter"/>
                  <a:cs typeface="Inter"/>
                </a:rPr>
                <a:t xml:space="preserve">,</a:t>
              </a:r>
              <a:endParaRPr sz="1950" b="0" i="0" spc="-58" kern="0" lang="ko-KR" altLang="en-US" dirty="0">
                <a:solidFill>
                  <a:srgbClr val="D9DFEB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3" name="Line 7: 필요한 순간 건넵니다."/>
          <p:cNvGrpSpPr/>
          <p:nvPr/>
        </p:nvGrpSpPr>
        <p:grpSpPr>
          <a:xfrm>
            <a:off x="609600" y="3960614"/>
            <a:ext cx="2210246" cy="434340"/>
            <a:chOff x="609600" y="3960614"/>
            <a:chExt cx="2210246" cy="434340"/>
          </a:xfrm>
        </p:grpSpPr>
        <p:sp>
          <p:nvSpPr>
            <p:cNvPr id="24" name="Weave text 7: 필요한"/>
            <p:cNvSpPr txBox="1"/>
            <p:nvPr/>
          </p:nvSpPr>
          <p:spPr>
            <a:xfrm>
              <a:off x="609600" y="3960614"/>
              <a:ext cx="699343" cy="39669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950" b="0" i="0" spc="-58" kern="0" lang="ko-KR" altLang="en-US" dirty="0">
                  <a:solidFill>
                    <a:srgbClr val="D9DFEB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950" b="0" i="0" spc="-58" kern="0" lang="ko-KR" altLang="en-US" dirty="0">
                  <a:solidFill>
                    <a:srgbClr val="D9DFEB"/>
                  </a:solidFill>
                  <a:latin typeface="Noto Sans KR"/>
                  <a:ea typeface="Noto Sans KR"/>
                  <a:cs typeface="Noto Sans KR"/>
                </a:rPr>
                <a:t xml:space="preserve">필요한</a:t>
              </a:r>
              <a:endParaRPr sz="1950" b="0" i="0" spc="-58" kern="0" lang="ko-KR" altLang="en-US" dirty="0">
                <a:solidFill>
                  <a:srgbClr val="D9DFEB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5" name="Weave text 7:  "/>
            <p:cNvSpPr txBox="1"/>
            <p:nvPr/>
          </p:nvSpPr>
          <p:spPr>
            <a:xfrm>
              <a:off x="1270695" y="3960614"/>
              <a:ext cx="100459" cy="3377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950" b="0" i="0" spc="-58" kern="0" lang="ko-KR" altLang="en-US" dirty="0">
                  <a:solidFill>
                    <a:srgbClr val="D9DFEB"/>
                  </a:solidFill>
                  <a:latin typeface="Inter"/>
                  <a:ea typeface="Inter"/>
                  <a:cs typeface="Inter"/>
                </a:defRPr>
              </a:pPr>
              <a:r>
                <a:rPr sz="1950" b="0" i="0" spc="-58" kern="0" lang="ko-KR" altLang="en-US" dirty="0">
                  <a:solidFill>
                    <a:srgbClr val="D9DFEB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950" b="0" i="0" spc="-58" kern="0" lang="ko-KR" altLang="en-US" dirty="0">
                <a:solidFill>
                  <a:srgbClr val="D9DFEB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6" name="Weave text 7: 순간"/>
            <p:cNvSpPr txBox="1"/>
            <p:nvPr/>
          </p:nvSpPr>
          <p:spPr>
            <a:xfrm>
              <a:off x="1332905" y="3960614"/>
              <a:ext cx="479078" cy="39669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950" b="0" i="0" spc="-58" kern="0" lang="ko-KR" altLang="en-US" dirty="0">
                  <a:solidFill>
                    <a:srgbClr val="D9DFEB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950" b="0" i="0" spc="-58" kern="0" lang="ko-KR" altLang="en-US" dirty="0">
                  <a:solidFill>
                    <a:srgbClr val="D9DFEB"/>
                  </a:solidFill>
                  <a:latin typeface="Noto Sans KR"/>
                  <a:ea typeface="Noto Sans KR"/>
                  <a:cs typeface="Noto Sans KR"/>
                </a:rPr>
                <a:t xml:space="preserve">순간</a:t>
              </a:r>
              <a:endParaRPr sz="1950" b="0" i="0" spc="-58" kern="0" lang="ko-KR" altLang="en-US" dirty="0">
                <a:solidFill>
                  <a:srgbClr val="D9DFEB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7" name="Weave text 7:  "/>
            <p:cNvSpPr txBox="1"/>
            <p:nvPr/>
          </p:nvSpPr>
          <p:spPr>
            <a:xfrm>
              <a:off x="1773734" y="3960614"/>
              <a:ext cx="100459" cy="3377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950" b="0" i="0" spc="-58" kern="0" lang="ko-KR" altLang="en-US" dirty="0">
                  <a:solidFill>
                    <a:srgbClr val="D9DFEB"/>
                  </a:solidFill>
                  <a:latin typeface="Inter"/>
                  <a:ea typeface="Inter"/>
                  <a:cs typeface="Inter"/>
                </a:defRPr>
              </a:pPr>
              <a:r>
                <a:rPr sz="1950" b="0" i="0" spc="-58" kern="0" lang="ko-KR" altLang="en-US" dirty="0">
                  <a:solidFill>
                    <a:srgbClr val="D9DFEB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950" b="0" i="0" spc="-58" kern="0" lang="ko-KR" altLang="en-US" dirty="0">
                <a:solidFill>
                  <a:srgbClr val="D9DFEB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8" name="Weave text 7: 건넵니다"/>
            <p:cNvSpPr txBox="1"/>
            <p:nvPr/>
          </p:nvSpPr>
          <p:spPr>
            <a:xfrm>
              <a:off x="1835944" y="3960614"/>
              <a:ext cx="919907" cy="39669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950" b="0" i="0" spc="-58" kern="0" lang="ko-KR" altLang="en-US" dirty="0">
                  <a:solidFill>
                    <a:srgbClr val="D9DFEB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950" b="0" i="0" spc="-58" kern="0" lang="ko-KR" altLang="en-US" dirty="0">
                  <a:solidFill>
                    <a:srgbClr val="D9DFEB"/>
                  </a:solidFill>
                  <a:latin typeface="Noto Sans KR"/>
                  <a:ea typeface="Noto Sans KR"/>
                  <a:cs typeface="Noto Sans KR"/>
                </a:rPr>
                <a:t xml:space="preserve">건넵니다</a:t>
              </a:r>
              <a:endParaRPr sz="1950" b="0" i="0" spc="-58" kern="0" lang="ko-KR" altLang="en-US" dirty="0">
                <a:solidFill>
                  <a:srgbClr val="D9DFEB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9" name="Weave text 7: ."/>
            <p:cNvSpPr txBox="1"/>
            <p:nvPr/>
          </p:nvSpPr>
          <p:spPr>
            <a:xfrm>
              <a:off x="2717602" y="3960614"/>
              <a:ext cx="102245" cy="3377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950" b="0" i="0" spc="-58" kern="0" lang="ko-KR" altLang="en-US" dirty="0">
                  <a:solidFill>
                    <a:srgbClr val="D9DFEB"/>
                  </a:solidFill>
                  <a:latin typeface="Inter"/>
                  <a:ea typeface="Inter"/>
                  <a:cs typeface="Inter"/>
                </a:defRPr>
              </a:pPr>
              <a:r>
                <a:rPr sz="1950" b="0" i="0" spc="-58" kern="0" lang="ko-KR" altLang="en-US" dirty="0">
                  <a:solidFill>
                    <a:srgbClr val="D9DFEB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950" b="0" i="0" spc="-58" kern="0" lang="ko-KR" altLang="en-US" dirty="0">
                <a:solidFill>
                  <a:srgbClr val="D9DFEB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30" name="Line 8: 내 기록과 지금의 대화 사이, Weave."/>
          <p:cNvGrpSpPr/>
          <p:nvPr/>
        </p:nvGrpSpPr>
        <p:grpSpPr>
          <a:xfrm>
            <a:off x="609600" y="4893022"/>
            <a:ext cx="2017365" cy="251460"/>
            <a:chOff x="609600" y="4893022"/>
            <a:chExt cx="2017365" cy="251460"/>
          </a:xfrm>
        </p:grpSpPr>
        <p:sp>
          <p:nvSpPr>
            <p:cNvPr id="31" name="Weave text 8: 내"/>
            <p:cNvSpPr txBox="1"/>
            <p:nvPr/>
          </p:nvSpPr>
          <p:spPr>
            <a:xfrm>
              <a:off x="609600" y="4893022"/>
              <a:ext cx="158204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-21" kern="0" lang="ko-KR" altLang="en-US" dirty="0">
                  <a:solidFill>
                    <a:srgbClr val="8F9DB5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-21" kern="0" lang="ko-KR" altLang="en-US" dirty="0">
                  <a:solidFill>
                    <a:srgbClr val="8F9DB5"/>
                  </a:solidFill>
                  <a:latin typeface="Noto Sans KR"/>
                  <a:ea typeface="Noto Sans KR"/>
                  <a:cs typeface="Noto Sans KR"/>
                </a:rPr>
                <a:t xml:space="preserve">내</a:t>
              </a:r>
              <a:endParaRPr sz="1050" b="0" i="0" spc="-21" kern="0" lang="ko-KR" altLang="en-US" dirty="0">
                <a:solidFill>
                  <a:srgbClr val="8F9DB5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2" name="Weave text 8:  "/>
            <p:cNvSpPr txBox="1"/>
            <p:nvPr/>
          </p:nvSpPr>
          <p:spPr>
            <a:xfrm>
              <a:off x="729555" y="4893022"/>
              <a:ext cx="73075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-21" kern="0" lang="ko-KR" altLang="en-US" dirty="0">
                  <a:solidFill>
                    <a:srgbClr val="8F9DB5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-21" kern="0" lang="ko-KR" altLang="en-US" dirty="0">
                  <a:solidFill>
                    <a:srgbClr val="8F9DB5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-21" kern="0" lang="ko-KR" altLang="en-US" dirty="0">
                <a:solidFill>
                  <a:srgbClr val="8F9DB5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3" name="Weave text 8: 기록과"/>
            <p:cNvSpPr txBox="1"/>
            <p:nvPr/>
          </p:nvSpPr>
          <p:spPr>
            <a:xfrm>
              <a:off x="764381" y="4893022"/>
              <a:ext cx="398264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-21" kern="0" lang="ko-KR" altLang="en-US" dirty="0">
                  <a:solidFill>
                    <a:srgbClr val="8F9DB5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-21" kern="0" lang="ko-KR" altLang="en-US" dirty="0">
                  <a:solidFill>
                    <a:srgbClr val="8F9DB5"/>
                  </a:solidFill>
                  <a:latin typeface="Noto Sans KR"/>
                  <a:ea typeface="Noto Sans KR"/>
                  <a:cs typeface="Noto Sans KR"/>
                </a:rPr>
                <a:t xml:space="preserve">기록과</a:t>
              </a:r>
              <a:endParaRPr sz="1050" b="0" i="0" spc="-21" kern="0" lang="ko-KR" altLang="en-US" dirty="0">
                <a:solidFill>
                  <a:srgbClr val="8F9DB5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4" name="Weave text 8:  "/>
            <p:cNvSpPr txBox="1"/>
            <p:nvPr/>
          </p:nvSpPr>
          <p:spPr>
            <a:xfrm>
              <a:off x="1124396" y="4893022"/>
              <a:ext cx="73075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-21" kern="0" lang="ko-KR" altLang="en-US" dirty="0">
                  <a:solidFill>
                    <a:srgbClr val="8F9DB5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-21" kern="0" lang="ko-KR" altLang="en-US" dirty="0">
                  <a:solidFill>
                    <a:srgbClr val="8F9DB5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-21" kern="0" lang="ko-KR" altLang="en-US" dirty="0">
                <a:solidFill>
                  <a:srgbClr val="8F9DB5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5" name="Weave text 8: 지금의"/>
            <p:cNvSpPr txBox="1"/>
            <p:nvPr/>
          </p:nvSpPr>
          <p:spPr>
            <a:xfrm>
              <a:off x="1159222" y="4893022"/>
              <a:ext cx="398264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-21" kern="0" lang="ko-KR" altLang="en-US" dirty="0">
                  <a:solidFill>
                    <a:srgbClr val="8F9DB5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-21" kern="0" lang="ko-KR" altLang="en-US" dirty="0">
                  <a:solidFill>
                    <a:srgbClr val="8F9DB5"/>
                  </a:solidFill>
                  <a:latin typeface="Noto Sans KR"/>
                  <a:ea typeface="Noto Sans KR"/>
                  <a:cs typeface="Noto Sans KR"/>
                </a:rPr>
                <a:t xml:space="preserve">지금의</a:t>
              </a:r>
              <a:endParaRPr sz="1050" b="0" i="0" spc="-21" kern="0" lang="ko-KR" altLang="en-US" dirty="0">
                <a:solidFill>
                  <a:srgbClr val="8F9DB5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6" name="Weave text 8:  "/>
            <p:cNvSpPr txBox="1"/>
            <p:nvPr/>
          </p:nvSpPr>
          <p:spPr>
            <a:xfrm>
              <a:off x="1519238" y="4893022"/>
              <a:ext cx="73223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-21" kern="0" lang="ko-KR" altLang="en-US" dirty="0">
                  <a:solidFill>
                    <a:srgbClr val="8F9DB5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-21" kern="0" lang="ko-KR" altLang="en-US" dirty="0">
                  <a:solidFill>
                    <a:srgbClr val="8F9DB5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-21" kern="0" lang="ko-KR" altLang="en-US" dirty="0">
                <a:solidFill>
                  <a:srgbClr val="8F9DB5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7" name="Weave text 8: 대화"/>
            <p:cNvSpPr txBox="1"/>
            <p:nvPr/>
          </p:nvSpPr>
          <p:spPr>
            <a:xfrm>
              <a:off x="1554212" y="4893022"/>
              <a:ext cx="278160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-21" kern="0" lang="ko-KR" altLang="en-US" dirty="0">
                  <a:solidFill>
                    <a:srgbClr val="8F9DB5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-21" kern="0" lang="ko-KR" altLang="en-US" dirty="0">
                  <a:solidFill>
                    <a:srgbClr val="8F9DB5"/>
                  </a:solidFill>
                  <a:latin typeface="Noto Sans KR"/>
                  <a:ea typeface="Noto Sans KR"/>
                  <a:cs typeface="Noto Sans KR"/>
                </a:rPr>
                <a:t xml:space="preserve">대화</a:t>
              </a:r>
              <a:endParaRPr sz="1050" b="0" i="0" spc="-21" kern="0" lang="ko-KR" altLang="en-US" dirty="0">
                <a:solidFill>
                  <a:srgbClr val="8F9DB5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8" name="Weave text 8:  "/>
            <p:cNvSpPr txBox="1"/>
            <p:nvPr/>
          </p:nvSpPr>
          <p:spPr>
            <a:xfrm>
              <a:off x="1794123" y="4893022"/>
              <a:ext cx="73075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-21" kern="0" lang="ko-KR" altLang="en-US" dirty="0">
                  <a:solidFill>
                    <a:srgbClr val="8F9DB5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-21" kern="0" lang="ko-KR" altLang="en-US" dirty="0">
                  <a:solidFill>
                    <a:srgbClr val="8F9DB5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-21" kern="0" lang="ko-KR" altLang="en-US" dirty="0">
                <a:solidFill>
                  <a:srgbClr val="8F9DB5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9" name="Weave text 8: 사이"/>
            <p:cNvSpPr txBox="1"/>
            <p:nvPr/>
          </p:nvSpPr>
          <p:spPr>
            <a:xfrm>
              <a:off x="1828949" y="4893022"/>
              <a:ext cx="278309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-21" kern="0" lang="ko-KR" altLang="en-US" dirty="0">
                  <a:solidFill>
                    <a:srgbClr val="8F9DB5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-21" kern="0" lang="ko-KR" altLang="en-US" dirty="0">
                  <a:solidFill>
                    <a:srgbClr val="8F9DB5"/>
                  </a:solidFill>
                  <a:latin typeface="Noto Sans KR"/>
                  <a:ea typeface="Noto Sans KR"/>
                  <a:cs typeface="Noto Sans KR"/>
                </a:rPr>
                <a:t xml:space="preserve">사이</a:t>
              </a:r>
              <a:endParaRPr sz="1050" b="0" i="0" spc="-21" kern="0" lang="ko-KR" altLang="en-US" dirty="0">
                <a:solidFill>
                  <a:srgbClr val="8F9DB5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0" name="Weave text 8: , Weave."/>
            <p:cNvSpPr txBox="1"/>
            <p:nvPr/>
          </p:nvSpPr>
          <p:spPr>
            <a:xfrm>
              <a:off x="2069009" y="4893022"/>
              <a:ext cx="557957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-21" kern="0" lang="ko-KR" altLang="en-US" dirty="0">
                  <a:solidFill>
                    <a:srgbClr val="8F9DB5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-21" kern="0" lang="ko-KR" altLang="en-US" dirty="0">
                  <a:solidFill>
                    <a:srgbClr val="8F9DB5"/>
                  </a:solidFill>
                  <a:latin typeface="Inter"/>
                  <a:ea typeface="Inter"/>
                  <a:cs typeface="Inter"/>
                </a:rPr>
                <a:t xml:space="preserve">, Weave.</a:t>
              </a:r>
              <a:endParaRPr sz="1050" b="0" i="0" spc="-21" kern="0" lang="ko-KR" altLang="en-US" dirty="0">
                <a:solidFill>
                  <a:srgbClr val="8F9DB5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41" name="Line 9: 가족 단체방 · 2주 전"/>
          <p:cNvGrpSpPr/>
          <p:nvPr/>
        </p:nvGrpSpPr>
        <p:grpSpPr>
          <a:xfrm>
            <a:off x="6000750" y="4722019"/>
            <a:ext cx="924818" cy="205740"/>
            <a:chOff x="6000750" y="4722019"/>
            <a:chExt cx="924818" cy="205740"/>
          </a:xfrm>
        </p:grpSpPr>
        <p:sp>
          <p:nvSpPr>
            <p:cNvPr id="42" name="Weave text 9: 가족"/>
            <p:cNvSpPr txBox="1"/>
            <p:nvPr/>
          </p:nvSpPr>
          <p:spPr>
            <a:xfrm>
              <a:off x="6000750" y="4722019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B4A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B4A4D8"/>
                  </a:solidFill>
                  <a:latin typeface="Noto Sans KR"/>
                  <a:ea typeface="Noto Sans KR"/>
                  <a:cs typeface="Noto Sans KR"/>
                </a:rPr>
                <a:t xml:space="preserve">가족</a:t>
              </a:r>
              <a:endParaRPr sz="825" b="0" i="0" spc="0" kern="0" lang="ko-KR" altLang="en-US" dirty="0">
                <a:solidFill>
                  <a:srgbClr val="B4A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3" name="Weave text 9:  "/>
            <p:cNvSpPr txBox="1"/>
            <p:nvPr/>
          </p:nvSpPr>
          <p:spPr>
            <a:xfrm>
              <a:off x="6193482" y="472201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B4A4D8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B4A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B4A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4" name="Weave text 9: 단체방"/>
            <p:cNvSpPr txBox="1"/>
            <p:nvPr/>
          </p:nvSpPr>
          <p:spPr>
            <a:xfrm>
              <a:off x="6222950" y="4722019"/>
              <a:ext cx="32742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B4A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B4A4D8"/>
                  </a:solidFill>
                  <a:latin typeface="Noto Sans KR"/>
                  <a:ea typeface="Noto Sans KR"/>
                  <a:cs typeface="Noto Sans KR"/>
                </a:rPr>
                <a:t xml:space="preserve">단체방</a:t>
              </a:r>
              <a:endParaRPr sz="825" b="0" i="0" spc="0" kern="0" lang="ko-KR" altLang="en-US" dirty="0">
                <a:solidFill>
                  <a:srgbClr val="B4A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5" name="Weave text 9:  · 2"/>
            <p:cNvSpPr txBox="1"/>
            <p:nvPr/>
          </p:nvSpPr>
          <p:spPr>
            <a:xfrm>
              <a:off x="6512123" y="4722019"/>
              <a:ext cx="191244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B4A4D8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B4A4D8"/>
                  </a:solidFill>
                  <a:latin typeface="Inter"/>
                  <a:ea typeface="Inter"/>
                  <a:cs typeface="Inter"/>
                </a:rPr>
                <a:t xml:space="preserve"> · 2</a:t>
              </a:r>
              <a:endParaRPr sz="825" b="0" i="0" spc="0" kern="0" lang="ko-KR" altLang="en-US" dirty="0">
                <a:solidFill>
                  <a:srgbClr val="B4A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6" name="Weave text 9: 주"/>
            <p:cNvSpPr txBox="1"/>
            <p:nvPr/>
          </p:nvSpPr>
          <p:spPr>
            <a:xfrm>
              <a:off x="6665119" y="4722019"/>
              <a:ext cx="134689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B4A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B4A4D8"/>
                  </a:solidFill>
                  <a:latin typeface="Noto Sans KR"/>
                  <a:ea typeface="Noto Sans KR"/>
                  <a:cs typeface="Noto Sans KR"/>
                </a:rPr>
                <a:t xml:space="preserve">주</a:t>
              </a:r>
              <a:endParaRPr sz="825" b="0" i="0" spc="0" kern="0" lang="ko-KR" altLang="en-US" dirty="0">
                <a:solidFill>
                  <a:srgbClr val="B4A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7" name="Weave text 9:  "/>
            <p:cNvSpPr txBox="1"/>
            <p:nvPr/>
          </p:nvSpPr>
          <p:spPr>
            <a:xfrm>
              <a:off x="6761559" y="472201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B4A4D8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B4A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B4A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8" name="Weave text 9: 전"/>
            <p:cNvSpPr txBox="1"/>
            <p:nvPr/>
          </p:nvSpPr>
          <p:spPr>
            <a:xfrm>
              <a:off x="6791027" y="4722019"/>
              <a:ext cx="13454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B4A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B4A4D8"/>
                  </a:solidFill>
                  <a:latin typeface="Noto Sans KR"/>
                  <a:ea typeface="Noto Sans KR"/>
                  <a:cs typeface="Noto Sans KR"/>
                </a:rPr>
                <a:t xml:space="preserve">전</a:t>
              </a:r>
              <a:endParaRPr sz="825" b="0" i="0" spc="0" kern="0" lang="ko-KR" altLang="en-US" dirty="0">
                <a:solidFill>
                  <a:srgbClr val="B4A4D8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49" name="Line 10: “다음에 대전 가면"/>
          <p:cNvGrpSpPr/>
          <p:nvPr/>
        </p:nvGrpSpPr>
        <p:grpSpPr>
          <a:xfrm>
            <a:off x="5600700" y="5095875"/>
            <a:ext cx="1390055" cy="342900"/>
            <a:chOff x="5600700" y="5095875"/>
            <a:chExt cx="1390055" cy="342900"/>
          </a:xfrm>
        </p:grpSpPr>
        <p:sp>
          <p:nvSpPr>
            <p:cNvPr id="50" name="Weave text 10: “"/>
            <p:cNvSpPr txBox="1"/>
            <p:nvPr/>
          </p:nvSpPr>
          <p:spPr>
            <a:xfrm>
              <a:off x="5600700" y="5095875"/>
              <a:ext cx="121741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500" b="0" i="0" spc="-52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“</a:t>
              </a:r>
              <a:endParaRPr sz="1500" b="0" i="0" spc="-52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51" name="Weave text 10: 다음에"/>
            <p:cNvSpPr txBox="1"/>
            <p:nvPr/>
          </p:nvSpPr>
          <p:spPr>
            <a:xfrm>
              <a:off x="5684193" y="5095875"/>
              <a:ext cx="543967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500" b="0" i="0" spc="-52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다음에</a:t>
              </a:r>
              <a:endParaRPr sz="1500" b="0" i="0" spc="-52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52" name="Weave text 10:  "/>
            <p:cNvSpPr txBox="1"/>
            <p:nvPr/>
          </p:nvSpPr>
          <p:spPr>
            <a:xfrm>
              <a:off x="6189911" y="5095875"/>
              <a:ext cx="82451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500" b="0" i="0" spc="-52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500" b="0" i="0" spc="-52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53" name="Weave text 10: 대전"/>
            <p:cNvSpPr txBox="1"/>
            <p:nvPr/>
          </p:nvSpPr>
          <p:spPr>
            <a:xfrm>
              <a:off x="6234112" y="5095875"/>
              <a:ext cx="375345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500" b="0" i="0" spc="-52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대전</a:t>
              </a:r>
              <a:endParaRPr sz="1500" b="0" i="0" spc="-52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54" name="Weave text 10:  "/>
            <p:cNvSpPr txBox="1"/>
            <p:nvPr/>
          </p:nvSpPr>
          <p:spPr>
            <a:xfrm>
              <a:off x="6571208" y="5095875"/>
              <a:ext cx="82451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500" b="0" i="0" spc="-52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500" b="0" i="0" spc="-52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55" name="Weave text 10: 가면"/>
            <p:cNvSpPr txBox="1"/>
            <p:nvPr/>
          </p:nvSpPr>
          <p:spPr>
            <a:xfrm>
              <a:off x="6615410" y="5095875"/>
              <a:ext cx="375345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500" b="0" i="0" spc="-52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가면</a:t>
              </a:r>
              <a:endParaRPr sz="1500" b="0" i="0" spc="-52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56" name="Line 11: 사다줄게.”"/>
          <p:cNvGrpSpPr/>
          <p:nvPr/>
        </p:nvGrpSpPr>
        <p:grpSpPr>
          <a:xfrm>
            <a:off x="5600700" y="5391150"/>
            <a:ext cx="833438" cy="342900"/>
            <a:chOff x="5600700" y="5391150"/>
            <a:chExt cx="833438" cy="342900"/>
          </a:xfrm>
        </p:grpSpPr>
        <p:sp>
          <p:nvSpPr>
            <p:cNvPr id="57" name="Weave text 11: 사다줄게"/>
            <p:cNvSpPr txBox="1"/>
            <p:nvPr/>
          </p:nvSpPr>
          <p:spPr>
            <a:xfrm>
              <a:off x="5600700" y="5391150"/>
              <a:ext cx="712589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500" b="0" i="0" spc="-52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사다줄게</a:t>
              </a:r>
              <a:endParaRPr sz="1500" b="0" i="0" spc="-52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58" name="Weave text 11: .”"/>
            <p:cNvSpPr txBox="1"/>
            <p:nvPr/>
          </p:nvSpPr>
          <p:spPr>
            <a:xfrm>
              <a:off x="6275040" y="5391150"/>
              <a:ext cx="159097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500" b="0" i="0" spc="-52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.”</a:t>
              </a:r>
              <a:endParaRPr sz="1500" b="0" i="0" spc="-52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</p:grpSp>
      <p:grpSp>
        <p:nvGrpSpPr>
          <p:cNvPr id="59" name="Line 12: 10:24"/>
          <p:cNvGrpSpPr/>
          <p:nvPr/>
        </p:nvGrpSpPr>
        <p:grpSpPr>
          <a:xfrm>
            <a:off x="8267700" y="1228725"/>
            <a:ext cx="287834" cy="190500"/>
            <a:chOff x="8267700" y="1228725"/>
            <a:chExt cx="287834" cy="190500"/>
          </a:xfrm>
        </p:grpSpPr>
        <p:sp>
          <p:nvSpPr>
            <p:cNvPr id="60" name="Weave text 12: 10:24"/>
            <p:cNvSpPr txBox="1"/>
            <p:nvPr/>
          </p:nvSpPr>
          <p:spPr>
            <a:xfrm>
              <a:off x="8267700" y="1228725"/>
              <a:ext cx="287834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1A2134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750" b="0" i="0" spc="0" kern="0" lang="ko-KR" altLang="en-US" dirty="0">
                  <a:solidFill>
                    <a:srgbClr val="1A2134"/>
                  </a:solidFill>
                  <a:latin typeface="Inter Medium"/>
                  <a:ea typeface="Inter Medium"/>
                  <a:cs typeface="Inter Medium"/>
                </a:rPr>
                <a:t xml:space="preserve">10:24</a:t>
              </a:r>
              <a:endParaRPr sz="750" b="0" i="0" spc="0" kern="0" lang="ko-KR" altLang="en-US" dirty="0">
                <a:solidFill>
                  <a:srgbClr val="1A2134"/>
                </a:solidFill>
                <a:latin typeface="Inter Medium"/>
                <a:ea typeface="Inter Medium"/>
                <a:cs typeface="Inter Medium"/>
              </a:endParaRPr>
            </a:p>
          </p:txBody>
        </p:sp>
      </p:grpSp>
      <p:grpSp>
        <p:nvGrpSpPr>
          <p:cNvPr id="61" name="Line 13: 5G · 100%"/>
          <p:cNvGrpSpPr/>
          <p:nvPr/>
        </p:nvGrpSpPr>
        <p:grpSpPr>
          <a:xfrm>
            <a:off x="10621566" y="1228725"/>
            <a:ext cx="503634" cy="190500"/>
            <a:chOff x="10621566" y="1228725"/>
            <a:chExt cx="503634" cy="190500"/>
          </a:xfrm>
        </p:grpSpPr>
        <p:sp>
          <p:nvSpPr>
            <p:cNvPr id="62" name="Weave text 13: 5G · 100%"/>
            <p:cNvSpPr txBox="1"/>
            <p:nvPr/>
          </p:nvSpPr>
          <p:spPr>
            <a:xfrm>
              <a:off x="10621566" y="1228725"/>
              <a:ext cx="503634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1A2134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750" b="0" i="0" spc="0" kern="0" lang="ko-KR" altLang="en-US" dirty="0">
                  <a:solidFill>
                    <a:srgbClr val="1A2134"/>
                  </a:solidFill>
                  <a:latin typeface="Inter Medium"/>
                  <a:ea typeface="Inter Medium"/>
                  <a:cs typeface="Inter Medium"/>
                </a:rPr>
                <a:t xml:space="preserve">5G · 100%</a:t>
              </a:r>
              <a:endParaRPr sz="750" b="0" i="0" spc="0" kern="0" lang="ko-KR" altLang="en-US" dirty="0">
                <a:solidFill>
                  <a:srgbClr val="1A2134"/>
                </a:solidFill>
                <a:latin typeface="Inter Medium"/>
                <a:ea typeface="Inter Medium"/>
                <a:cs typeface="Inter Medium"/>
              </a:endParaRPr>
            </a:p>
          </p:txBody>
        </p:sp>
      </p:grpSp>
      <p:grpSp>
        <p:nvGrpSpPr>
          <p:cNvPr id="63" name="Line 14: 엄마"/>
          <p:cNvGrpSpPr/>
          <p:nvPr/>
        </p:nvGrpSpPr>
        <p:grpSpPr>
          <a:xfrm>
            <a:off x="8267700" y="1543050"/>
            <a:ext cx="388739" cy="342900"/>
            <a:chOff x="8267700" y="1543050"/>
            <a:chExt cx="388739" cy="342900"/>
          </a:xfrm>
        </p:grpSpPr>
        <p:sp>
          <p:nvSpPr>
            <p:cNvPr id="64" name="Weave text 14: 엄마"/>
            <p:cNvSpPr txBox="1"/>
            <p:nvPr/>
          </p:nvSpPr>
          <p:spPr>
            <a:xfrm>
              <a:off x="8267700" y="1543050"/>
              <a:ext cx="388739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0" kern="0" lang="ko-KR" altLang="en-US" dirty="0">
                  <a:solidFill>
                    <a:srgbClr val="1A2134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00" b="0" i="0" spc="0" kern="0" lang="ko-KR" altLang="en-US" dirty="0">
                  <a:solidFill>
                    <a:srgbClr val="1A2134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엄마</a:t>
              </a:r>
              <a:endParaRPr sz="1500" b="0" i="0" spc="0" kern="0" lang="ko-KR" altLang="en-US" dirty="0">
                <a:solidFill>
                  <a:srgbClr val="1A2134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65" name="Line 15: 대화 중"/>
          <p:cNvGrpSpPr/>
          <p:nvPr/>
        </p:nvGrpSpPr>
        <p:grpSpPr>
          <a:xfrm>
            <a:off x="8732639" y="1619250"/>
            <a:ext cx="385762" cy="220980"/>
            <a:chOff x="8732639" y="1619250"/>
            <a:chExt cx="385762" cy="220980"/>
          </a:xfrm>
        </p:grpSpPr>
        <p:sp>
          <p:nvSpPr>
            <p:cNvPr id="66" name="Weave text 15: 대화"/>
            <p:cNvSpPr txBox="1"/>
            <p:nvPr/>
          </p:nvSpPr>
          <p:spPr>
            <a:xfrm>
              <a:off x="8732639" y="1619250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73809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738096"/>
                  </a:solidFill>
                  <a:latin typeface="Noto Sans KR"/>
                  <a:ea typeface="Noto Sans KR"/>
                  <a:cs typeface="Noto Sans KR"/>
                </a:rPr>
                <a:t xml:space="preserve">대화</a:t>
              </a:r>
              <a:endParaRPr sz="900" b="0" i="0" spc="0" kern="0" lang="ko-KR" altLang="en-US" dirty="0">
                <a:solidFill>
                  <a:srgbClr val="73809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7" name="Weave text 15:  "/>
            <p:cNvSpPr txBox="1"/>
            <p:nvPr/>
          </p:nvSpPr>
          <p:spPr>
            <a:xfrm>
              <a:off x="8942933" y="1619250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738096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73809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73809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8" name="Weave text 15: 중"/>
            <p:cNvSpPr txBox="1"/>
            <p:nvPr/>
          </p:nvSpPr>
          <p:spPr>
            <a:xfrm>
              <a:off x="8975080" y="1619250"/>
              <a:ext cx="143321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73809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738096"/>
                  </a:solidFill>
                  <a:latin typeface="Noto Sans KR"/>
                  <a:ea typeface="Noto Sans KR"/>
                  <a:cs typeface="Noto Sans KR"/>
                </a:rPr>
                <a:t xml:space="preserve">중</a:t>
              </a:r>
              <a:endParaRPr sz="900" b="0" i="0" spc="0" kern="0" lang="ko-KR" altLang="en-US" dirty="0">
                <a:solidFill>
                  <a:srgbClr val="738096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69" name="Line 16: 엄마"/>
          <p:cNvGrpSpPr/>
          <p:nvPr/>
        </p:nvGrpSpPr>
        <p:grpSpPr>
          <a:xfrm>
            <a:off x="8220075" y="2181225"/>
            <a:ext cx="230981" cy="205740"/>
            <a:chOff x="8220075" y="2181225"/>
            <a:chExt cx="230981" cy="205740"/>
          </a:xfrm>
        </p:grpSpPr>
        <p:sp>
          <p:nvSpPr>
            <p:cNvPr id="70" name="Weave text 16: 엄마"/>
            <p:cNvSpPr txBox="1"/>
            <p:nvPr/>
          </p:nvSpPr>
          <p:spPr>
            <a:xfrm>
              <a:off x="8220075" y="2181225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2708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27087"/>
                  </a:solidFill>
                  <a:latin typeface="Noto Sans KR"/>
                  <a:ea typeface="Noto Sans KR"/>
                  <a:cs typeface="Noto Sans KR"/>
                </a:rPr>
                <a:t xml:space="preserve">엄마</a:t>
              </a:r>
              <a:endParaRPr sz="825" b="0" i="0" spc="0" kern="0" lang="ko-KR" altLang="en-US" dirty="0">
                <a:solidFill>
                  <a:srgbClr val="627087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71" name="Line 17: 출장 다녀오느라 고생했어!"/>
          <p:cNvGrpSpPr/>
          <p:nvPr/>
        </p:nvGrpSpPr>
        <p:grpSpPr>
          <a:xfrm>
            <a:off x="8343900" y="2538412"/>
            <a:ext cx="1605558" cy="266700"/>
            <a:chOff x="8343900" y="2538412"/>
            <a:chExt cx="1605558" cy="266700"/>
          </a:xfrm>
        </p:grpSpPr>
        <p:sp>
          <p:nvSpPr>
            <p:cNvPr id="72" name="Weave text 17: 출장"/>
            <p:cNvSpPr txBox="1"/>
            <p:nvPr/>
          </p:nvSpPr>
          <p:spPr>
            <a:xfrm>
              <a:off x="8343900" y="2538412"/>
              <a:ext cx="301079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1A2134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0" kern="0" lang="ko-KR" altLang="en-US" dirty="0">
                  <a:solidFill>
                    <a:srgbClr val="1A2134"/>
                  </a:solidFill>
                  <a:latin typeface="Noto Sans KR"/>
                  <a:ea typeface="Noto Sans KR"/>
                  <a:cs typeface="Noto Sans KR"/>
                </a:rPr>
                <a:t xml:space="preserve">출장</a:t>
              </a:r>
              <a:endParaRPr sz="1125" b="0" i="0" spc="0" kern="0" lang="ko-KR" altLang="en-US" dirty="0">
                <a:solidFill>
                  <a:srgbClr val="1A2134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3" name="Weave text 17:  "/>
            <p:cNvSpPr txBox="1"/>
            <p:nvPr/>
          </p:nvSpPr>
          <p:spPr>
            <a:xfrm>
              <a:off x="8606730" y="2538412"/>
              <a:ext cx="78432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1A2134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0" kern="0" lang="ko-KR" altLang="en-US" dirty="0">
                  <a:solidFill>
                    <a:srgbClr val="1A2134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125" b="0" i="0" spc="0" kern="0" lang="ko-KR" altLang="en-US" dirty="0">
                <a:solidFill>
                  <a:srgbClr val="1A2134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4" name="Weave text 17: 다녀오느라"/>
            <p:cNvSpPr txBox="1"/>
            <p:nvPr/>
          </p:nvSpPr>
          <p:spPr>
            <a:xfrm>
              <a:off x="8646914" y="2538412"/>
              <a:ext cx="695474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1A2134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0" kern="0" lang="ko-KR" altLang="en-US" dirty="0">
                  <a:solidFill>
                    <a:srgbClr val="1A2134"/>
                  </a:solidFill>
                  <a:latin typeface="Noto Sans KR"/>
                  <a:ea typeface="Noto Sans KR"/>
                  <a:cs typeface="Noto Sans KR"/>
                </a:rPr>
                <a:t xml:space="preserve">다녀오느라</a:t>
              </a:r>
              <a:endParaRPr sz="1125" b="0" i="0" spc="0" kern="0" lang="ko-KR" altLang="en-US" dirty="0">
                <a:solidFill>
                  <a:srgbClr val="1A2134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5" name="Weave text 17:  "/>
            <p:cNvSpPr txBox="1"/>
            <p:nvPr/>
          </p:nvSpPr>
          <p:spPr>
            <a:xfrm>
              <a:off x="9304139" y="2538412"/>
              <a:ext cx="78432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1A2134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0" kern="0" lang="ko-KR" altLang="en-US" dirty="0">
                  <a:solidFill>
                    <a:srgbClr val="1A2134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125" b="0" i="0" spc="0" kern="0" lang="ko-KR" altLang="en-US" dirty="0">
                <a:solidFill>
                  <a:srgbClr val="1A2134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6" name="Weave text 17: 고생했어"/>
            <p:cNvSpPr txBox="1"/>
            <p:nvPr/>
          </p:nvSpPr>
          <p:spPr>
            <a:xfrm>
              <a:off x="9344323" y="2538412"/>
              <a:ext cx="564059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1A2134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0" kern="0" lang="ko-KR" altLang="en-US" dirty="0">
                  <a:solidFill>
                    <a:srgbClr val="1A2134"/>
                  </a:solidFill>
                  <a:latin typeface="Noto Sans KR"/>
                  <a:ea typeface="Noto Sans KR"/>
                  <a:cs typeface="Noto Sans KR"/>
                </a:rPr>
                <a:t xml:space="preserve">고생했어</a:t>
              </a:r>
              <a:endParaRPr sz="1125" b="0" i="0" spc="0" kern="0" lang="ko-KR" altLang="en-US" dirty="0">
                <a:solidFill>
                  <a:srgbClr val="1A2134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7" name="Weave text 17: !"/>
            <p:cNvSpPr txBox="1"/>
            <p:nvPr/>
          </p:nvSpPr>
          <p:spPr>
            <a:xfrm>
              <a:off x="9870132" y="2538412"/>
              <a:ext cx="79325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1A2134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0" kern="0" lang="ko-KR" altLang="en-US" dirty="0">
                  <a:solidFill>
                    <a:srgbClr val="1A2134"/>
                  </a:solidFill>
                  <a:latin typeface="Inter"/>
                  <a:ea typeface="Inter"/>
                  <a:cs typeface="Inter"/>
                </a:rPr>
                <a:t xml:space="preserve">!</a:t>
              </a:r>
              <a:endParaRPr sz="1125" b="0" i="0" spc="0" kern="0" lang="ko-KR" altLang="en-US" dirty="0">
                <a:solidFill>
                  <a:srgbClr val="1A2134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78" name="Line 18: 집 오는 중이야?"/>
          <p:cNvGrpSpPr/>
          <p:nvPr/>
        </p:nvGrpSpPr>
        <p:grpSpPr>
          <a:xfrm>
            <a:off x="8343900" y="2759869"/>
            <a:ext cx="980331" cy="266700"/>
            <a:chOff x="8343900" y="2759869"/>
            <a:chExt cx="980331" cy="266700"/>
          </a:xfrm>
        </p:grpSpPr>
        <p:sp>
          <p:nvSpPr>
            <p:cNvPr id="79" name="Weave text 18: 집"/>
            <p:cNvSpPr txBox="1"/>
            <p:nvPr/>
          </p:nvSpPr>
          <p:spPr>
            <a:xfrm>
              <a:off x="8343900" y="2759869"/>
              <a:ext cx="169664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1A2134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0" kern="0" lang="ko-KR" altLang="en-US" dirty="0">
                  <a:solidFill>
                    <a:srgbClr val="1A2134"/>
                  </a:solidFill>
                  <a:latin typeface="Noto Sans KR"/>
                  <a:ea typeface="Noto Sans KR"/>
                  <a:cs typeface="Noto Sans KR"/>
                </a:rPr>
                <a:t xml:space="preserve">집</a:t>
              </a:r>
              <a:endParaRPr sz="1125" b="0" i="0" spc="0" kern="0" lang="ko-KR" altLang="en-US" dirty="0">
                <a:solidFill>
                  <a:srgbClr val="1A2134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0" name="Weave text 18:  "/>
            <p:cNvSpPr txBox="1"/>
            <p:nvPr/>
          </p:nvSpPr>
          <p:spPr>
            <a:xfrm>
              <a:off x="8475315" y="2759869"/>
              <a:ext cx="78432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1A2134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0" kern="0" lang="ko-KR" altLang="en-US" dirty="0">
                  <a:solidFill>
                    <a:srgbClr val="1A2134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125" b="0" i="0" spc="0" kern="0" lang="ko-KR" altLang="en-US" dirty="0">
                <a:solidFill>
                  <a:srgbClr val="1A2134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1" name="Weave text 18: 오는"/>
            <p:cNvSpPr txBox="1"/>
            <p:nvPr/>
          </p:nvSpPr>
          <p:spPr>
            <a:xfrm>
              <a:off x="8515499" y="2759869"/>
              <a:ext cx="301079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1A2134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0" kern="0" lang="ko-KR" altLang="en-US" dirty="0">
                  <a:solidFill>
                    <a:srgbClr val="1A2134"/>
                  </a:solidFill>
                  <a:latin typeface="Noto Sans KR"/>
                  <a:ea typeface="Noto Sans KR"/>
                  <a:cs typeface="Noto Sans KR"/>
                </a:rPr>
                <a:t xml:space="preserve">오는</a:t>
              </a:r>
              <a:endParaRPr sz="1125" b="0" i="0" spc="0" kern="0" lang="ko-KR" altLang="en-US" dirty="0">
                <a:solidFill>
                  <a:srgbClr val="1A2134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2" name="Weave text 18:  "/>
            <p:cNvSpPr txBox="1"/>
            <p:nvPr/>
          </p:nvSpPr>
          <p:spPr>
            <a:xfrm>
              <a:off x="8778329" y="2759869"/>
              <a:ext cx="78432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1A2134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0" kern="0" lang="ko-KR" altLang="en-US" dirty="0">
                  <a:solidFill>
                    <a:srgbClr val="1A2134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125" b="0" i="0" spc="0" kern="0" lang="ko-KR" altLang="en-US" dirty="0">
                <a:solidFill>
                  <a:srgbClr val="1A2134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3" name="Weave text 18: 중이야"/>
            <p:cNvSpPr txBox="1"/>
            <p:nvPr/>
          </p:nvSpPr>
          <p:spPr>
            <a:xfrm>
              <a:off x="8818513" y="2759869"/>
              <a:ext cx="432643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1A2134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0" kern="0" lang="ko-KR" altLang="en-US" dirty="0">
                  <a:solidFill>
                    <a:srgbClr val="1A2134"/>
                  </a:solidFill>
                  <a:latin typeface="Noto Sans KR"/>
                  <a:ea typeface="Noto Sans KR"/>
                  <a:cs typeface="Noto Sans KR"/>
                </a:rPr>
                <a:t xml:space="preserve">중이야</a:t>
              </a:r>
              <a:endParaRPr sz="1125" b="0" i="0" spc="0" kern="0" lang="ko-KR" altLang="en-US" dirty="0">
                <a:solidFill>
                  <a:srgbClr val="1A2134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4" name="Weave text 18: ?"/>
            <p:cNvSpPr txBox="1"/>
            <p:nvPr/>
          </p:nvSpPr>
          <p:spPr>
            <a:xfrm>
              <a:off x="9212907" y="2759869"/>
              <a:ext cx="111323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1A2134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0" kern="0" lang="ko-KR" altLang="en-US" dirty="0">
                  <a:solidFill>
                    <a:srgbClr val="1A2134"/>
                  </a:solidFill>
                  <a:latin typeface="Inter"/>
                  <a:ea typeface="Inter"/>
                  <a:cs typeface="Inter"/>
                </a:rPr>
                <a:t xml:space="preserve">?</a:t>
              </a:r>
              <a:endParaRPr sz="1125" b="0" i="0" spc="0" kern="0" lang="ko-KR" altLang="en-US" dirty="0">
                <a:solidFill>
                  <a:srgbClr val="1A2134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85" name="Line 19: 응, 역 근처에서 기차 기다리고 있어."/>
          <p:cNvGrpSpPr/>
          <p:nvPr/>
        </p:nvGrpSpPr>
        <p:grpSpPr>
          <a:xfrm>
            <a:off x="8724900" y="3362325"/>
            <a:ext cx="2020044" cy="251460"/>
            <a:chOff x="8724900" y="3362325"/>
            <a:chExt cx="2020044" cy="251460"/>
          </a:xfrm>
        </p:grpSpPr>
        <p:sp>
          <p:nvSpPr>
            <p:cNvPr id="86" name="Weave text 19: 응"/>
            <p:cNvSpPr txBox="1"/>
            <p:nvPr/>
          </p:nvSpPr>
          <p:spPr>
            <a:xfrm>
              <a:off x="8724900" y="3362325"/>
              <a:ext cx="160883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1A2134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1A2134"/>
                  </a:solidFill>
                  <a:latin typeface="Noto Sans KR"/>
                  <a:ea typeface="Noto Sans KR"/>
                  <a:cs typeface="Noto Sans KR"/>
                </a:rPr>
                <a:t xml:space="preserve">응</a:t>
              </a:r>
              <a:endParaRPr sz="1050" b="0" i="0" spc="0" kern="0" lang="ko-KR" altLang="en-US" dirty="0">
                <a:solidFill>
                  <a:srgbClr val="1A2134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7" name="Weave text 19: , "/>
            <p:cNvSpPr txBox="1"/>
            <p:nvPr/>
          </p:nvSpPr>
          <p:spPr>
            <a:xfrm>
              <a:off x="8847534" y="3362325"/>
              <a:ext cx="114151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1A2134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1A2134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1050" b="0" i="0" spc="0" kern="0" lang="ko-KR" altLang="en-US" dirty="0">
                <a:solidFill>
                  <a:srgbClr val="1A2134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8" name="Weave text 19: 역"/>
            <p:cNvSpPr txBox="1"/>
            <p:nvPr/>
          </p:nvSpPr>
          <p:spPr>
            <a:xfrm>
              <a:off x="8923437" y="3362325"/>
              <a:ext cx="160883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1A2134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1A2134"/>
                  </a:solidFill>
                  <a:latin typeface="Noto Sans KR"/>
                  <a:ea typeface="Noto Sans KR"/>
                  <a:cs typeface="Noto Sans KR"/>
                </a:rPr>
                <a:t xml:space="preserve">역</a:t>
              </a:r>
              <a:endParaRPr sz="1050" b="0" i="0" spc="0" kern="0" lang="ko-KR" altLang="en-US" dirty="0">
                <a:solidFill>
                  <a:srgbClr val="1A2134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9" name="Weave text 19:  "/>
            <p:cNvSpPr txBox="1"/>
            <p:nvPr/>
          </p:nvSpPr>
          <p:spPr>
            <a:xfrm>
              <a:off x="9046071" y="3362325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1A2134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1A2134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1A2134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0" name="Weave text 19: 근처에서"/>
            <p:cNvSpPr txBox="1"/>
            <p:nvPr/>
          </p:nvSpPr>
          <p:spPr>
            <a:xfrm>
              <a:off x="9083576" y="3362325"/>
              <a:ext cx="529084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1A2134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1A2134"/>
                  </a:solidFill>
                  <a:latin typeface="Noto Sans KR"/>
                  <a:ea typeface="Noto Sans KR"/>
                  <a:cs typeface="Noto Sans KR"/>
                </a:rPr>
                <a:t xml:space="preserve">근처에서</a:t>
              </a:r>
              <a:endParaRPr sz="1050" b="0" i="0" spc="0" kern="0" lang="ko-KR" altLang="en-US" dirty="0">
                <a:solidFill>
                  <a:srgbClr val="1A2134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1" name="Weave text 19:  "/>
            <p:cNvSpPr txBox="1"/>
            <p:nvPr/>
          </p:nvSpPr>
          <p:spPr>
            <a:xfrm>
              <a:off x="9574411" y="3362325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1A2134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1A2134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1A2134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2" name="Weave text 19: 기차"/>
            <p:cNvSpPr txBox="1"/>
            <p:nvPr/>
          </p:nvSpPr>
          <p:spPr>
            <a:xfrm>
              <a:off x="9611916" y="3362325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1A2134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1A2134"/>
                  </a:solidFill>
                  <a:latin typeface="Noto Sans KR"/>
                  <a:ea typeface="Noto Sans KR"/>
                  <a:cs typeface="Noto Sans KR"/>
                </a:rPr>
                <a:t xml:space="preserve">기차</a:t>
              </a:r>
              <a:endParaRPr sz="1050" b="0" i="0" spc="0" kern="0" lang="ko-KR" altLang="en-US" dirty="0">
                <a:solidFill>
                  <a:srgbClr val="1A2134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3" name="Weave text 19:  "/>
            <p:cNvSpPr txBox="1"/>
            <p:nvPr/>
          </p:nvSpPr>
          <p:spPr>
            <a:xfrm>
              <a:off x="9857184" y="3362325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1A2134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1A2134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1A2134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4" name="Weave text 19: 기다리고"/>
            <p:cNvSpPr txBox="1"/>
            <p:nvPr/>
          </p:nvSpPr>
          <p:spPr>
            <a:xfrm>
              <a:off x="9894689" y="3362325"/>
              <a:ext cx="528935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1A2134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1A2134"/>
                  </a:solidFill>
                  <a:latin typeface="Noto Sans KR"/>
                  <a:ea typeface="Noto Sans KR"/>
                  <a:cs typeface="Noto Sans KR"/>
                </a:rPr>
                <a:t xml:space="preserve">기다리고</a:t>
              </a:r>
              <a:endParaRPr sz="1050" b="0" i="0" spc="0" kern="0" lang="ko-KR" altLang="en-US" dirty="0">
                <a:solidFill>
                  <a:srgbClr val="1A2134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5" name="Weave text 19:  "/>
            <p:cNvSpPr txBox="1"/>
            <p:nvPr/>
          </p:nvSpPr>
          <p:spPr>
            <a:xfrm>
              <a:off x="10385375" y="3362325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1A2134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1A2134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1A2134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6" name="Weave text 19: 있어"/>
            <p:cNvSpPr txBox="1"/>
            <p:nvPr/>
          </p:nvSpPr>
          <p:spPr>
            <a:xfrm>
              <a:off x="10422880" y="3362325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1A2134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1A2134"/>
                  </a:solidFill>
                  <a:latin typeface="Noto Sans KR"/>
                  <a:ea typeface="Noto Sans KR"/>
                  <a:cs typeface="Noto Sans KR"/>
                </a:rPr>
                <a:t xml:space="preserve">있어</a:t>
              </a:r>
              <a:endParaRPr sz="1050" b="0" i="0" spc="0" kern="0" lang="ko-KR" altLang="en-US" dirty="0">
                <a:solidFill>
                  <a:srgbClr val="1A2134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7" name="Weave text 19: ."/>
            <p:cNvSpPr txBox="1"/>
            <p:nvPr/>
          </p:nvSpPr>
          <p:spPr>
            <a:xfrm>
              <a:off x="10668298" y="3362325"/>
              <a:ext cx="76646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1A2134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1A2134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050" b="0" i="0" spc="0" kern="0" lang="ko-KR" altLang="en-US" dirty="0">
                <a:solidFill>
                  <a:srgbClr val="1A2134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98" name="Line 20: Weave"/>
          <p:cNvGrpSpPr/>
          <p:nvPr/>
        </p:nvGrpSpPr>
        <p:grpSpPr>
          <a:xfrm>
            <a:off x="8734425" y="4093369"/>
            <a:ext cx="507950" cy="266700"/>
            <a:chOff x="8734425" y="4093369"/>
            <a:chExt cx="507950" cy="266700"/>
          </a:xfrm>
        </p:grpSpPr>
        <p:sp>
          <p:nvSpPr>
            <p:cNvPr id="99" name="Weave text 20: Weave"/>
            <p:cNvSpPr txBox="1"/>
            <p:nvPr/>
          </p:nvSpPr>
          <p:spPr>
            <a:xfrm>
              <a:off x="8734425" y="4093369"/>
              <a:ext cx="507950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68519D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125" b="0" i="0" spc="0" kern="0" lang="ko-KR" altLang="en-US" dirty="0">
                  <a:solidFill>
                    <a:srgbClr val="68519D"/>
                  </a:solidFill>
                  <a:latin typeface="Inter SemiBold"/>
                  <a:ea typeface="Inter SemiBold"/>
                  <a:cs typeface="Inter SemiBold"/>
                </a:rPr>
                <a:t xml:space="preserve">Weave</a:t>
              </a:r>
              <a:endParaRPr sz="1125" b="0" i="0" spc="0" kern="0" lang="ko-KR" altLang="en-US" dirty="0">
                <a:solidFill>
                  <a:srgbClr val="68519D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00" name="Line 21: 엄마, 전에 먹고 싶다던"/>
          <p:cNvGrpSpPr/>
          <p:nvPr/>
        </p:nvGrpSpPr>
        <p:grpSpPr>
          <a:xfrm>
            <a:off x="8343900" y="4467225"/>
            <a:ext cx="1538288" cy="312420"/>
            <a:chOff x="8343900" y="4467225"/>
            <a:chExt cx="1538288" cy="312420"/>
          </a:xfrm>
        </p:grpSpPr>
        <p:sp>
          <p:nvSpPr>
            <p:cNvPr id="101" name="Weave text 21: 엄마"/>
            <p:cNvSpPr txBox="1"/>
            <p:nvPr/>
          </p:nvSpPr>
          <p:spPr>
            <a:xfrm>
              <a:off x="8343900" y="4467225"/>
              <a:ext cx="338138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61" kern="0" lang="ko-KR" altLang="en-US" dirty="0">
                  <a:solidFill>
                    <a:srgbClr val="1A2134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350" b="0" i="0" spc="-61" kern="0" lang="ko-KR" altLang="en-US" dirty="0">
                  <a:solidFill>
                    <a:srgbClr val="1A2134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엄마</a:t>
              </a:r>
              <a:endParaRPr sz="1350" b="0" i="0" spc="-61" kern="0" lang="ko-KR" altLang="en-US" dirty="0">
                <a:solidFill>
                  <a:srgbClr val="1A2134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02" name="Weave text 21: , "/>
            <p:cNvSpPr txBox="1"/>
            <p:nvPr/>
          </p:nvSpPr>
          <p:spPr>
            <a:xfrm>
              <a:off x="8643789" y="4467225"/>
              <a:ext cx="117277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61" kern="0" lang="ko-KR" altLang="en-US" dirty="0">
                  <a:solidFill>
                    <a:srgbClr val="1A2134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350" b="0" i="0" spc="-61" kern="0" lang="ko-KR" altLang="en-US" dirty="0">
                  <a:solidFill>
                    <a:srgbClr val="1A2134"/>
                  </a:solidFill>
                  <a:latin typeface="Inter SemiBold"/>
                  <a:ea typeface="Inter SemiBold"/>
                  <a:cs typeface="Inter SemiBold"/>
                </a:rPr>
                <a:t xml:space="preserve">, </a:t>
              </a:r>
              <a:endParaRPr sz="1350" b="0" i="0" spc="-61" kern="0" lang="ko-KR" altLang="en-US" dirty="0">
                <a:solidFill>
                  <a:srgbClr val="1A2134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03" name="Weave text 21: 전에"/>
            <p:cNvSpPr txBox="1"/>
            <p:nvPr/>
          </p:nvSpPr>
          <p:spPr>
            <a:xfrm>
              <a:off x="8722816" y="4467225"/>
              <a:ext cx="338286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61" kern="0" lang="ko-KR" altLang="en-US" dirty="0">
                  <a:solidFill>
                    <a:srgbClr val="1A2134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350" b="0" i="0" spc="-61" kern="0" lang="ko-KR" altLang="en-US" dirty="0">
                  <a:solidFill>
                    <a:srgbClr val="1A2134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전에</a:t>
              </a:r>
              <a:endParaRPr sz="1350" b="0" i="0" spc="-61" kern="0" lang="ko-KR" altLang="en-US" dirty="0">
                <a:solidFill>
                  <a:srgbClr val="1A2134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04" name="Weave text 21:  "/>
            <p:cNvSpPr txBox="1"/>
            <p:nvPr/>
          </p:nvSpPr>
          <p:spPr>
            <a:xfrm>
              <a:off x="9022854" y="4467225"/>
              <a:ext cx="7367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61" kern="0" lang="ko-KR" altLang="en-US" dirty="0">
                  <a:solidFill>
                    <a:srgbClr val="1A2134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350" b="0" i="0" spc="-61" kern="0" lang="ko-KR" altLang="en-US" dirty="0">
                  <a:solidFill>
                    <a:srgbClr val="1A2134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350" b="0" i="0" spc="-61" kern="0" lang="ko-KR" altLang="en-US" dirty="0">
                <a:solidFill>
                  <a:srgbClr val="1A2134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05" name="Weave text 21: 먹고"/>
            <p:cNvSpPr txBox="1"/>
            <p:nvPr/>
          </p:nvSpPr>
          <p:spPr>
            <a:xfrm>
              <a:off x="9058275" y="4467225"/>
              <a:ext cx="338286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61" kern="0" lang="ko-KR" altLang="en-US" dirty="0">
                  <a:solidFill>
                    <a:srgbClr val="1A2134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350" b="0" i="0" spc="-61" kern="0" lang="ko-KR" altLang="en-US" dirty="0">
                  <a:solidFill>
                    <a:srgbClr val="1A2134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먹고</a:t>
              </a:r>
              <a:endParaRPr sz="1350" b="0" i="0" spc="-61" kern="0" lang="ko-KR" altLang="en-US" dirty="0">
                <a:solidFill>
                  <a:srgbClr val="1A2134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06" name="Weave text 21:  "/>
            <p:cNvSpPr txBox="1"/>
            <p:nvPr/>
          </p:nvSpPr>
          <p:spPr>
            <a:xfrm>
              <a:off x="9358312" y="4467225"/>
              <a:ext cx="7381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61" kern="0" lang="ko-KR" altLang="en-US" dirty="0">
                  <a:solidFill>
                    <a:srgbClr val="1A2134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350" b="0" i="0" spc="-61" kern="0" lang="ko-KR" altLang="en-US" dirty="0">
                  <a:solidFill>
                    <a:srgbClr val="1A2134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350" b="0" i="0" spc="-61" kern="0" lang="ko-KR" altLang="en-US" dirty="0">
                <a:solidFill>
                  <a:srgbClr val="1A2134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07" name="Weave text 21: 싶다던"/>
            <p:cNvSpPr txBox="1"/>
            <p:nvPr/>
          </p:nvSpPr>
          <p:spPr>
            <a:xfrm>
              <a:off x="9393882" y="4467225"/>
              <a:ext cx="488305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61" kern="0" lang="ko-KR" altLang="en-US" dirty="0">
                  <a:solidFill>
                    <a:srgbClr val="1A2134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350" b="0" i="0" spc="-61" kern="0" lang="ko-KR" altLang="en-US" dirty="0">
                  <a:solidFill>
                    <a:srgbClr val="1A2134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싶다던</a:t>
              </a:r>
              <a:endParaRPr sz="1350" b="0" i="0" spc="-61" kern="0" lang="ko-KR" altLang="en-US" dirty="0">
                <a:solidFill>
                  <a:srgbClr val="1A2134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108" name="Line 22: 무화과시루 사갈까?"/>
          <p:cNvGrpSpPr/>
          <p:nvPr/>
        </p:nvGrpSpPr>
        <p:grpSpPr>
          <a:xfrm>
            <a:off x="8343900" y="4715768"/>
            <a:ext cx="1359247" cy="312420"/>
            <a:chOff x="8343900" y="4715768"/>
            <a:chExt cx="1359247" cy="312420"/>
          </a:xfrm>
        </p:grpSpPr>
        <p:sp>
          <p:nvSpPr>
            <p:cNvPr id="109" name="Weave text 22: 무화과시루"/>
            <p:cNvSpPr txBox="1"/>
            <p:nvPr/>
          </p:nvSpPr>
          <p:spPr>
            <a:xfrm>
              <a:off x="8343900" y="4715768"/>
              <a:ext cx="78819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61" kern="0" lang="ko-KR" altLang="en-US" dirty="0">
                  <a:solidFill>
                    <a:srgbClr val="1A2134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350" b="0" i="0" spc="-61" kern="0" lang="ko-KR" altLang="en-US" dirty="0">
                  <a:solidFill>
                    <a:srgbClr val="1A2134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무화과시루</a:t>
              </a:r>
              <a:endParaRPr sz="1350" b="0" i="0" spc="-61" kern="0" lang="ko-KR" altLang="en-US" dirty="0">
                <a:solidFill>
                  <a:srgbClr val="1A2134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10" name="Weave text 22:  "/>
            <p:cNvSpPr txBox="1"/>
            <p:nvPr/>
          </p:nvSpPr>
          <p:spPr>
            <a:xfrm>
              <a:off x="9093845" y="4715768"/>
              <a:ext cx="7381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61" kern="0" lang="ko-KR" altLang="en-US" dirty="0">
                  <a:solidFill>
                    <a:srgbClr val="1A2134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350" b="0" i="0" spc="-61" kern="0" lang="ko-KR" altLang="en-US" dirty="0">
                  <a:solidFill>
                    <a:srgbClr val="1A2134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350" b="0" i="0" spc="-61" kern="0" lang="ko-KR" altLang="en-US" dirty="0">
                <a:solidFill>
                  <a:srgbClr val="1A2134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11" name="Weave text 22: 사갈까"/>
            <p:cNvSpPr txBox="1"/>
            <p:nvPr/>
          </p:nvSpPr>
          <p:spPr>
            <a:xfrm>
              <a:off x="9129415" y="4715768"/>
              <a:ext cx="488305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61" kern="0" lang="ko-KR" altLang="en-US" dirty="0">
                  <a:solidFill>
                    <a:srgbClr val="1A2134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350" b="0" i="0" spc="-61" kern="0" lang="ko-KR" altLang="en-US" dirty="0">
                  <a:solidFill>
                    <a:srgbClr val="1A2134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사갈까</a:t>
              </a:r>
              <a:endParaRPr sz="1350" b="0" i="0" spc="-61" kern="0" lang="ko-KR" altLang="en-US" dirty="0">
                <a:solidFill>
                  <a:srgbClr val="1A2134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12" name="Weave text 22: ?"/>
            <p:cNvSpPr txBox="1"/>
            <p:nvPr/>
          </p:nvSpPr>
          <p:spPr>
            <a:xfrm>
              <a:off x="9579471" y="4715768"/>
              <a:ext cx="123676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61" kern="0" lang="ko-KR" altLang="en-US" dirty="0">
                  <a:solidFill>
                    <a:srgbClr val="1A2134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350" b="0" i="0" spc="-61" kern="0" lang="ko-KR" altLang="en-US" dirty="0">
                  <a:solidFill>
                    <a:srgbClr val="1A2134"/>
                  </a:solidFill>
                  <a:latin typeface="Inter SemiBold"/>
                  <a:ea typeface="Inter SemiBold"/>
                  <a:cs typeface="Inter SemiBold"/>
                </a:rPr>
                <a:t xml:space="preserve">?</a:t>
              </a:r>
              <a:endParaRPr sz="1350" b="0" i="0" spc="-61" kern="0" lang="ko-KR" altLang="en-US" dirty="0">
                <a:solidFill>
                  <a:srgbClr val="1A2134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13" name="Line 23: 가족 단체방 · 현재 위치"/>
          <p:cNvGrpSpPr/>
          <p:nvPr/>
        </p:nvGrpSpPr>
        <p:grpSpPr>
          <a:xfrm>
            <a:off x="8343900" y="5142905"/>
            <a:ext cx="961430" cy="190500"/>
            <a:chOff x="8343900" y="5142905"/>
            <a:chExt cx="961430" cy="190500"/>
          </a:xfrm>
        </p:grpSpPr>
        <p:sp>
          <p:nvSpPr>
            <p:cNvPr id="114" name="Weave text 23: 가족"/>
            <p:cNvSpPr txBox="1"/>
            <p:nvPr/>
          </p:nvSpPr>
          <p:spPr>
            <a:xfrm>
              <a:off x="8343900" y="5142905"/>
              <a:ext cx="213420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8490A1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8490A1"/>
                  </a:solidFill>
                  <a:latin typeface="Noto Sans KR"/>
                  <a:ea typeface="Noto Sans KR"/>
                  <a:cs typeface="Noto Sans KR"/>
                </a:rPr>
                <a:t xml:space="preserve">가족</a:t>
              </a:r>
              <a:endParaRPr sz="750" b="0" i="0" spc="0" kern="0" lang="ko-KR" altLang="en-US" dirty="0">
                <a:solidFill>
                  <a:srgbClr val="8490A1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5" name="Weave text 23:  "/>
            <p:cNvSpPr txBox="1"/>
            <p:nvPr/>
          </p:nvSpPr>
          <p:spPr>
            <a:xfrm>
              <a:off x="8519071" y="5142905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8490A1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8490A1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8490A1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6" name="Weave text 23: 단체방"/>
            <p:cNvSpPr txBox="1"/>
            <p:nvPr/>
          </p:nvSpPr>
          <p:spPr>
            <a:xfrm>
              <a:off x="8545860" y="5142905"/>
              <a:ext cx="301079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8490A1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8490A1"/>
                  </a:solidFill>
                  <a:latin typeface="Noto Sans KR"/>
                  <a:ea typeface="Noto Sans KR"/>
                  <a:cs typeface="Noto Sans KR"/>
                </a:rPr>
                <a:t xml:space="preserve">단체방</a:t>
              </a:r>
              <a:endParaRPr sz="750" b="0" i="0" spc="0" kern="0" lang="ko-KR" altLang="en-US" dirty="0">
                <a:solidFill>
                  <a:srgbClr val="8490A1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7" name="Weave text 23:  · "/>
            <p:cNvSpPr txBox="1"/>
            <p:nvPr/>
          </p:nvSpPr>
          <p:spPr>
            <a:xfrm>
              <a:off x="8808690" y="5142905"/>
              <a:ext cx="119360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8490A1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8490A1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750" b="0" i="0" spc="0" kern="0" lang="ko-KR" altLang="en-US" dirty="0">
                <a:solidFill>
                  <a:srgbClr val="8490A1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8" name="Weave text 23: 현재"/>
            <p:cNvSpPr txBox="1"/>
            <p:nvPr/>
          </p:nvSpPr>
          <p:spPr>
            <a:xfrm>
              <a:off x="8889802" y="5142905"/>
              <a:ext cx="213420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8490A1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8490A1"/>
                  </a:solidFill>
                  <a:latin typeface="Noto Sans KR"/>
                  <a:ea typeface="Noto Sans KR"/>
                  <a:cs typeface="Noto Sans KR"/>
                </a:rPr>
                <a:t xml:space="preserve">현재</a:t>
              </a:r>
              <a:endParaRPr sz="750" b="0" i="0" spc="0" kern="0" lang="ko-KR" altLang="en-US" dirty="0">
                <a:solidFill>
                  <a:srgbClr val="8490A1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9" name="Weave text 23:  "/>
            <p:cNvSpPr txBox="1"/>
            <p:nvPr/>
          </p:nvSpPr>
          <p:spPr>
            <a:xfrm>
              <a:off x="9064972" y="5142905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8490A1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8490A1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8490A1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0" name="Weave text 23: 위치"/>
            <p:cNvSpPr txBox="1"/>
            <p:nvPr/>
          </p:nvSpPr>
          <p:spPr>
            <a:xfrm>
              <a:off x="9091761" y="5142905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8490A1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8490A1"/>
                  </a:solidFill>
                  <a:latin typeface="Noto Sans KR"/>
                  <a:ea typeface="Noto Sans KR"/>
                  <a:cs typeface="Noto Sans KR"/>
                </a:rPr>
                <a:t xml:space="preserve">위치</a:t>
              </a:r>
              <a:endParaRPr sz="750" b="0" i="0" spc="0" kern="0" lang="ko-KR" altLang="en-US" dirty="0">
                <a:solidFill>
                  <a:srgbClr val="8490A1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21" name="Line 24: 입력하기"/>
          <p:cNvGrpSpPr/>
          <p:nvPr/>
        </p:nvGrpSpPr>
        <p:grpSpPr>
          <a:xfrm>
            <a:off x="10520511" y="5135761"/>
            <a:ext cx="423714" cy="205740"/>
            <a:chOff x="10520511" y="5135761"/>
            <a:chExt cx="423714" cy="205740"/>
          </a:xfrm>
        </p:grpSpPr>
        <p:sp>
          <p:nvSpPr>
            <p:cNvPr id="122" name="Weave text 24: 입력하기"/>
            <p:cNvSpPr txBox="1"/>
            <p:nvPr/>
          </p:nvSpPr>
          <p:spPr>
            <a:xfrm>
              <a:off x="10520511" y="5135761"/>
              <a:ext cx="423714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5B408E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825" b="0" i="0" spc="0" kern="0" lang="ko-KR" altLang="en-US" dirty="0">
                  <a:solidFill>
                    <a:srgbClr val="5B408E"/>
                  </a:solidFill>
                  <a:latin typeface="Noto Sans KR Medium"/>
                  <a:ea typeface="Noto Sans KR Medium"/>
                  <a:cs typeface="Noto Sans KR Medium"/>
                </a:rPr>
                <a:t xml:space="preserve">입력하기</a:t>
              </a:r>
              <a:endParaRPr sz="825" b="0" i="0" spc="0" kern="0" lang="ko-KR" altLang="en-US" dirty="0">
                <a:solidFill>
                  <a:srgbClr val="5B408E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123" name="Line 25: 메시지 입력"/>
          <p:cNvGrpSpPr/>
          <p:nvPr/>
        </p:nvGrpSpPr>
        <p:grpSpPr>
          <a:xfrm>
            <a:off x="8353425" y="5759648"/>
            <a:ext cx="596057" cy="220980"/>
            <a:chOff x="8353425" y="5759648"/>
            <a:chExt cx="596057" cy="220980"/>
          </a:xfrm>
        </p:grpSpPr>
        <p:sp>
          <p:nvSpPr>
            <p:cNvPr id="124" name="Weave text 25: 메시지"/>
            <p:cNvSpPr txBox="1"/>
            <p:nvPr/>
          </p:nvSpPr>
          <p:spPr>
            <a:xfrm>
              <a:off x="8353425" y="5759648"/>
              <a:ext cx="353616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8590A0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8590A0"/>
                  </a:solidFill>
                  <a:latin typeface="Noto Sans KR"/>
                  <a:ea typeface="Noto Sans KR"/>
                  <a:cs typeface="Noto Sans KR"/>
                </a:rPr>
                <a:t xml:space="preserve">메시지</a:t>
              </a:r>
              <a:endParaRPr sz="900" b="0" i="0" spc="0" kern="0" lang="ko-KR" altLang="en-US" dirty="0">
                <a:solidFill>
                  <a:srgbClr val="8590A0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5" name="Weave text 25:  "/>
            <p:cNvSpPr txBox="1"/>
            <p:nvPr/>
          </p:nvSpPr>
          <p:spPr>
            <a:xfrm>
              <a:off x="8668792" y="5759648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8590A0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8590A0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8590A0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6" name="Weave text 25: 입력"/>
            <p:cNvSpPr txBox="1"/>
            <p:nvPr/>
          </p:nvSpPr>
          <p:spPr>
            <a:xfrm>
              <a:off x="8700939" y="5759648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8590A0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8590A0"/>
                  </a:solidFill>
                  <a:latin typeface="Noto Sans KR"/>
                  <a:ea typeface="Noto Sans KR"/>
                  <a:cs typeface="Noto Sans KR"/>
                </a:rPr>
                <a:t xml:space="preserve">입력</a:t>
              </a:r>
              <a:endParaRPr sz="900" b="0" i="0" spc="0" kern="0" lang="ko-KR" altLang="en-US" dirty="0">
                <a:solidFill>
                  <a:srgbClr val="8590A0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27" name="Line 26: WEAVE ASSIST / GALAXY AI CONCEPT"/>
          <p:cNvGrpSpPr/>
          <p:nvPr/>
        </p:nvGrpSpPr>
        <p:grpSpPr>
          <a:xfrm>
            <a:off x="609600" y="6486525"/>
            <a:ext cx="2393007" cy="190500"/>
            <a:chOff x="609600" y="6486525"/>
            <a:chExt cx="2393007" cy="190500"/>
          </a:xfrm>
        </p:grpSpPr>
        <p:sp>
          <p:nvSpPr>
            <p:cNvPr id="128" name="Weave text 26: WEAVE ASSIST / GALAXY AI CONCEPT"/>
            <p:cNvSpPr txBox="1"/>
            <p:nvPr/>
          </p:nvSpPr>
          <p:spPr>
            <a:xfrm>
              <a:off x="609600" y="6486525"/>
              <a:ext cx="2393007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WEAVE ASSIST / GALAXY AI CONCEPT</a:t>
              </a:r>
              <a:endParaRPr sz="750" b="0" i="0" spc="142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29" name="Line 27: 01 / 11"/>
          <p:cNvGrpSpPr/>
          <p:nvPr/>
        </p:nvGrpSpPr>
        <p:grpSpPr>
          <a:xfrm>
            <a:off x="11191429" y="6486525"/>
            <a:ext cx="429071" cy="190500"/>
            <a:chOff x="11191429" y="6486525"/>
            <a:chExt cx="429071" cy="190500"/>
          </a:xfrm>
        </p:grpSpPr>
        <p:sp>
          <p:nvSpPr>
            <p:cNvPr id="130" name="Weave text 27: 01 / 11"/>
            <p:cNvSpPr txBox="1"/>
            <p:nvPr/>
          </p:nvSpPr>
          <p:spPr>
            <a:xfrm>
              <a:off x="11191429" y="6486525"/>
              <a:ext cx="429071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01 / 11</a:t>
              </a:r>
              <a:endParaRPr sz="750" b="0" i="0" spc="142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TML visual layer (text is separately editable)"/>
          <p:cNvPicPr>
            <a:picLocks noChangeAspect="1"/>
          </p:cNvPicPr>
          <p:nvPr/>
        </p:nvPicPr>
        <p:blipFill>
          <a:blip r:embed="rIdWeaveVisualLayer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3" name="Line 28: 02 / MOTIVATION"/>
          <p:cNvGrpSpPr/>
          <p:nvPr/>
        </p:nvGrpSpPr>
        <p:grpSpPr>
          <a:xfrm>
            <a:off x="609600" y="371475"/>
            <a:ext cx="1213693" cy="205740"/>
            <a:chOff x="609600" y="371475"/>
            <a:chExt cx="1213693" cy="205740"/>
          </a:xfrm>
        </p:grpSpPr>
        <p:sp>
          <p:nvSpPr>
            <p:cNvPr id="4" name="Weave text 28: 02 / MOTIVATION"/>
            <p:cNvSpPr txBox="1"/>
            <p:nvPr/>
          </p:nvSpPr>
          <p:spPr>
            <a:xfrm>
              <a:off x="609600" y="371475"/>
              <a:ext cx="1213693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148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825" b="0" i="0" spc="148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rPr>
                <a:t xml:space="preserve">02 / MOTIVATION</a:t>
              </a:r>
              <a:endParaRPr sz="825" b="0" i="0" spc="148" kern="0" lang="ko-KR" altLang="en-US" dirty="0">
                <a:solidFill>
                  <a:srgbClr val="B8A2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5" name="Line 29: 수많은 기록이 잠들어 있지만,"/>
          <p:cNvGrpSpPr/>
          <p:nvPr/>
        </p:nvGrpSpPr>
        <p:grpSpPr>
          <a:xfrm>
            <a:off x="609600" y="704850"/>
            <a:ext cx="4349055" cy="647700"/>
            <a:chOff x="609600" y="704850"/>
            <a:chExt cx="4349055" cy="647700"/>
          </a:xfrm>
        </p:grpSpPr>
        <p:sp>
          <p:nvSpPr>
            <p:cNvPr id="6" name="Weave text 29: 수많은"/>
            <p:cNvSpPr txBox="1"/>
            <p:nvPr/>
          </p:nvSpPr>
          <p:spPr>
            <a:xfrm>
              <a:off x="609600" y="704850"/>
              <a:ext cx="1032570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수많은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7" name="Weave text 29:  "/>
            <p:cNvSpPr txBox="1"/>
            <p:nvPr/>
          </p:nvSpPr>
          <p:spPr>
            <a:xfrm>
              <a:off x="1603921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8" name="Weave text 29: 기록이"/>
            <p:cNvSpPr txBox="1"/>
            <p:nvPr/>
          </p:nvSpPr>
          <p:spPr>
            <a:xfrm>
              <a:off x="1680865" y="704850"/>
              <a:ext cx="1032718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기록이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9" name="Weave text 29:  "/>
            <p:cNvSpPr txBox="1"/>
            <p:nvPr/>
          </p:nvSpPr>
          <p:spPr>
            <a:xfrm>
              <a:off x="2675334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0" name="Weave text 29: 잠들어"/>
            <p:cNvSpPr txBox="1"/>
            <p:nvPr/>
          </p:nvSpPr>
          <p:spPr>
            <a:xfrm>
              <a:off x="2752279" y="704850"/>
              <a:ext cx="1032570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잠들어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1" name="Weave text 29:  "/>
            <p:cNvSpPr txBox="1"/>
            <p:nvPr/>
          </p:nvSpPr>
          <p:spPr>
            <a:xfrm>
              <a:off x="3746599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2" name="Weave text 29: 있지만"/>
            <p:cNvSpPr txBox="1"/>
            <p:nvPr/>
          </p:nvSpPr>
          <p:spPr>
            <a:xfrm>
              <a:off x="3823543" y="704850"/>
              <a:ext cx="1032718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있지만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3" name="Weave text 29: ,"/>
            <p:cNvSpPr txBox="1"/>
            <p:nvPr/>
          </p:nvSpPr>
          <p:spPr>
            <a:xfrm>
              <a:off x="4818013" y="704850"/>
              <a:ext cx="14064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,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4" name="Line 30: 필요한 순간엔 다시 찾습니다."/>
          <p:cNvGrpSpPr/>
          <p:nvPr/>
        </p:nvGrpSpPr>
        <p:grpSpPr>
          <a:xfrm>
            <a:off x="609600" y="1181100"/>
            <a:ext cx="4349055" cy="647700"/>
            <a:chOff x="609600" y="1181100"/>
            <a:chExt cx="4349055" cy="647700"/>
          </a:xfrm>
        </p:grpSpPr>
        <p:sp>
          <p:nvSpPr>
            <p:cNvPr id="15" name="Weave text 30: 필요한"/>
            <p:cNvSpPr txBox="1"/>
            <p:nvPr/>
          </p:nvSpPr>
          <p:spPr>
            <a:xfrm>
              <a:off x="609600" y="1181100"/>
              <a:ext cx="1032570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필요한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6" name="Weave text 30:  "/>
            <p:cNvSpPr txBox="1"/>
            <p:nvPr/>
          </p:nvSpPr>
          <p:spPr>
            <a:xfrm>
              <a:off x="1603921" y="118110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7" name="Weave text 30: 순간엔"/>
            <p:cNvSpPr txBox="1"/>
            <p:nvPr/>
          </p:nvSpPr>
          <p:spPr>
            <a:xfrm>
              <a:off x="1680865" y="1181100"/>
              <a:ext cx="1032718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순간엔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8" name="Weave text 30:  "/>
            <p:cNvSpPr txBox="1"/>
            <p:nvPr/>
          </p:nvSpPr>
          <p:spPr>
            <a:xfrm>
              <a:off x="2675334" y="118110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9" name="Weave text 30: 다시"/>
            <p:cNvSpPr txBox="1"/>
            <p:nvPr/>
          </p:nvSpPr>
          <p:spPr>
            <a:xfrm>
              <a:off x="2752279" y="1181100"/>
              <a:ext cx="70112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다시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0" name="Weave text 30:  "/>
            <p:cNvSpPr txBox="1"/>
            <p:nvPr/>
          </p:nvSpPr>
          <p:spPr>
            <a:xfrm>
              <a:off x="3415159" y="118110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21" name="Weave text 30: 찾습니다"/>
            <p:cNvSpPr txBox="1"/>
            <p:nvPr/>
          </p:nvSpPr>
          <p:spPr>
            <a:xfrm>
              <a:off x="3492103" y="1181100"/>
              <a:ext cx="136415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찾습니다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2" name="Weave text 30: ."/>
            <p:cNvSpPr txBox="1"/>
            <p:nvPr/>
          </p:nvSpPr>
          <p:spPr>
            <a:xfrm>
              <a:off x="4818013" y="1181100"/>
              <a:ext cx="14064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.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23" name="Line 31: 방대한 기록을 곁에 두고도,"/>
          <p:cNvGrpSpPr/>
          <p:nvPr/>
        </p:nvGrpSpPr>
        <p:grpSpPr>
          <a:xfrm>
            <a:off x="619125" y="2286000"/>
            <a:ext cx="2006650" cy="327660"/>
            <a:chOff x="619125" y="2286000"/>
            <a:chExt cx="2006650" cy="327660"/>
          </a:xfrm>
        </p:grpSpPr>
        <p:sp>
          <p:nvSpPr>
            <p:cNvPr id="24" name="Weave text 31: 방대한"/>
            <p:cNvSpPr txBox="1"/>
            <p:nvPr/>
          </p:nvSpPr>
          <p:spPr>
            <a:xfrm>
              <a:off x="619125" y="2286000"/>
              <a:ext cx="524024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방대한</a:t>
              </a:r>
              <a:endParaRPr sz="1425" b="0" i="0" spc="-36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5" name="Weave text 31:  "/>
            <p:cNvSpPr txBox="1"/>
            <p:nvPr/>
          </p:nvSpPr>
          <p:spPr>
            <a:xfrm>
              <a:off x="1104900" y="2286000"/>
              <a:ext cx="84683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6" name="Weave text 31: 기록을"/>
            <p:cNvSpPr txBox="1"/>
            <p:nvPr/>
          </p:nvSpPr>
          <p:spPr>
            <a:xfrm>
              <a:off x="1151334" y="2286000"/>
              <a:ext cx="524173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기록을</a:t>
              </a:r>
              <a:endParaRPr sz="1425" b="0" i="0" spc="-36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7" name="Weave text 31:  "/>
            <p:cNvSpPr txBox="1"/>
            <p:nvPr/>
          </p:nvSpPr>
          <p:spPr>
            <a:xfrm>
              <a:off x="1637258" y="2286000"/>
              <a:ext cx="84683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8" name="Weave text 31: 곁에"/>
            <p:cNvSpPr txBox="1"/>
            <p:nvPr/>
          </p:nvSpPr>
          <p:spPr>
            <a:xfrm>
              <a:off x="1683693" y="2286000"/>
              <a:ext cx="362099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곁에</a:t>
              </a:r>
              <a:endParaRPr sz="1425" b="0" i="0" spc="-36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9" name="Weave text 31:  "/>
            <p:cNvSpPr txBox="1"/>
            <p:nvPr/>
          </p:nvSpPr>
          <p:spPr>
            <a:xfrm>
              <a:off x="2007543" y="2286000"/>
              <a:ext cx="84683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0" name="Weave text 31: 두고도"/>
            <p:cNvSpPr txBox="1"/>
            <p:nvPr/>
          </p:nvSpPr>
          <p:spPr>
            <a:xfrm>
              <a:off x="2053977" y="2286000"/>
              <a:ext cx="524173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두고도</a:t>
              </a:r>
              <a:endParaRPr sz="1425" b="0" i="0" spc="-36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1" name="Weave text 31: ,"/>
            <p:cNvSpPr txBox="1"/>
            <p:nvPr/>
          </p:nvSpPr>
          <p:spPr>
            <a:xfrm>
              <a:off x="2539901" y="2286000"/>
              <a:ext cx="85874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,</a:t>
              </a:r>
              <a:endParaRPr sz="1425" b="0" i="0" spc="-36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32" name="Line 32: 정작 필요한 순간에는 이렇게 말하곤 하죠."/>
          <p:cNvGrpSpPr/>
          <p:nvPr/>
        </p:nvGrpSpPr>
        <p:grpSpPr>
          <a:xfrm>
            <a:off x="619125" y="2611636"/>
            <a:ext cx="3071217" cy="327660"/>
            <a:chOff x="619125" y="2611636"/>
            <a:chExt cx="3071217" cy="327660"/>
          </a:xfrm>
        </p:grpSpPr>
        <p:sp>
          <p:nvSpPr>
            <p:cNvPr id="33" name="Weave text 32: 정작"/>
            <p:cNvSpPr txBox="1"/>
            <p:nvPr/>
          </p:nvSpPr>
          <p:spPr>
            <a:xfrm>
              <a:off x="619125" y="2611636"/>
              <a:ext cx="362099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정작</a:t>
              </a:r>
              <a:endParaRPr sz="1425" b="0" i="0" spc="-36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4" name="Weave text 32:  "/>
            <p:cNvSpPr txBox="1"/>
            <p:nvPr/>
          </p:nvSpPr>
          <p:spPr>
            <a:xfrm>
              <a:off x="942975" y="2611636"/>
              <a:ext cx="84683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5" name="Weave text 32: 필요한"/>
            <p:cNvSpPr txBox="1"/>
            <p:nvPr/>
          </p:nvSpPr>
          <p:spPr>
            <a:xfrm>
              <a:off x="989409" y="2611636"/>
              <a:ext cx="524173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필요한</a:t>
              </a:r>
              <a:endParaRPr sz="1425" b="0" i="0" spc="-36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6" name="Weave text 32:  "/>
            <p:cNvSpPr txBox="1"/>
            <p:nvPr/>
          </p:nvSpPr>
          <p:spPr>
            <a:xfrm>
              <a:off x="1475333" y="2611636"/>
              <a:ext cx="84534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7" name="Weave text 32: 순간에는"/>
            <p:cNvSpPr txBox="1"/>
            <p:nvPr/>
          </p:nvSpPr>
          <p:spPr>
            <a:xfrm>
              <a:off x="1521619" y="2611636"/>
              <a:ext cx="686246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순간에는</a:t>
              </a:r>
              <a:endParaRPr sz="1425" b="0" i="0" spc="-36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8" name="Weave text 32:  "/>
            <p:cNvSpPr txBox="1"/>
            <p:nvPr/>
          </p:nvSpPr>
          <p:spPr>
            <a:xfrm>
              <a:off x="2169616" y="2611636"/>
              <a:ext cx="84534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9" name="Weave text 32: 이렇게"/>
            <p:cNvSpPr txBox="1"/>
            <p:nvPr/>
          </p:nvSpPr>
          <p:spPr>
            <a:xfrm>
              <a:off x="2215902" y="2611636"/>
              <a:ext cx="524173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이렇게</a:t>
              </a:r>
              <a:endParaRPr sz="1425" b="0" i="0" spc="-36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0" name="Weave text 32:  "/>
            <p:cNvSpPr txBox="1"/>
            <p:nvPr/>
          </p:nvSpPr>
          <p:spPr>
            <a:xfrm>
              <a:off x="2701826" y="2611636"/>
              <a:ext cx="84683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1" name="Weave text 32: 말하곤"/>
            <p:cNvSpPr txBox="1"/>
            <p:nvPr/>
          </p:nvSpPr>
          <p:spPr>
            <a:xfrm>
              <a:off x="2748260" y="2611636"/>
              <a:ext cx="524173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말하곤</a:t>
              </a:r>
              <a:endParaRPr sz="1425" b="0" i="0" spc="-36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2" name="Weave text 32:  "/>
            <p:cNvSpPr txBox="1"/>
            <p:nvPr/>
          </p:nvSpPr>
          <p:spPr>
            <a:xfrm>
              <a:off x="3234184" y="2611636"/>
              <a:ext cx="84534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3" name="Weave text 32: 하죠"/>
            <p:cNvSpPr txBox="1"/>
            <p:nvPr/>
          </p:nvSpPr>
          <p:spPr>
            <a:xfrm>
              <a:off x="3280470" y="2611636"/>
              <a:ext cx="362248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하죠</a:t>
              </a:r>
              <a:endParaRPr sz="1425" b="0" i="0" spc="-36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4" name="Weave text 32: ."/>
            <p:cNvSpPr txBox="1"/>
            <p:nvPr/>
          </p:nvSpPr>
          <p:spPr>
            <a:xfrm>
              <a:off x="3604468" y="2611636"/>
              <a:ext cx="85874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425" b="0" i="0" spc="-36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45" name="Line 33: “잠깐만, 찾아볼게.”"/>
          <p:cNvGrpSpPr/>
          <p:nvPr/>
        </p:nvGrpSpPr>
        <p:grpSpPr>
          <a:xfrm>
            <a:off x="619125" y="3146822"/>
            <a:ext cx="3332113" cy="739140"/>
            <a:chOff x="619125" y="3146822"/>
            <a:chExt cx="3332113" cy="739140"/>
          </a:xfrm>
        </p:grpSpPr>
        <p:sp>
          <p:nvSpPr>
            <p:cNvPr id="46" name="Weave text 33: “"/>
            <p:cNvSpPr txBox="1"/>
            <p:nvPr/>
          </p:nvSpPr>
          <p:spPr>
            <a:xfrm>
              <a:off x="619125" y="3146822"/>
              <a:ext cx="221605" cy="5682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450" b="0" i="0" spc="-190" kern="0" lang="ko-KR" altLang="en-US" dirty="0">
                  <a:solidFill>
                    <a:srgbClr val="D3C3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3450" b="0" i="0" spc="-190" kern="0" lang="ko-KR" altLang="en-US" dirty="0">
                  <a:solidFill>
                    <a:srgbClr val="D3C3FF"/>
                  </a:solidFill>
                  <a:latin typeface="Inter Medium"/>
                  <a:ea typeface="Inter Medium"/>
                  <a:cs typeface="Inter Medium"/>
                </a:rPr>
                <a:t xml:space="preserve">“</a:t>
              </a:r>
              <a:endParaRPr sz="3450" b="0" i="0" spc="-190" kern="0" lang="ko-KR" altLang="en-US" dirty="0">
                <a:solidFill>
                  <a:srgbClr val="D3C3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47" name="Weave text 33: 잠깐만"/>
            <p:cNvSpPr txBox="1"/>
            <p:nvPr/>
          </p:nvSpPr>
          <p:spPr>
            <a:xfrm>
              <a:off x="802481" y="3146822"/>
              <a:ext cx="1175296" cy="6725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450" b="0" i="0" spc="-190" kern="0" lang="ko-KR" altLang="en-US" dirty="0">
                  <a:solidFill>
                    <a:srgbClr val="D3C3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3450" b="0" i="0" spc="-190" kern="0" lang="ko-KR" altLang="en-US" dirty="0">
                  <a:solidFill>
                    <a:srgbClr val="D3C3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잠깐만</a:t>
              </a:r>
              <a:endParaRPr sz="3450" b="0" i="0" spc="-190" kern="0" lang="ko-KR" altLang="en-US" dirty="0">
                <a:solidFill>
                  <a:srgbClr val="D3C3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48" name="Weave text 33: , "/>
            <p:cNvSpPr txBox="1"/>
            <p:nvPr/>
          </p:nvSpPr>
          <p:spPr>
            <a:xfrm>
              <a:off x="1939528" y="3146822"/>
              <a:ext cx="235148" cy="5682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450" b="0" i="0" spc="-190" kern="0" lang="ko-KR" altLang="en-US" dirty="0">
                  <a:solidFill>
                    <a:srgbClr val="D3C3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3450" b="0" i="0" spc="-190" kern="0" lang="ko-KR" altLang="en-US" dirty="0">
                  <a:solidFill>
                    <a:srgbClr val="D3C3FF"/>
                  </a:solidFill>
                  <a:latin typeface="Inter Medium"/>
                  <a:ea typeface="Inter Medium"/>
                  <a:cs typeface="Inter Medium"/>
                </a:rPr>
                <a:t xml:space="preserve">, </a:t>
              </a:r>
              <a:endParaRPr sz="3450" b="0" i="0" spc="-190" kern="0" lang="ko-KR" altLang="en-US" dirty="0">
                <a:solidFill>
                  <a:srgbClr val="D3C3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49" name="Weave text 33: 찾아볼게"/>
            <p:cNvSpPr txBox="1"/>
            <p:nvPr/>
          </p:nvSpPr>
          <p:spPr>
            <a:xfrm>
              <a:off x="2136428" y="3146822"/>
              <a:ext cx="1554212" cy="6725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450" b="0" i="0" spc="-190" kern="0" lang="ko-KR" altLang="en-US" dirty="0">
                  <a:solidFill>
                    <a:srgbClr val="D3C3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3450" b="0" i="0" spc="-190" kern="0" lang="ko-KR" altLang="en-US" dirty="0">
                  <a:solidFill>
                    <a:srgbClr val="D3C3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찾아볼게</a:t>
              </a:r>
              <a:endParaRPr sz="3450" b="0" i="0" spc="-190" kern="0" lang="ko-KR" altLang="en-US" dirty="0">
                <a:solidFill>
                  <a:srgbClr val="D3C3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50" name="Weave text 33: .”"/>
            <p:cNvSpPr txBox="1"/>
            <p:nvPr/>
          </p:nvSpPr>
          <p:spPr>
            <a:xfrm>
              <a:off x="3652391" y="3146822"/>
              <a:ext cx="298847" cy="5682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450" b="0" i="0" spc="-190" kern="0" lang="ko-KR" altLang="en-US" dirty="0">
                  <a:solidFill>
                    <a:srgbClr val="D3C3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3450" b="0" i="0" spc="-190" kern="0" lang="ko-KR" altLang="en-US" dirty="0">
                  <a:solidFill>
                    <a:srgbClr val="D3C3FF"/>
                  </a:solidFill>
                  <a:latin typeface="Inter Medium"/>
                  <a:ea typeface="Inter Medium"/>
                  <a:cs typeface="Inter Medium"/>
                </a:rPr>
                <a:t xml:space="preserve">.”</a:t>
              </a:r>
              <a:endParaRPr sz="3450" b="0" i="0" spc="-190" kern="0" lang="ko-KR" altLang="en-US" dirty="0">
                <a:solidFill>
                  <a:srgbClr val="D3C3FF"/>
                </a:solidFill>
                <a:latin typeface="Inter Medium"/>
                <a:ea typeface="Inter Medium"/>
                <a:cs typeface="Inter Medium"/>
              </a:endParaRPr>
            </a:p>
          </p:txBody>
        </p:sp>
      </p:grpSp>
      <p:grpSp>
        <p:nvGrpSpPr>
          <p:cNvPr id="51" name="Line 34: 62%"/>
          <p:cNvGrpSpPr/>
          <p:nvPr/>
        </p:nvGrpSpPr>
        <p:grpSpPr>
          <a:xfrm>
            <a:off x="609600" y="4743450"/>
            <a:ext cx="1012329" cy="784860"/>
            <a:chOff x="609600" y="4743450"/>
            <a:chExt cx="1012329" cy="784860"/>
          </a:xfrm>
        </p:grpSpPr>
        <p:sp>
          <p:nvSpPr>
            <p:cNvPr id="52" name="Weave text 34: 62%"/>
            <p:cNvSpPr txBox="1"/>
            <p:nvPr/>
          </p:nvSpPr>
          <p:spPr>
            <a:xfrm>
              <a:off x="609600" y="4743450"/>
              <a:ext cx="1012329" cy="60281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675" b="0" i="0" spc="-220" kern="0" lang="ko-KR" altLang="en-US" dirty="0">
                  <a:solidFill>
                    <a:srgbClr val="C5B2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675" b="0" i="0" spc="-220" kern="0" lang="ko-KR" altLang="en-US" dirty="0">
                  <a:solidFill>
                    <a:srgbClr val="C5B2FF"/>
                  </a:solidFill>
                  <a:latin typeface="Inter SemiBold"/>
                  <a:ea typeface="Inter SemiBold"/>
                  <a:cs typeface="Inter SemiBold"/>
                </a:rPr>
                <a:t xml:space="preserve">62%</a:t>
              </a:r>
              <a:endParaRPr sz="3675" b="0" i="0" spc="-220" kern="0" lang="ko-KR" altLang="en-US" dirty="0">
                <a:solidFill>
                  <a:srgbClr val="C5B2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53" name="Line 35: 업무 중 정보를 찾는 데"/>
          <p:cNvGrpSpPr/>
          <p:nvPr/>
        </p:nvGrpSpPr>
        <p:grpSpPr>
          <a:xfrm>
            <a:off x="1802904" y="4821138"/>
            <a:ext cx="1471464" cy="281940"/>
            <a:chOff x="1802904" y="4821138"/>
            <a:chExt cx="1471464" cy="281940"/>
          </a:xfrm>
        </p:grpSpPr>
        <p:sp>
          <p:nvSpPr>
            <p:cNvPr id="54" name="Weave text 35: 업무"/>
            <p:cNvSpPr txBox="1"/>
            <p:nvPr/>
          </p:nvSpPr>
          <p:spPr>
            <a:xfrm>
              <a:off x="1802904" y="4821138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업무</a:t>
              </a:r>
              <a:endParaRPr sz="1200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5" name="Weave text 35:  "/>
            <p:cNvSpPr txBox="1"/>
            <p:nvPr/>
          </p:nvSpPr>
          <p:spPr>
            <a:xfrm>
              <a:off x="2083296" y="4821138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6" name="Weave text 35: 중"/>
            <p:cNvSpPr txBox="1"/>
            <p:nvPr/>
          </p:nvSpPr>
          <p:spPr>
            <a:xfrm>
              <a:off x="2126159" y="4821138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중</a:t>
              </a:r>
              <a:endParaRPr sz="1200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7" name="Weave text 35:  "/>
            <p:cNvSpPr txBox="1"/>
            <p:nvPr/>
          </p:nvSpPr>
          <p:spPr>
            <a:xfrm>
              <a:off x="2266355" y="4821138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8" name="Weave text 35: 정보를"/>
            <p:cNvSpPr txBox="1"/>
            <p:nvPr/>
          </p:nvSpPr>
          <p:spPr>
            <a:xfrm>
              <a:off x="2309217" y="4821138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정보를</a:t>
              </a:r>
              <a:endParaRPr sz="1200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9" name="Weave text 35:  "/>
            <p:cNvSpPr txBox="1"/>
            <p:nvPr/>
          </p:nvSpPr>
          <p:spPr>
            <a:xfrm>
              <a:off x="2729805" y="4821138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0" name="Weave text 35: 찾는"/>
            <p:cNvSpPr txBox="1"/>
            <p:nvPr/>
          </p:nvSpPr>
          <p:spPr>
            <a:xfrm>
              <a:off x="2772668" y="4821138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찾는</a:t>
              </a:r>
              <a:endParaRPr sz="1200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1" name="Weave text 35:  "/>
            <p:cNvSpPr txBox="1"/>
            <p:nvPr/>
          </p:nvSpPr>
          <p:spPr>
            <a:xfrm>
              <a:off x="3053060" y="4821138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2" name="Weave text 35: 데"/>
            <p:cNvSpPr txBox="1"/>
            <p:nvPr/>
          </p:nvSpPr>
          <p:spPr>
            <a:xfrm>
              <a:off x="3095923" y="4821138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데</a:t>
              </a:r>
              <a:endParaRPr sz="1200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63" name="Line 36: 너무 많은 시간을 쓴다고 답한 비율"/>
          <p:cNvGrpSpPr/>
          <p:nvPr/>
        </p:nvGrpSpPr>
        <p:grpSpPr>
          <a:xfrm>
            <a:off x="1802904" y="5064919"/>
            <a:ext cx="2215455" cy="281940"/>
            <a:chOff x="1802904" y="5064919"/>
            <a:chExt cx="2215455" cy="281940"/>
          </a:xfrm>
        </p:grpSpPr>
        <p:sp>
          <p:nvSpPr>
            <p:cNvPr id="64" name="Weave text 36: 너무"/>
            <p:cNvSpPr txBox="1"/>
            <p:nvPr/>
          </p:nvSpPr>
          <p:spPr>
            <a:xfrm>
              <a:off x="1802904" y="5064919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너무</a:t>
              </a:r>
              <a:endParaRPr sz="1200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5" name="Weave text 36:  "/>
            <p:cNvSpPr txBox="1"/>
            <p:nvPr/>
          </p:nvSpPr>
          <p:spPr>
            <a:xfrm>
              <a:off x="2083296" y="5064919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6" name="Weave text 36: 많은"/>
            <p:cNvSpPr txBox="1"/>
            <p:nvPr/>
          </p:nvSpPr>
          <p:spPr>
            <a:xfrm>
              <a:off x="2126159" y="5064919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많은</a:t>
              </a:r>
              <a:endParaRPr sz="1200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7" name="Weave text 36:  "/>
            <p:cNvSpPr txBox="1"/>
            <p:nvPr/>
          </p:nvSpPr>
          <p:spPr>
            <a:xfrm>
              <a:off x="2406551" y="5064919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8" name="Weave text 36: 시간을"/>
            <p:cNvSpPr txBox="1"/>
            <p:nvPr/>
          </p:nvSpPr>
          <p:spPr>
            <a:xfrm>
              <a:off x="2449413" y="5064919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시간을</a:t>
              </a:r>
              <a:endParaRPr sz="1200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9" name="Weave text 36:  "/>
            <p:cNvSpPr txBox="1"/>
            <p:nvPr/>
          </p:nvSpPr>
          <p:spPr>
            <a:xfrm>
              <a:off x="2870002" y="5064919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0" name="Weave text 36: 쓴다고"/>
            <p:cNvSpPr txBox="1"/>
            <p:nvPr/>
          </p:nvSpPr>
          <p:spPr>
            <a:xfrm>
              <a:off x="2912864" y="5064919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쓴다고</a:t>
              </a:r>
              <a:endParaRPr sz="1200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1" name="Weave text 36:  "/>
            <p:cNvSpPr txBox="1"/>
            <p:nvPr/>
          </p:nvSpPr>
          <p:spPr>
            <a:xfrm>
              <a:off x="3333452" y="5064919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2" name="Weave text 36: 답한"/>
            <p:cNvSpPr txBox="1"/>
            <p:nvPr/>
          </p:nvSpPr>
          <p:spPr>
            <a:xfrm>
              <a:off x="3376315" y="5064919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답한</a:t>
              </a:r>
              <a:endParaRPr sz="1200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3" name="Weave text 36:  "/>
            <p:cNvSpPr txBox="1"/>
            <p:nvPr/>
          </p:nvSpPr>
          <p:spPr>
            <a:xfrm>
              <a:off x="3656707" y="5064919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4" name="Weave text 36: 비율"/>
            <p:cNvSpPr txBox="1"/>
            <p:nvPr/>
          </p:nvSpPr>
          <p:spPr>
            <a:xfrm>
              <a:off x="3699570" y="5064919"/>
              <a:ext cx="318790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비율</a:t>
              </a:r>
              <a:endParaRPr sz="1200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75" name="Line 37: 지난 대화"/>
          <p:cNvGrpSpPr/>
          <p:nvPr/>
        </p:nvGrpSpPr>
        <p:grpSpPr>
          <a:xfrm>
            <a:off x="7524750" y="2171700"/>
            <a:ext cx="490984" cy="220980"/>
            <a:chOff x="7524750" y="2171700"/>
            <a:chExt cx="490984" cy="220980"/>
          </a:xfrm>
        </p:grpSpPr>
        <p:sp>
          <p:nvSpPr>
            <p:cNvPr id="76" name="Weave text 37: 지난"/>
            <p:cNvSpPr txBox="1"/>
            <p:nvPr/>
          </p:nvSpPr>
          <p:spPr>
            <a:xfrm>
              <a:off x="7524750" y="2171700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4A3B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4A3BC"/>
                  </a:solidFill>
                  <a:latin typeface="Noto Sans KR"/>
                  <a:ea typeface="Noto Sans KR"/>
                  <a:cs typeface="Noto Sans KR"/>
                </a:rPr>
                <a:t xml:space="preserve">지난</a:t>
              </a:r>
              <a:endParaRPr sz="900" b="0" i="0" spc="0" kern="0" lang="ko-KR" altLang="en-US" dirty="0">
                <a:solidFill>
                  <a:srgbClr val="94A3B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7" name="Weave text 37:  "/>
            <p:cNvSpPr txBox="1"/>
            <p:nvPr/>
          </p:nvSpPr>
          <p:spPr>
            <a:xfrm>
              <a:off x="7735044" y="2171700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4A3BC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4A3B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94A3B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8" name="Weave text 37: 대화"/>
            <p:cNvSpPr txBox="1"/>
            <p:nvPr/>
          </p:nvSpPr>
          <p:spPr>
            <a:xfrm>
              <a:off x="7767191" y="2171700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4A3B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4A3BC"/>
                  </a:solidFill>
                  <a:latin typeface="Noto Sans KR"/>
                  <a:ea typeface="Noto Sans KR"/>
                  <a:cs typeface="Noto Sans KR"/>
                </a:rPr>
                <a:t xml:space="preserve">대화</a:t>
              </a:r>
              <a:endParaRPr sz="900" b="0" i="0" spc="0" kern="0" lang="ko-KR" altLang="en-US" dirty="0">
                <a:solidFill>
                  <a:srgbClr val="94A3BC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79" name="Line 38: 5"/>
          <p:cNvGrpSpPr/>
          <p:nvPr/>
        </p:nvGrpSpPr>
        <p:grpSpPr>
          <a:xfrm>
            <a:off x="7524750" y="2362200"/>
            <a:ext cx="201662" cy="495300"/>
            <a:chOff x="7524750" y="2362200"/>
            <a:chExt cx="201662" cy="495300"/>
          </a:xfrm>
        </p:grpSpPr>
        <p:sp>
          <p:nvSpPr>
            <p:cNvPr id="80" name="Weave text 38: 5"/>
            <p:cNvSpPr txBox="1"/>
            <p:nvPr/>
          </p:nvSpPr>
          <p:spPr>
            <a:xfrm>
              <a:off x="7524750" y="2362200"/>
              <a:ext cx="201662" cy="3838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250" b="0" i="0" spc="-9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2250" b="0" i="0" spc="-9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5</a:t>
              </a:r>
              <a:endParaRPr sz="2250" b="0" i="0" spc="-9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81" name="Line 39: 년 치"/>
          <p:cNvGrpSpPr/>
          <p:nvPr/>
        </p:nvGrpSpPr>
        <p:grpSpPr>
          <a:xfrm>
            <a:off x="7726412" y="2466975"/>
            <a:ext cx="382488" cy="327660"/>
            <a:chOff x="7726412" y="2466975"/>
            <a:chExt cx="382488" cy="327660"/>
          </a:xfrm>
        </p:grpSpPr>
        <p:sp>
          <p:nvSpPr>
            <p:cNvPr id="82" name="Weave text 39: 년"/>
            <p:cNvSpPr txBox="1"/>
            <p:nvPr/>
          </p:nvSpPr>
          <p:spPr>
            <a:xfrm>
              <a:off x="7726412" y="2466975"/>
              <a:ext cx="193179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9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425" b="0" i="0" spc="-9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년</a:t>
              </a:r>
              <a:endParaRPr sz="1425" b="0" i="0" spc="-9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83" name="Weave text 39:  "/>
            <p:cNvSpPr txBox="1"/>
            <p:nvPr/>
          </p:nvSpPr>
          <p:spPr>
            <a:xfrm>
              <a:off x="7881342" y="2466975"/>
              <a:ext cx="72479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9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425" b="0" i="0" spc="-9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425" b="0" i="0" spc="-9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84" name="Weave text 39: 치"/>
            <p:cNvSpPr txBox="1"/>
            <p:nvPr/>
          </p:nvSpPr>
          <p:spPr>
            <a:xfrm>
              <a:off x="7915573" y="2466975"/>
              <a:ext cx="193328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9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425" b="0" i="0" spc="-9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치</a:t>
              </a:r>
              <a:endParaRPr sz="1425" b="0" i="0" spc="-9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85" name="Line 40: 약속과 지나간 한마디"/>
          <p:cNvGrpSpPr/>
          <p:nvPr/>
        </p:nvGrpSpPr>
        <p:grpSpPr>
          <a:xfrm>
            <a:off x="9768036" y="2366962"/>
            <a:ext cx="1385739" cy="281940"/>
            <a:chOff x="9768036" y="2366962"/>
            <a:chExt cx="1385739" cy="281940"/>
          </a:xfrm>
        </p:grpSpPr>
        <p:sp>
          <p:nvSpPr>
            <p:cNvPr id="86" name="Weave text 40: 약속과"/>
            <p:cNvSpPr txBox="1"/>
            <p:nvPr/>
          </p:nvSpPr>
          <p:spPr>
            <a:xfrm>
              <a:off x="9768036" y="23669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약속과</a:t>
              </a:r>
              <a:endParaRPr sz="12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7" name="Weave text 40:  "/>
            <p:cNvSpPr txBox="1"/>
            <p:nvPr/>
          </p:nvSpPr>
          <p:spPr>
            <a:xfrm>
              <a:off x="10188625" y="23669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8" name="Weave text 40: 지나간"/>
            <p:cNvSpPr txBox="1"/>
            <p:nvPr/>
          </p:nvSpPr>
          <p:spPr>
            <a:xfrm>
              <a:off x="10231487" y="23669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지나간</a:t>
              </a:r>
              <a:endParaRPr sz="12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9" name="Weave text 40:  "/>
            <p:cNvSpPr txBox="1"/>
            <p:nvPr/>
          </p:nvSpPr>
          <p:spPr>
            <a:xfrm>
              <a:off x="10652075" y="23669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0" name="Weave text 40: 한마디"/>
            <p:cNvSpPr txBox="1"/>
            <p:nvPr/>
          </p:nvSpPr>
          <p:spPr>
            <a:xfrm>
              <a:off x="10694938" y="23669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한마디</a:t>
              </a:r>
              <a:endParaRPr sz="12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91" name="Line 41: 갤러리"/>
          <p:cNvGrpSpPr/>
          <p:nvPr/>
        </p:nvGrpSpPr>
        <p:grpSpPr>
          <a:xfrm>
            <a:off x="7524750" y="3162300"/>
            <a:ext cx="353616" cy="220980"/>
            <a:chOff x="7524750" y="3162300"/>
            <a:chExt cx="353616" cy="220980"/>
          </a:xfrm>
        </p:grpSpPr>
        <p:sp>
          <p:nvSpPr>
            <p:cNvPr id="92" name="Weave text 41: 갤러리"/>
            <p:cNvSpPr txBox="1"/>
            <p:nvPr/>
          </p:nvSpPr>
          <p:spPr>
            <a:xfrm>
              <a:off x="7524750" y="3162300"/>
              <a:ext cx="353616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4A3B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4A3BC"/>
                  </a:solidFill>
                  <a:latin typeface="Noto Sans KR"/>
                  <a:ea typeface="Noto Sans KR"/>
                  <a:cs typeface="Noto Sans KR"/>
                </a:rPr>
                <a:t xml:space="preserve">갤러리</a:t>
              </a:r>
              <a:endParaRPr sz="900" b="0" i="0" spc="0" kern="0" lang="ko-KR" altLang="en-US" dirty="0">
                <a:solidFill>
                  <a:srgbClr val="94A3BC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93" name="Line 42: 10,000"/>
          <p:cNvGrpSpPr/>
          <p:nvPr/>
        </p:nvGrpSpPr>
        <p:grpSpPr>
          <a:xfrm>
            <a:off x="7524750" y="3352800"/>
            <a:ext cx="919609" cy="495300"/>
            <a:chOff x="7524750" y="3352800"/>
            <a:chExt cx="919609" cy="495300"/>
          </a:xfrm>
        </p:grpSpPr>
        <p:sp>
          <p:nvSpPr>
            <p:cNvPr id="94" name="Weave text 42: 10,000"/>
            <p:cNvSpPr txBox="1"/>
            <p:nvPr/>
          </p:nvSpPr>
          <p:spPr>
            <a:xfrm>
              <a:off x="7524750" y="3352800"/>
              <a:ext cx="919609" cy="3838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250" b="0" i="0" spc="-9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2250" b="0" i="0" spc="-9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10,000</a:t>
              </a:r>
              <a:endParaRPr sz="2250" b="0" i="0" spc="-9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95" name="Line 43: 장"/>
          <p:cNvGrpSpPr/>
          <p:nvPr/>
        </p:nvGrpSpPr>
        <p:grpSpPr>
          <a:xfrm>
            <a:off x="8444359" y="3457575"/>
            <a:ext cx="193179" cy="327660"/>
            <a:chOff x="8444359" y="3457575"/>
            <a:chExt cx="193179" cy="327660"/>
          </a:xfrm>
        </p:grpSpPr>
        <p:sp>
          <p:nvSpPr>
            <p:cNvPr id="96" name="Weave text 43: 장"/>
            <p:cNvSpPr txBox="1"/>
            <p:nvPr/>
          </p:nvSpPr>
          <p:spPr>
            <a:xfrm>
              <a:off x="8444359" y="3457575"/>
              <a:ext cx="193179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9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425" b="0" i="0" spc="-9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장</a:t>
              </a:r>
              <a:endParaRPr sz="1425" b="0" i="0" spc="-9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97" name="Line 44: 다시 보고 싶던 순간"/>
          <p:cNvGrpSpPr/>
          <p:nvPr/>
        </p:nvGrpSpPr>
        <p:grpSpPr>
          <a:xfrm>
            <a:off x="9865370" y="3357562"/>
            <a:ext cx="1288405" cy="281940"/>
            <a:chOff x="9865370" y="3357562"/>
            <a:chExt cx="1288405" cy="281940"/>
          </a:xfrm>
        </p:grpSpPr>
        <p:sp>
          <p:nvSpPr>
            <p:cNvPr id="98" name="Weave text 44: 다시"/>
            <p:cNvSpPr txBox="1"/>
            <p:nvPr/>
          </p:nvSpPr>
          <p:spPr>
            <a:xfrm>
              <a:off x="9865370" y="33575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다시</a:t>
              </a:r>
              <a:endParaRPr sz="12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9" name="Weave text 44:  "/>
            <p:cNvSpPr txBox="1"/>
            <p:nvPr/>
          </p:nvSpPr>
          <p:spPr>
            <a:xfrm>
              <a:off x="10145762" y="33575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00" name="Weave text 44: 보고"/>
            <p:cNvSpPr txBox="1"/>
            <p:nvPr/>
          </p:nvSpPr>
          <p:spPr>
            <a:xfrm>
              <a:off x="10188625" y="33575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보고</a:t>
              </a:r>
              <a:endParaRPr sz="12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01" name="Weave text 44:  "/>
            <p:cNvSpPr txBox="1"/>
            <p:nvPr/>
          </p:nvSpPr>
          <p:spPr>
            <a:xfrm>
              <a:off x="10469017" y="33575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02" name="Weave text 44: 싶던"/>
            <p:cNvSpPr txBox="1"/>
            <p:nvPr/>
          </p:nvSpPr>
          <p:spPr>
            <a:xfrm>
              <a:off x="10511879" y="33575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싶던</a:t>
              </a:r>
              <a:endParaRPr sz="12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03" name="Weave text 44:  "/>
            <p:cNvSpPr txBox="1"/>
            <p:nvPr/>
          </p:nvSpPr>
          <p:spPr>
            <a:xfrm>
              <a:off x="10792271" y="33575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04" name="Weave text 44: 순간"/>
            <p:cNvSpPr txBox="1"/>
            <p:nvPr/>
          </p:nvSpPr>
          <p:spPr>
            <a:xfrm>
              <a:off x="10835134" y="33575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순간</a:t>
              </a:r>
              <a:endParaRPr sz="12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05" name="Line 45: 삼성노트"/>
          <p:cNvGrpSpPr/>
          <p:nvPr/>
        </p:nvGrpSpPr>
        <p:grpSpPr>
          <a:xfrm>
            <a:off x="7524750" y="4152900"/>
            <a:ext cx="458837" cy="220980"/>
            <a:chOff x="7524750" y="4152900"/>
            <a:chExt cx="458837" cy="220980"/>
          </a:xfrm>
        </p:grpSpPr>
        <p:sp>
          <p:nvSpPr>
            <p:cNvPr id="106" name="Weave text 45: 삼성노트"/>
            <p:cNvSpPr txBox="1"/>
            <p:nvPr/>
          </p:nvSpPr>
          <p:spPr>
            <a:xfrm>
              <a:off x="7524750" y="4152900"/>
              <a:ext cx="458837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4A3B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4A3BC"/>
                  </a:solidFill>
                  <a:latin typeface="Noto Sans KR"/>
                  <a:ea typeface="Noto Sans KR"/>
                  <a:cs typeface="Noto Sans KR"/>
                </a:rPr>
                <a:t xml:space="preserve">삼성노트</a:t>
              </a:r>
              <a:endParaRPr sz="900" b="0" i="0" spc="0" kern="0" lang="ko-KR" altLang="en-US" dirty="0">
                <a:solidFill>
                  <a:srgbClr val="94A3BC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07" name="Line 46: 500"/>
          <p:cNvGrpSpPr/>
          <p:nvPr/>
        </p:nvGrpSpPr>
        <p:grpSpPr>
          <a:xfrm>
            <a:off x="7524750" y="4343400"/>
            <a:ext cx="555873" cy="495300"/>
            <a:chOff x="7524750" y="4343400"/>
            <a:chExt cx="555873" cy="495300"/>
          </a:xfrm>
        </p:grpSpPr>
        <p:sp>
          <p:nvSpPr>
            <p:cNvPr id="108" name="Weave text 46: 500"/>
            <p:cNvSpPr txBox="1"/>
            <p:nvPr/>
          </p:nvSpPr>
          <p:spPr>
            <a:xfrm>
              <a:off x="7524750" y="4343400"/>
              <a:ext cx="555873" cy="3838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250" b="0" i="0" spc="-9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2250" b="0" i="0" spc="-9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500</a:t>
              </a:r>
              <a:endParaRPr sz="2250" b="0" i="0" spc="-9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09" name="Line 47: 개"/>
          <p:cNvGrpSpPr/>
          <p:nvPr/>
        </p:nvGrpSpPr>
        <p:grpSpPr>
          <a:xfrm>
            <a:off x="8080623" y="4448175"/>
            <a:ext cx="193179" cy="327660"/>
            <a:chOff x="8080623" y="4448175"/>
            <a:chExt cx="193179" cy="327660"/>
          </a:xfrm>
        </p:grpSpPr>
        <p:sp>
          <p:nvSpPr>
            <p:cNvPr id="110" name="Weave text 47: 개"/>
            <p:cNvSpPr txBox="1"/>
            <p:nvPr/>
          </p:nvSpPr>
          <p:spPr>
            <a:xfrm>
              <a:off x="8080623" y="4448175"/>
              <a:ext cx="193179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9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425" b="0" i="0" spc="-9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개</a:t>
              </a:r>
              <a:endParaRPr sz="1425" b="0" i="0" spc="-9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111" name="Line 48: 놓치지 않으려 적은 내용"/>
          <p:cNvGrpSpPr/>
          <p:nvPr/>
        </p:nvGrpSpPr>
        <p:grpSpPr>
          <a:xfrm>
            <a:off x="9584978" y="4348162"/>
            <a:ext cx="1568797" cy="281940"/>
            <a:chOff x="9584978" y="4348162"/>
            <a:chExt cx="1568797" cy="281940"/>
          </a:xfrm>
        </p:grpSpPr>
        <p:sp>
          <p:nvSpPr>
            <p:cNvPr id="112" name="Weave text 48: 놓치지"/>
            <p:cNvSpPr txBox="1"/>
            <p:nvPr/>
          </p:nvSpPr>
          <p:spPr>
            <a:xfrm>
              <a:off x="9584978" y="43481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놓치지</a:t>
              </a:r>
              <a:endParaRPr sz="12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3" name="Weave text 48:  "/>
            <p:cNvSpPr txBox="1"/>
            <p:nvPr/>
          </p:nvSpPr>
          <p:spPr>
            <a:xfrm>
              <a:off x="10005566" y="43481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4" name="Weave text 48: 않으려"/>
            <p:cNvSpPr txBox="1"/>
            <p:nvPr/>
          </p:nvSpPr>
          <p:spPr>
            <a:xfrm>
              <a:off x="10048429" y="43481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않으려</a:t>
              </a:r>
              <a:endParaRPr sz="12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5" name="Weave text 48:  "/>
            <p:cNvSpPr txBox="1"/>
            <p:nvPr/>
          </p:nvSpPr>
          <p:spPr>
            <a:xfrm>
              <a:off x="10469017" y="43481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6" name="Weave text 48: 적은"/>
            <p:cNvSpPr txBox="1"/>
            <p:nvPr/>
          </p:nvSpPr>
          <p:spPr>
            <a:xfrm>
              <a:off x="10511879" y="43481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적은</a:t>
              </a:r>
              <a:endParaRPr sz="12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7" name="Weave text 48:  "/>
            <p:cNvSpPr txBox="1"/>
            <p:nvPr/>
          </p:nvSpPr>
          <p:spPr>
            <a:xfrm>
              <a:off x="10792271" y="43481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8" name="Weave text 48: 내용"/>
            <p:cNvSpPr txBox="1"/>
            <p:nvPr/>
          </p:nvSpPr>
          <p:spPr>
            <a:xfrm>
              <a:off x="10835134" y="43481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내용</a:t>
              </a:r>
              <a:endParaRPr sz="12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19" name="Line 49: 예시 사용자의 기록량 · 서비스 성과 수치가 아닙니다."/>
          <p:cNvGrpSpPr/>
          <p:nvPr/>
        </p:nvGrpSpPr>
        <p:grpSpPr>
          <a:xfrm>
            <a:off x="6819900" y="5048250"/>
            <a:ext cx="2329011" cy="205740"/>
            <a:chOff x="6819900" y="5048250"/>
            <a:chExt cx="2329011" cy="205740"/>
          </a:xfrm>
        </p:grpSpPr>
        <p:sp>
          <p:nvSpPr>
            <p:cNvPr id="120" name="Weave text 49: 예시"/>
            <p:cNvSpPr txBox="1"/>
            <p:nvPr/>
          </p:nvSpPr>
          <p:spPr>
            <a:xfrm>
              <a:off x="6819900" y="5048250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7E9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F7E97"/>
                  </a:solidFill>
                  <a:latin typeface="Noto Sans KR"/>
                  <a:ea typeface="Noto Sans KR"/>
                  <a:cs typeface="Noto Sans KR"/>
                </a:rPr>
                <a:t xml:space="preserve">예시</a:t>
              </a:r>
              <a:endParaRPr sz="825" b="0" i="0" spc="0" kern="0" lang="ko-KR" altLang="en-US" dirty="0">
                <a:solidFill>
                  <a:srgbClr val="6F7E9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1" name="Weave text 49:  "/>
            <p:cNvSpPr txBox="1"/>
            <p:nvPr/>
          </p:nvSpPr>
          <p:spPr>
            <a:xfrm>
              <a:off x="7012632" y="5048250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7E97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6F7E9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6F7E9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2" name="Weave text 49: 사용자의"/>
            <p:cNvSpPr txBox="1"/>
            <p:nvPr/>
          </p:nvSpPr>
          <p:spPr>
            <a:xfrm>
              <a:off x="7042100" y="5048250"/>
              <a:ext cx="42386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7E9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F7E97"/>
                  </a:solidFill>
                  <a:latin typeface="Noto Sans KR"/>
                  <a:ea typeface="Noto Sans KR"/>
                  <a:cs typeface="Noto Sans KR"/>
                </a:rPr>
                <a:t xml:space="preserve">사용자의</a:t>
              </a:r>
              <a:endParaRPr sz="825" b="0" i="0" spc="0" kern="0" lang="ko-KR" altLang="en-US" dirty="0">
                <a:solidFill>
                  <a:srgbClr val="6F7E9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3" name="Weave text 49:  "/>
            <p:cNvSpPr txBox="1"/>
            <p:nvPr/>
          </p:nvSpPr>
          <p:spPr>
            <a:xfrm>
              <a:off x="7427714" y="5048250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7E97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6F7E9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6F7E9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4" name="Weave text 49: 기록량"/>
            <p:cNvSpPr txBox="1"/>
            <p:nvPr/>
          </p:nvSpPr>
          <p:spPr>
            <a:xfrm>
              <a:off x="7457182" y="5048250"/>
              <a:ext cx="32742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7E9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F7E97"/>
                  </a:solidFill>
                  <a:latin typeface="Noto Sans KR"/>
                  <a:ea typeface="Noto Sans KR"/>
                  <a:cs typeface="Noto Sans KR"/>
                </a:rPr>
                <a:t xml:space="preserve">기록량</a:t>
              </a:r>
              <a:endParaRPr sz="825" b="0" i="0" spc="0" kern="0" lang="ko-KR" altLang="en-US" dirty="0">
                <a:solidFill>
                  <a:srgbClr val="6F7E9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5" name="Weave text 49:  · "/>
            <p:cNvSpPr txBox="1"/>
            <p:nvPr/>
          </p:nvSpPr>
          <p:spPr>
            <a:xfrm>
              <a:off x="7746355" y="5048250"/>
              <a:ext cx="127248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7E97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6F7E97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825" b="0" i="0" spc="0" kern="0" lang="ko-KR" altLang="en-US" dirty="0">
                <a:solidFill>
                  <a:srgbClr val="6F7E9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6" name="Weave text 49: 서비스"/>
            <p:cNvSpPr txBox="1"/>
            <p:nvPr/>
          </p:nvSpPr>
          <p:spPr>
            <a:xfrm>
              <a:off x="7835354" y="5048250"/>
              <a:ext cx="32742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7E9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F7E97"/>
                  </a:solidFill>
                  <a:latin typeface="Noto Sans KR"/>
                  <a:ea typeface="Noto Sans KR"/>
                  <a:cs typeface="Noto Sans KR"/>
                </a:rPr>
                <a:t xml:space="preserve">서비스</a:t>
              </a:r>
              <a:endParaRPr sz="825" b="0" i="0" spc="0" kern="0" lang="ko-KR" altLang="en-US" dirty="0">
                <a:solidFill>
                  <a:srgbClr val="6F7E9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7" name="Weave text 49:  "/>
            <p:cNvSpPr txBox="1"/>
            <p:nvPr/>
          </p:nvSpPr>
          <p:spPr>
            <a:xfrm>
              <a:off x="8124527" y="5048250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7E97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6F7E9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6F7E9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8" name="Weave text 49: 성과"/>
            <p:cNvSpPr txBox="1"/>
            <p:nvPr/>
          </p:nvSpPr>
          <p:spPr>
            <a:xfrm>
              <a:off x="8153995" y="5048250"/>
              <a:ext cx="231130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7E9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F7E97"/>
                  </a:solidFill>
                  <a:latin typeface="Noto Sans KR"/>
                  <a:ea typeface="Noto Sans KR"/>
                  <a:cs typeface="Noto Sans KR"/>
                </a:rPr>
                <a:t xml:space="preserve">성과</a:t>
              </a:r>
              <a:endParaRPr sz="825" b="0" i="0" spc="0" kern="0" lang="ko-KR" altLang="en-US" dirty="0">
                <a:solidFill>
                  <a:srgbClr val="6F7E9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9" name="Weave text 49:  "/>
            <p:cNvSpPr txBox="1"/>
            <p:nvPr/>
          </p:nvSpPr>
          <p:spPr>
            <a:xfrm>
              <a:off x="8346877" y="5048250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7E97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6F7E9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6F7E9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0" name="Weave text 49: 수치가"/>
            <p:cNvSpPr txBox="1"/>
            <p:nvPr/>
          </p:nvSpPr>
          <p:spPr>
            <a:xfrm>
              <a:off x="8376345" y="5048250"/>
              <a:ext cx="32742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7E9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F7E97"/>
                  </a:solidFill>
                  <a:latin typeface="Noto Sans KR"/>
                  <a:ea typeface="Noto Sans KR"/>
                  <a:cs typeface="Noto Sans KR"/>
                </a:rPr>
                <a:t xml:space="preserve">수치가</a:t>
              </a:r>
              <a:endParaRPr sz="825" b="0" i="0" spc="0" kern="0" lang="ko-KR" altLang="en-US" dirty="0">
                <a:solidFill>
                  <a:srgbClr val="6F7E9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1" name="Weave text 49:  "/>
            <p:cNvSpPr txBox="1"/>
            <p:nvPr/>
          </p:nvSpPr>
          <p:spPr>
            <a:xfrm>
              <a:off x="8665518" y="5048250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7E97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6F7E9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6F7E9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2" name="Weave text 49: 아닙니다"/>
            <p:cNvSpPr txBox="1"/>
            <p:nvPr/>
          </p:nvSpPr>
          <p:spPr>
            <a:xfrm>
              <a:off x="8694986" y="5048250"/>
              <a:ext cx="423714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7E9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F7E97"/>
                  </a:solidFill>
                  <a:latin typeface="Noto Sans KR"/>
                  <a:ea typeface="Noto Sans KR"/>
                  <a:cs typeface="Noto Sans KR"/>
                </a:rPr>
                <a:t xml:space="preserve">아닙니다</a:t>
              </a:r>
              <a:endParaRPr sz="825" b="0" i="0" spc="0" kern="0" lang="ko-KR" altLang="en-US" dirty="0">
                <a:solidFill>
                  <a:srgbClr val="6F7E9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3" name="Weave text 49: ."/>
            <p:cNvSpPr txBox="1"/>
            <p:nvPr/>
          </p:nvSpPr>
          <p:spPr>
            <a:xfrm>
              <a:off x="9080450" y="5048250"/>
              <a:ext cx="68461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7E97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6F7E97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825" b="0" i="0" spc="0" kern="0" lang="ko-KR" altLang="en-US" dirty="0">
                <a:solidFill>
                  <a:srgbClr val="6F7E97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34" name="Line 50: 세상의 지식은 AI에게 묻는데, "/>
          <p:cNvGrpSpPr/>
          <p:nvPr/>
        </p:nvGrpSpPr>
        <p:grpSpPr>
          <a:xfrm>
            <a:off x="609600" y="5886450"/>
            <a:ext cx="2523827" cy="373380"/>
            <a:chOff x="609600" y="5886450"/>
            <a:chExt cx="2523827" cy="373380"/>
          </a:xfrm>
        </p:grpSpPr>
        <p:sp>
          <p:nvSpPr>
            <p:cNvPr id="135" name="Weave text 50: 세상의"/>
            <p:cNvSpPr txBox="1"/>
            <p:nvPr/>
          </p:nvSpPr>
          <p:spPr>
            <a:xfrm>
              <a:off x="609600" y="5886450"/>
              <a:ext cx="594568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650" b="0" i="0" spc="-58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세상의</a:t>
              </a:r>
              <a:endParaRPr sz="1650" b="0" i="0" spc="-58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6" name="Weave text 50:  "/>
            <p:cNvSpPr txBox="1"/>
            <p:nvPr/>
          </p:nvSpPr>
          <p:spPr>
            <a:xfrm>
              <a:off x="1165920" y="5886450"/>
              <a:ext cx="89743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650" b="0" i="0" spc="-58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650" b="0" i="0" spc="-58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7" name="Weave text 50: 지식은"/>
            <p:cNvSpPr txBox="1"/>
            <p:nvPr/>
          </p:nvSpPr>
          <p:spPr>
            <a:xfrm>
              <a:off x="1217414" y="5886450"/>
              <a:ext cx="594717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650" b="0" i="0" spc="-58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지식은</a:t>
              </a:r>
              <a:endParaRPr sz="1650" b="0" i="0" spc="-58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8" name="Weave text 50:  AI"/>
            <p:cNvSpPr txBox="1"/>
            <p:nvPr/>
          </p:nvSpPr>
          <p:spPr>
            <a:xfrm>
              <a:off x="1773882" y="5886450"/>
              <a:ext cx="275927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650" b="0" i="0" spc="-58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AI</a:t>
              </a:r>
              <a:endParaRPr sz="1650" b="0" i="0" spc="-58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9" name="Weave text 50: 에게"/>
            <p:cNvSpPr txBox="1"/>
            <p:nvPr/>
          </p:nvSpPr>
          <p:spPr>
            <a:xfrm>
              <a:off x="2011561" y="5886450"/>
              <a:ext cx="409277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650" b="0" i="0" spc="-58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에게</a:t>
              </a:r>
              <a:endParaRPr sz="1650" b="0" i="0" spc="-58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0" name="Weave text 50:  "/>
            <p:cNvSpPr txBox="1"/>
            <p:nvPr/>
          </p:nvSpPr>
          <p:spPr>
            <a:xfrm>
              <a:off x="2382589" y="5886450"/>
              <a:ext cx="89743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650" b="0" i="0" spc="-58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650" b="0" i="0" spc="-58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1" name="Weave text 50: 묻는데"/>
            <p:cNvSpPr txBox="1"/>
            <p:nvPr/>
          </p:nvSpPr>
          <p:spPr>
            <a:xfrm>
              <a:off x="2434084" y="5886450"/>
              <a:ext cx="594717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650" b="0" i="0" spc="-58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묻는데</a:t>
              </a:r>
              <a:endParaRPr sz="1650" b="0" i="0" spc="-58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2" name="Weave text 50: , "/>
            <p:cNvSpPr txBox="1"/>
            <p:nvPr/>
          </p:nvSpPr>
          <p:spPr>
            <a:xfrm>
              <a:off x="2990552" y="5886450"/>
              <a:ext cx="142875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650" b="0" i="0" spc="-58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1650" b="0" i="0" spc="-58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43" name="Line 51: 내 기록은 아직 직접 찾아다닙니다."/>
          <p:cNvGrpSpPr/>
          <p:nvPr/>
        </p:nvGrpSpPr>
        <p:grpSpPr>
          <a:xfrm>
            <a:off x="3095327" y="5886450"/>
            <a:ext cx="2893963" cy="373380"/>
            <a:chOff x="3095327" y="5886450"/>
            <a:chExt cx="2893963" cy="373380"/>
          </a:xfrm>
        </p:grpSpPr>
        <p:sp>
          <p:nvSpPr>
            <p:cNvPr id="144" name="Weave text 51: 내"/>
            <p:cNvSpPr txBox="1"/>
            <p:nvPr/>
          </p:nvSpPr>
          <p:spPr>
            <a:xfrm>
              <a:off x="3095327" y="5886450"/>
              <a:ext cx="223689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650" b="0" i="0" spc="-58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rPr>
                <a:t xml:space="preserve">내</a:t>
              </a:r>
              <a:endParaRPr sz="1650" b="0" i="0" spc="-58" kern="0" lang="ko-KR" altLang="en-US" dirty="0">
                <a:solidFill>
                  <a:srgbClr val="B8A2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5" name="Weave text 51:  "/>
            <p:cNvSpPr txBox="1"/>
            <p:nvPr/>
          </p:nvSpPr>
          <p:spPr>
            <a:xfrm>
              <a:off x="3280767" y="5886450"/>
              <a:ext cx="89743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650" b="0" i="0" spc="-58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650" b="0" i="0" spc="-58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6" name="Weave text 51: 기록은"/>
            <p:cNvSpPr txBox="1"/>
            <p:nvPr/>
          </p:nvSpPr>
          <p:spPr>
            <a:xfrm>
              <a:off x="3332262" y="5886450"/>
              <a:ext cx="594717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650" b="0" i="0" spc="-58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rPr>
                <a:t xml:space="preserve">기록은</a:t>
              </a:r>
              <a:endParaRPr sz="1650" b="0" i="0" spc="-58" kern="0" lang="ko-KR" altLang="en-US" dirty="0">
                <a:solidFill>
                  <a:srgbClr val="B8A2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7" name="Weave text 51:  "/>
            <p:cNvSpPr txBox="1"/>
            <p:nvPr/>
          </p:nvSpPr>
          <p:spPr>
            <a:xfrm>
              <a:off x="3888730" y="5886450"/>
              <a:ext cx="89743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650" b="0" i="0" spc="-58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650" b="0" i="0" spc="-58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8" name="Weave text 51: 아직"/>
            <p:cNvSpPr txBox="1"/>
            <p:nvPr/>
          </p:nvSpPr>
          <p:spPr>
            <a:xfrm>
              <a:off x="3940225" y="5886450"/>
              <a:ext cx="409129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650" b="0" i="0" spc="-58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rPr>
                <a:t xml:space="preserve">아직</a:t>
              </a:r>
              <a:endParaRPr sz="1650" b="0" i="0" spc="-58" kern="0" lang="ko-KR" altLang="en-US" dirty="0">
                <a:solidFill>
                  <a:srgbClr val="B8A2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9" name="Weave text 51:  "/>
            <p:cNvSpPr txBox="1"/>
            <p:nvPr/>
          </p:nvSpPr>
          <p:spPr>
            <a:xfrm>
              <a:off x="4311104" y="5886450"/>
              <a:ext cx="89892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650" b="0" i="0" spc="-58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650" b="0" i="0" spc="-58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0" name="Weave text 51: 직접"/>
            <p:cNvSpPr txBox="1"/>
            <p:nvPr/>
          </p:nvSpPr>
          <p:spPr>
            <a:xfrm>
              <a:off x="4362748" y="5886450"/>
              <a:ext cx="409129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650" b="0" i="0" spc="-58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rPr>
                <a:t xml:space="preserve">직접</a:t>
              </a:r>
              <a:endParaRPr sz="1650" b="0" i="0" spc="-58" kern="0" lang="ko-KR" altLang="en-US" dirty="0">
                <a:solidFill>
                  <a:srgbClr val="B8A2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1" name="Weave text 51:  "/>
            <p:cNvSpPr txBox="1"/>
            <p:nvPr/>
          </p:nvSpPr>
          <p:spPr>
            <a:xfrm>
              <a:off x="4733627" y="5886450"/>
              <a:ext cx="89892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650" b="0" i="0" spc="-58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650" b="0" i="0" spc="-58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2" name="Weave text 51: 찾아다닙니다"/>
            <p:cNvSpPr txBox="1"/>
            <p:nvPr/>
          </p:nvSpPr>
          <p:spPr>
            <a:xfrm>
              <a:off x="4785271" y="5886450"/>
              <a:ext cx="1151037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650" b="0" i="0" spc="-58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rPr>
                <a:t xml:space="preserve">찾아다닙니다</a:t>
              </a:r>
              <a:endParaRPr sz="1650" b="0" i="0" spc="-58" kern="0" lang="ko-KR" altLang="en-US" dirty="0">
                <a:solidFill>
                  <a:srgbClr val="B8A2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3" name="Weave text 51: ."/>
            <p:cNvSpPr txBox="1"/>
            <p:nvPr/>
          </p:nvSpPr>
          <p:spPr>
            <a:xfrm>
              <a:off x="5898059" y="5886450"/>
              <a:ext cx="91232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650" b="0" i="0" spc="-58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650" b="0" i="0" spc="-58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54" name="Line 52: Microsoft Work Trend Index 2023 · 31개 시장">
            <a:hlinkClick r:id="rIdWeaveLink52"/>
          </p:cNvPr>
          <p:cNvGrpSpPr/>
          <p:nvPr/>
        </p:nvGrpSpPr>
        <p:grpSpPr>
          <a:xfrm>
            <a:off x="609600" y="6210300"/>
            <a:ext cx="3128367" cy="190500"/>
            <a:chOff x="609600" y="6210300"/>
            <a:chExt cx="3128367" cy="190500"/>
          </a:xfrm>
        </p:grpSpPr>
        <p:sp>
          <p:nvSpPr>
            <p:cNvPr id="155" name="Weave text 52: Microsoft Work Trend Index 2023 · 31">
              <a:hlinkClick r:id="rIdWeaveLink52"/>
            </p:cNvPr>
            <p:cNvSpPr txBox="1"/>
            <p:nvPr/>
          </p:nvSpPr>
          <p:spPr>
            <a:xfrm>
              <a:off x="609600" y="6210300"/>
              <a:ext cx="1726257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Microsoft Work Trend Index 2023 · 31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6" name="Weave text 52: 개">
              <a:hlinkClick r:id="rIdWeaveLink52"/>
            </p:cNvPr>
            <p:cNvSpPr txBox="1"/>
            <p:nvPr/>
          </p:nvSpPr>
          <p:spPr>
            <a:xfrm>
              <a:off x="2297609" y="6210300"/>
              <a:ext cx="125909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개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7" name="Weave text 52:  ">
              <a:hlinkClick r:id="rIdWeaveLink52"/>
            </p:cNvPr>
            <p:cNvSpPr txBox="1"/>
            <p:nvPr/>
          </p:nvSpPr>
          <p:spPr>
            <a:xfrm>
              <a:off x="2385268" y="621030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8" name="Weave text 52: 시장">
              <a:hlinkClick r:id="rIdWeaveLink52"/>
            </p:cNvPr>
            <p:cNvSpPr txBox="1"/>
            <p:nvPr/>
          </p:nvSpPr>
          <p:spPr>
            <a:xfrm>
              <a:off x="2412057" y="6210300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시장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9" name="Weave text 52: , ">
              <a:hlinkClick r:id="rIdWeaveLink52"/>
            </p:cNvPr>
            <p:cNvSpPr txBox="1"/>
            <p:nvPr/>
          </p:nvSpPr>
          <p:spPr>
            <a:xfrm>
              <a:off x="2587377" y="6210300"/>
              <a:ext cx="92422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0" name="Weave text 52: 취업자">
              <a:hlinkClick r:id="rIdWeaveLink52"/>
            </p:cNvPr>
            <p:cNvSpPr txBox="1"/>
            <p:nvPr/>
          </p:nvSpPr>
          <p:spPr>
            <a:xfrm>
              <a:off x="2641550" y="6210300"/>
              <a:ext cx="301079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취업자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1" name="Weave text 52: ·">
              <a:hlinkClick r:id="rIdWeaveLink52"/>
            </p:cNvPr>
            <p:cNvSpPr txBox="1"/>
            <p:nvPr/>
          </p:nvSpPr>
          <p:spPr>
            <a:xfrm>
              <a:off x="2904381" y="6210300"/>
              <a:ext cx="65782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2" name="Weave text 52: 자영업자">
              <a:hlinkClick r:id="rIdWeaveLink52"/>
            </p:cNvPr>
            <p:cNvSpPr txBox="1"/>
            <p:nvPr/>
          </p:nvSpPr>
          <p:spPr>
            <a:xfrm>
              <a:off x="2931914" y="6210300"/>
              <a:ext cx="388739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자영업자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3" name="Weave text 52:  31,000">
              <a:hlinkClick r:id="rIdWeaveLink52"/>
            </p:cNvPr>
            <p:cNvSpPr txBox="1"/>
            <p:nvPr/>
          </p:nvSpPr>
          <p:spPr>
            <a:xfrm>
              <a:off x="3282404" y="6210300"/>
              <a:ext cx="367903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 31,000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4" name="Weave text 52: 명">
              <a:hlinkClick r:id="rIdWeaveLink52"/>
            </p:cNvPr>
            <p:cNvSpPr txBox="1"/>
            <p:nvPr/>
          </p:nvSpPr>
          <p:spPr>
            <a:xfrm>
              <a:off x="3612059" y="6210300"/>
              <a:ext cx="125909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명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65" name="Line 53:  / 업무 정보 탐색 설문, 스마트폰만의 조사·Weave 성과가 아님"/>
          <p:cNvGrpSpPr/>
          <p:nvPr/>
        </p:nvGrpSpPr>
        <p:grpSpPr>
          <a:xfrm>
            <a:off x="3699867" y="6210300"/>
            <a:ext cx="2508647" cy="190500"/>
            <a:chOff x="3699867" y="6210300"/>
            <a:chExt cx="2508647" cy="190500"/>
          </a:xfrm>
        </p:grpSpPr>
        <p:sp>
          <p:nvSpPr>
            <p:cNvPr id="166" name="Weave text 53:  / "/>
            <p:cNvSpPr txBox="1"/>
            <p:nvPr/>
          </p:nvSpPr>
          <p:spPr>
            <a:xfrm>
              <a:off x="3699867" y="6210300"/>
              <a:ext cx="126057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 /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7" name="Weave text 53: 업무"/>
            <p:cNvSpPr txBox="1"/>
            <p:nvPr/>
          </p:nvSpPr>
          <p:spPr>
            <a:xfrm>
              <a:off x="3787676" y="6210300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업무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8" name="Weave text 53:  "/>
            <p:cNvSpPr txBox="1"/>
            <p:nvPr/>
          </p:nvSpPr>
          <p:spPr>
            <a:xfrm>
              <a:off x="3962995" y="621030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9" name="Weave text 53: 정보"/>
            <p:cNvSpPr txBox="1"/>
            <p:nvPr/>
          </p:nvSpPr>
          <p:spPr>
            <a:xfrm>
              <a:off x="3989784" y="6210300"/>
              <a:ext cx="213420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정보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0" name="Weave text 53:  "/>
            <p:cNvSpPr txBox="1"/>
            <p:nvPr/>
          </p:nvSpPr>
          <p:spPr>
            <a:xfrm>
              <a:off x="4164955" y="621030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1" name="Weave text 53: 탐색"/>
            <p:cNvSpPr txBox="1"/>
            <p:nvPr/>
          </p:nvSpPr>
          <p:spPr>
            <a:xfrm>
              <a:off x="4191744" y="6210300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탐색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2" name="Weave text 53:  "/>
            <p:cNvSpPr txBox="1"/>
            <p:nvPr/>
          </p:nvSpPr>
          <p:spPr>
            <a:xfrm>
              <a:off x="4367064" y="621030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3" name="Weave text 53: 설문"/>
            <p:cNvSpPr txBox="1"/>
            <p:nvPr/>
          </p:nvSpPr>
          <p:spPr>
            <a:xfrm>
              <a:off x="4393853" y="6210300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설문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4" name="Weave text 53: , "/>
            <p:cNvSpPr txBox="1"/>
            <p:nvPr/>
          </p:nvSpPr>
          <p:spPr>
            <a:xfrm>
              <a:off x="4569172" y="6210300"/>
              <a:ext cx="92422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5" name="Weave text 53: 스마트폰만의"/>
            <p:cNvSpPr txBox="1"/>
            <p:nvPr/>
          </p:nvSpPr>
          <p:spPr>
            <a:xfrm>
              <a:off x="4623346" y="6210300"/>
              <a:ext cx="564059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스마트폰만의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6" name="Weave text 53:  "/>
            <p:cNvSpPr txBox="1"/>
            <p:nvPr/>
          </p:nvSpPr>
          <p:spPr>
            <a:xfrm>
              <a:off x="5149155" y="621030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7" name="Weave text 53: 조사"/>
            <p:cNvSpPr txBox="1"/>
            <p:nvPr/>
          </p:nvSpPr>
          <p:spPr>
            <a:xfrm>
              <a:off x="5175945" y="6210300"/>
              <a:ext cx="213420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조사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8" name="Weave text 53: ·Weave "/>
            <p:cNvSpPr txBox="1"/>
            <p:nvPr/>
          </p:nvSpPr>
          <p:spPr>
            <a:xfrm>
              <a:off x="5351115" y="6210300"/>
              <a:ext cx="392460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·Weave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9" name="Weave text 53: 성과가"/>
            <p:cNvSpPr txBox="1"/>
            <p:nvPr/>
          </p:nvSpPr>
          <p:spPr>
            <a:xfrm>
              <a:off x="5705326" y="6210300"/>
              <a:ext cx="301079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성과가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0" name="Weave text 53:  "/>
            <p:cNvSpPr txBox="1"/>
            <p:nvPr/>
          </p:nvSpPr>
          <p:spPr>
            <a:xfrm>
              <a:off x="5968157" y="621030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1" name="Weave text 53: 아님"/>
            <p:cNvSpPr txBox="1"/>
            <p:nvPr/>
          </p:nvSpPr>
          <p:spPr>
            <a:xfrm>
              <a:off x="5994946" y="6210300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아님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82" name="Line 54: WEAVE ASSIST / GALAXY AI CONCEPT"/>
          <p:cNvGrpSpPr/>
          <p:nvPr/>
        </p:nvGrpSpPr>
        <p:grpSpPr>
          <a:xfrm>
            <a:off x="609600" y="6486525"/>
            <a:ext cx="2393007" cy="190500"/>
            <a:chOff x="609600" y="6486525"/>
            <a:chExt cx="2393007" cy="190500"/>
          </a:xfrm>
        </p:grpSpPr>
        <p:sp>
          <p:nvSpPr>
            <p:cNvPr id="183" name="Weave text 54: WEAVE ASSIST / GALAXY AI CONCEPT"/>
            <p:cNvSpPr txBox="1"/>
            <p:nvPr/>
          </p:nvSpPr>
          <p:spPr>
            <a:xfrm>
              <a:off x="609600" y="6486525"/>
              <a:ext cx="2393007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WEAVE ASSIST / GALAXY AI CONCEPT</a:t>
              </a:r>
              <a:endParaRPr sz="750" b="0" i="0" spc="142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84" name="Line 55: 02 / 11"/>
          <p:cNvGrpSpPr/>
          <p:nvPr/>
        </p:nvGrpSpPr>
        <p:grpSpPr>
          <a:xfrm>
            <a:off x="11172081" y="6486525"/>
            <a:ext cx="448419" cy="190500"/>
            <a:chOff x="11172081" y="6486525"/>
            <a:chExt cx="448419" cy="190500"/>
          </a:xfrm>
        </p:grpSpPr>
        <p:sp>
          <p:nvSpPr>
            <p:cNvPr id="185" name="Weave text 55: 02 / 11"/>
            <p:cNvSpPr txBox="1"/>
            <p:nvPr/>
          </p:nvSpPr>
          <p:spPr>
            <a:xfrm>
              <a:off x="11172081" y="6486525"/>
              <a:ext cx="448419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02 / 11</a:t>
              </a:r>
              <a:endParaRPr sz="750" b="0" i="0" spc="142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TML visual layer (text is separately editable)"/>
          <p:cNvPicPr>
            <a:picLocks noChangeAspect="1"/>
          </p:cNvPicPr>
          <p:nvPr/>
        </p:nvPicPr>
        <p:blipFill>
          <a:blip r:embed="rIdWeaveVisualLayer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3" name="Line 56: 03 / PAIN POINTS"/>
          <p:cNvGrpSpPr/>
          <p:nvPr/>
        </p:nvGrpSpPr>
        <p:grpSpPr>
          <a:xfrm>
            <a:off x="609600" y="371475"/>
            <a:ext cx="1232148" cy="205740"/>
            <a:chOff x="609600" y="371475"/>
            <a:chExt cx="1232148" cy="205740"/>
          </a:xfrm>
        </p:grpSpPr>
        <p:sp>
          <p:nvSpPr>
            <p:cNvPr id="4" name="Weave text 56: 03 / PAIN POINTS"/>
            <p:cNvSpPr txBox="1"/>
            <p:nvPr/>
          </p:nvSpPr>
          <p:spPr>
            <a:xfrm>
              <a:off x="609600" y="371475"/>
              <a:ext cx="1232148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148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825" b="0" i="0" spc="148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rPr>
                <a:t xml:space="preserve">03 / PAIN POINTS</a:t>
              </a:r>
              <a:endParaRPr sz="825" b="0" i="0" spc="148" kern="0" lang="ko-KR" altLang="en-US" dirty="0">
                <a:solidFill>
                  <a:srgbClr val="B8A2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5" name="Line 57: 기록을 꺼내 쓰지 못하는 세 순간."/>
          <p:cNvGrpSpPr/>
          <p:nvPr/>
        </p:nvGrpSpPr>
        <p:grpSpPr>
          <a:xfrm>
            <a:off x="609600" y="704850"/>
            <a:ext cx="4834384" cy="647700"/>
            <a:chOff x="609600" y="704850"/>
            <a:chExt cx="4834384" cy="647700"/>
          </a:xfrm>
        </p:grpSpPr>
        <p:sp>
          <p:nvSpPr>
            <p:cNvPr id="6" name="Weave text 57: 기록을"/>
            <p:cNvSpPr txBox="1"/>
            <p:nvPr/>
          </p:nvSpPr>
          <p:spPr>
            <a:xfrm>
              <a:off x="609600" y="704850"/>
              <a:ext cx="1032570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기록을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7" name="Weave text 57:  "/>
            <p:cNvSpPr txBox="1"/>
            <p:nvPr/>
          </p:nvSpPr>
          <p:spPr>
            <a:xfrm>
              <a:off x="1603921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8" name="Weave text 57: 꺼내"/>
            <p:cNvSpPr txBox="1"/>
            <p:nvPr/>
          </p:nvSpPr>
          <p:spPr>
            <a:xfrm>
              <a:off x="1680865" y="704850"/>
              <a:ext cx="70112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꺼내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9" name="Weave text 57:  "/>
            <p:cNvSpPr txBox="1"/>
            <p:nvPr/>
          </p:nvSpPr>
          <p:spPr>
            <a:xfrm>
              <a:off x="2343745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0" name="Weave text 57: 쓰지"/>
            <p:cNvSpPr txBox="1"/>
            <p:nvPr/>
          </p:nvSpPr>
          <p:spPr>
            <a:xfrm>
              <a:off x="2420689" y="704850"/>
              <a:ext cx="701278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쓰지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1" name="Weave text 57:  "/>
            <p:cNvSpPr txBox="1"/>
            <p:nvPr/>
          </p:nvSpPr>
          <p:spPr>
            <a:xfrm>
              <a:off x="3083719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2" name="Weave text 57: 못하는"/>
            <p:cNvSpPr txBox="1"/>
            <p:nvPr/>
          </p:nvSpPr>
          <p:spPr>
            <a:xfrm>
              <a:off x="3160663" y="704850"/>
              <a:ext cx="1032570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못하는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3" name="Weave text 57:  "/>
            <p:cNvSpPr txBox="1"/>
            <p:nvPr/>
          </p:nvSpPr>
          <p:spPr>
            <a:xfrm>
              <a:off x="4154984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4" name="Weave text 57: 세"/>
            <p:cNvSpPr txBox="1"/>
            <p:nvPr/>
          </p:nvSpPr>
          <p:spPr>
            <a:xfrm>
              <a:off x="4231928" y="704850"/>
              <a:ext cx="369838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세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5" name="Weave text 57:  "/>
            <p:cNvSpPr txBox="1"/>
            <p:nvPr/>
          </p:nvSpPr>
          <p:spPr>
            <a:xfrm>
              <a:off x="4563517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6" name="Weave text 57: 순간"/>
            <p:cNvSpPr txBox="1"/>
            <p:nvPr/>
          </p:nvSpPr>
          <p:spPr>
            <a:xfrm>
              <a:off x="4640461" y="704850"/>
              <a:ext cx="70112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순간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7" name="Weave text 57: ."/>
            <p:cNvSpPr txBox="1"/>
            <p:nvPr/>
          </p:nvSpPr>
          <p:spPr>
            <a:xfrm>
              <a:off x="5303341" y="704850"/>
              <a:ext cx="14064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.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8" name="Line 58: 어디에 있는지, 무엇이었는지, 기억이 있었다는 사실까지."/>
          <p:cNvGrpSpPr/>
          <p:nvPr/>
        </p:nvGrpSpPr>
        <p:grpSpPr>
          <a:xfrm>
            <a:off x="609600" y="1343025"/>
            <a:ext cx="3832175" cy="297180"/>
            <a:chOff x="609600" y="1343025"/>
            <a:chExt cx="3832175" cy="297180"/>
          </a:xfrm>
        </p:grpSpPr>
        <p:sp>
          <p:nvSpPr>
            <p:cNvPr id="19" name="Weave text 58: 어디에"/>
            <p:cNvSpPr txBox="1"/>
            <p:nvPr/>
          </p:nvSpPr>
          <p:spPr>
            <a:xfrm>
              <a:off x="609600" y="1343025"/>
              <a:ext cx="485031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어디에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" name="Weave text 58:  "/>
            <p:cNvSpPr txBox="1"/>
            <p:nvPr/>
          </p:nvSpPr>
          <p:spPr>
            <a:xfrm>
              <a:off x="1056382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" name="Weave text 58: 있는지"/>
            <p:cNvSpPr txBox="1"/>
            <p:nvPr/>
          </p:nvSpPr>
          <p:spPr>
            <a:xfrm>
              <a:off x="1101923" y="1343025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있는지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" name="Weave text 58: , "/>
            <p:cNvSpPr txBox="1"/>
            <p:nvPr/>
          </p:nvSpPr>
          <p:spPr>
            <a:xfrm>
              <a:off x="1548854" y="1343025"/>
              <a:ext cx="130522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" name="Weave text 58: 무엇이었는지"/>
            <p:cNvSpPr txBox="1"/>
            <p:nvPr/>
          </p:nvSpPr>
          <p:spPr>
            <a:xfrm>
              <a:off x="1641128" y="1343025"/>
              <a:ext cx="931962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무엇이었는지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4" name="Weave text 58: , "/>
            <p:cNvSpPr txBox="1"/>
            <p:nvPr/>
          </p:nvSpPr>
          <p:spPr>
            <a:xfrm>
              <a:off x="2534841" y="1343025"/>
              <a:ext cx="130522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5" name="Weave text 58: 기억이"/>
            <p:cNvSpPr txBox="1"/>
            <p:nvPr/>
          </p:nvSpPr>
          <p:spPr>
            <a:xfrm>
              <a:off x="2627114" y="1343025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기억이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6" name="Weave text 58:  "/>
            <p:cNvSpPr txBox="1"/>
            <p:nvPr/>
          </p:nvSpPr>
          <p:spPr>
            <a:xfrm>
              <a:off x="3074045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" name="Weave text 58: 있었다는"/>
            <p:cNvSpPr txBox="1"/>
            <p:nvPr/>
          </p:nvSpPr>
          <p:spPr>
            <a:xfrm>
              <a:off x="3119586" y="1343025"/>
              <a:ext cx="63415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있었다는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8" name="Weave text 58:  "/>
            <p:cNvSpPr txBox="1"/>
            <p:nvPr/>
          </p:nvSpPr>
          <p:spPr>
            <a:xfrm>
              <a:off x="3715494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9" name="Weave text 58: 사실까지"/>
            <p:cNvSpPr txBox="1"/>
            <p:nvPr/>
          </p:nvSpPr>
          <p:spPr>
            <a:xfrm>
              <a:off x="3761036" y="1343025"/>
              <a:ext cx="634008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사실까지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0" name="Weave text 58: ."/>
            <p:cNvSpPr txBox="1"/>
            <p:nvPr/>
          </p:nvSpPr>
          <p:spPr>
            <a:xfrm>
              <a:off x="4356795" y="1343025"/>
              <a:ext cx="84981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31" name="Line 59: 01"/>
          <p:cNvGrpSpPr/>
          <p:nvPr/>
        </p:nvGrpSpPr>
        <p:grpSpPr>
          <a:xfrm>
            <a:off x="609600" y="2293144"/>
            <a:ext cx="391716" cy="571500"/>
            <a:chOff x="609600" y="2293144"/>
            <a:chExt cx="391716" cy="571500"/>
          </a:xfrm>
        </p:grpSpPr>
        <p:sp>
          <p:nvSpPr>
            <p:cNvPr id="32" name="Weave text 59: 01"/>
            <p:cNvSpPr txBox="1"/>
            <p:nvPr/>
          </p:nvSpPr>
          <p:spPr>
            <a:xfrm>
              <a:off x="609600" y="2293144"/>
              <a:ext cx="391716" cy="4414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625" b="0" i="0" spc="0" kern="0" lang="ko-KR" altLang="en-US" dirty="0">
                  <a:solidFill>
                    <a:srgbClr val="485573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2625" b="0" i="0" spc="0" kern="0" lang="ko-KR" altLang="en-US" dirty="0">
                  <a:solidFill>
                    <a:srgbClr val="485573"/>
                  </a:solidFill>
                  <a:latin typeface="Inter Medium"/>
                  <a:ea typeface="Inter Medium"/>
                  <a:cs typeface="Inter Medium"/>
                </a:rPr>
                <a:t xml:space="preserve">01</a:t>
              </a:r>
              <a:endParaRPr sz="2625" b="0" i="0" spc="0" kern="0" lang="ko-KR" altLang="en-US" dirty="0">
                <a:solidFill>
                  <a:srgbClr val="485573"/>
                </a:solidFill>
                <a:latin typeface="Inter Medium"/>
                <a:ea typeface="Inter Medium"/>
                <a:cs typeface="Inter Medium"/>
              </a:endParaRPr>
            </a:p>
          </p:txBody>
        </p:sp>
      </p:grpSp>
      <p:grpSp>
        <p:nvGrpSpPr>
          <p:cNvPr id="33" name="Line 60: 어디에 적었더라?"/>
          <p:cNvGrpSpPr/>
          <p:nvPr/>
        </p:nvGrpSpPr>
        <p:grpSpPr>
          <a:xfrm>
            <a:off x="1400175" y="2331244"/>
            <a:ext cx="1783259" cy="449580"/>
            <a:chOff x="1400175" y="2331244"/>
            <a:chExt cx="1783259" cy="449580"/>
          </a:xfrm>
        </p:grpSpPr>
        <p:sp>
          <p:nvSpPr>
            <p:cNvPr id="34" name="Weave text 60: 어디에"/>
            <p:cNvSpPr txBox="1"/>
            <p:nvPr/>
          </p:nvSpPr>
          <p:spPr>
            <a:xfrm>
              <a:off x="1400175" y="2331244"/>
              <a:ext cx="709464" cy="4104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25" b="0" i="0" spc="-101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2025" b="0" i="0" spc="-101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어디에</a:t>
              </a:r>
              <a:endParaRPr sz="2025" b="0" i="0" spc="-101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35" name="Weave text 60:  "/>
            <p:cNvSpPr txBox="1"/>
            <p:nvPr/>
          </p:nvSpPr>
          <p:spPr>
            <a:xfrm>
              <a:off x="2071390" y="2331244"/>
              <a:ext cx="90190" cy="3492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25" b="0" i="0" spc="-101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2025" b="0" i="0" spc="-101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2025" b="0" i="0" spc="-101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36" name="Weave text 60: 적었더라"/>
            <p:cNvSpPr txBox="1"/>
            <p:nvPr/>
          </p:nvSpPr>
          <p:spPr>
            <a:xfrm>
              <a:off x="2123331" y="2331244"/>
              <a:ext cx="933152" cy="4104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25" b="0" i="0" spc="-101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2025" b="0" i="0" spc="-101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적었더라</a:t>
              </a:r>
              <a:endParaRPr sz="2025" b="0" i="0" spc="-101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37" name="Weave text 60: ?"/>
            <p:cNvSpPr txBox="1"/>
            <p:nvPr/>
          </p:nvSpPr>
          <p:spPr>
            <a:xfrm>
              <a:off x="3018234" y="2331244"/>
              <a:ext cx="165199" cy="3492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25" b="0" i="0" spc="-101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2025" b="0" i="0" spc="-101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?</a:t>
              </a:r>
              <a:endParaRPr sz="2025" b="0" i="0" spc="-101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38" name="Line 61: 찾을 내용은 알지만, 어느 앱에 있는지 모릅니다."/>
          <p:cNvGrpSpPr/>
          <p:nvPr/>
        </p:nvGrpSpPr>
        <p:grpSpPr>
          <a:xfrm>
            <a:off x="4543425" y="2235994"/>
            <a:ext cx="3489127" cy="327660"/>
            <a:chOff x="4543425" y="2235994"/>
            <a:chExt cx="3489127" cy="327660"/>
          </a:xfrm>
        </p:grpSpPr>
        <p:sp>
          <p:nvSpPr>
            <p:cNvPr id="39" name="Weave text 61: 찾을"/>
            <p:cNvSpPr txBox="1"/>
            <p:nvPr/>
          </p:nvSpPr>
          <p:spPr>
            <a:xfrm>
              <a:off x="4543425" y="2235994"/>
              <a:ext cx="362099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찾을</a:t>
              </a:r>
              <a:endParaRPr sz="1425" b="0" i="0" spc="-36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0" name="Weave text 61:  "/>
            <p:cNvSpPr txBox="1"/>
            <p:nvPr/>
          </p:nvSpPr>
          <p:spPr>
            <a:xfrm>
              <a:off x="4867275" y="2235994"/>
              <a:ext cx="84683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1" name="Weave text 61: 내용은"/>
            <p:cNvSpPr txBox="1"/>
            <p:nvPr/>
          </p:nvSpPr>
          <p:spPr>
            <a:xfrm>
              <a:off x="4913709" y="2235994"/>
              <a:ext cx="524173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내용은</a:t>
              </a:r>
              <a:endParaRPr sz="1425" b="0" i="0" spc="-36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2" name="Weave text 61:  "/>
            <p:cNvSpPr txBox="1"/>
            <p:nvPr/>
          </p:nvSpPr>
          <p:spPr>
            <a:xfrm>
              <a:off x="5399633" y="2235994"/>
              <a:ext cx="84534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3" name="Weave text 61: 알지만"/>
            <p:cNvSpPr txBox="1"/>
            <p:nvPr/>
          </p:nvSpPr>
          <p:spPr>
            <a:xfrm>
              <a:off x="5445919" y="2235994"/>
              <a:ext cx="524173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알지만</a:t>
              </a:r>
              <a:endParaRPr sz="1425" b="0" i="0" spc="-36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4" name="Weave text 61: , "/>
            <p:cNvSpPr txBox="1"/>
            <p:nvPr/>
          </p:nvSpPr>
          <p:spPr>
            <a:xfrm>
              <a:off x="5931843" y="2235994"/>
              <a:ext cx="132308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1425" b="0" i="0" spc="-36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5" name="Weave text 61: 어느"/>
            <p:cNvSpPr txBox="1"/>
            <p:nvPr/>
          </p:nvSpPr>
          <p:spPr>
            <a:xfrm>
              <a:off x="6025902" y="2235994"/>
              <a:ext cx="362099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어느</a:t>
              </a:r>
              <a:endParaRPr sz="1425" b="0" i="0" spc="-36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6" name="Weave text 61:  "/>
            <p:cNvSpPr txBox="1"/>
            <p:nvPr/>
          </p:nvSpPr>
          <p:spPr>
            <a:xfrm>
              <a:off x="6349752" y="2235994"/>
              <a:ext cx="84683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7" name="Weave text 61: 앱에"/>
            <p:cNvSpPr txBox="1"/>
            <p:nvPr/>
          </p:nvSpPr>
          <p:spPr>
            <a:xfrm>
              <a:off x="6396186" y="2235994"/>
              <a:ext cx="362248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앱에</a:t>
              </a:r>
              <a:endParaRPr sz="1425" b="0" i="0" spc="-36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8" name="Weave text 61:  "/>
            <p:cNvSpPr txBox="1"/>
            <p:nvPr/>
          </p:nvSpPr>
          <p:spPr>
            <a:xfrm>
              <a:off x="6720185" y="2235994"/>
              <a:ext cx="84534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9" name="Weave text 61: 있는지"/>
            <p:cNvSpPr txBox="1"/>
            <p:nvPr/>
          </p:nvSpPr>
          <p:spPr>
            <a:xfrm>
              <a:off x="6766471" y="2235994"/>
              <a:ext cx="524173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있는지</a:t>
              </a:r>
              <a:endParaRPr sz="1425" b="0" i="0" spc="-36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0" name="Weave text 61:  "/>
            <p:cNvSpPr txBox="1"/>
            <p:nvPr/>
          </p:nvSpPr>
          <p:spPr>
            <a:xfrm>
              <a:off x="7252395" y="2235994"/>
              <a:ext cx="84683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1" name="Weave text 61: 모릅니다"/>
            <p:cNvSpPr txBox="1"/>
            <p:nvPr/>
          </p:nvSpPr>
          <p:spPr>
            <a:xfrm>
              <a:off x="7298829" y="2235994"/>
              <a:ext cx="686098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모릅니다</a:t>
              </a:r>
              <a:endParaRPr sz="1425" b="0" i="0" spc="-36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2" name="Weave text 61: ."/>
            <p:cNvSpPr txBox="1"/>
            <p:nvPr/>
          </p:nvSpPr>
          <p:spPr>
            <a:xfrm>
              <a:off x="7946678" y="2235994"/>
              <a:ext cx="85874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425" b="0" i="0" spc="-36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53" name="Line 62: 노트 · 메일 · 나와의 채팅을 하나씩 확인"/>
          <p:cNvGrpSpPr/>
          <p:nvPr/>
        </p:nvGrpSpPr>
        <p:grpSpPr>
          <a:xfrm>
            <a:off x="4543425" y="2602706"/>
            <a:ext cx="2217688" cy="251460"/>
            <a:chOff x="4543425" y="2602706"/>
            <a:chExt cx="2217688" cy="251460"/>
          </a:xfrm>
        </p:grpSpPr>
        <p:sp>
          <p:nvSpPr>
            <p:cNvPr id="54" name="Weave text 62: 노트"/>
            <p:cNvSpPr txBox="1"/>
            <p:nvPr/>
          </p:nvSpPr>
          <p:spPr>
            <a:xfrm>
              <a:off x="4543425" y="2602706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rPr>
                <a:t xml:space="preserve">노트</a:t>
              </a:r>
              <a:endParaRPr sz="1050" b="0" i="0" spc="0" kern="0" lang="ko-KR" altLang="en-US" dirty="0">
                <a:solidFill>
                  <a:srgbClr val="8D9DB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5" name="Weave text 62:  · "/>
            <p:cNvSpPr txBox="1"/>
            <p:nvPr/>
          </p:nvSpPr>
          <p:spPr>
            <a:xfrm>
              <a:off x="4788694" y="2602706"/>
              <a:ext cx="151656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1050" b="0" i="0" spc="0" kern="0" lang="ko-KR" altLang="en-US" dirty="0">
                <a:solidFill>
                  <a:srgbClr val="8D9DB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6" name="Weave text 62: 메일"/>
            <p:cNvSpPr txBox="1"/>
            <p:nvPr/>
          </p:nvSpPr>
          <p:spPr>
            <a:xfrm>
              <a:off x="4902101" y="2602706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rPr>
                <a:t xml:space="preserve">메일</a:t>
              </a:r>
              <a:endParaRPr sz="1050" b="0" i="0" spc="0" kern="0" lang="ko-KR" altLang="en-US" dirty="0">
                <a:solidFill>
                  <a:srgbClr val="8D9DB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7" name="Weave text 62:  · "/>
            <p:cNvSpPr txBox="1"/>
            <p:nvPr/>
          </p:nvSpPr>
          <p:spPr>
            <a:xfrm>
              <a:off x="5147518" y="2602706"/>
              <a:ext cx="151656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1050" b="0" i="0" spc="0" kern="0" lang="ko-KR" altLang="en-US" dirty="0">
                <a:solidFill>
                  <a:srgbClr val="8D9DB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8" name="Weave text 62: 나와의"/>
            <p:cNvSpPr txBox="1"/>
            <p:nvPr/>
          </p:nvSpPr>
          <p:spPr>
            <a:xfrm>
              <a:off x="5260925" y="2602706"/>
              <a:ext cx="406301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rPr>
                <a:t xml:space="preserve">나와의</a:t>
              </a:r>
              <a:endParaRPr sz="1050" b="0" i="0" spc="0" kern="0" lang="ko-KR" altLang="en-US" dirty="0">
                <a:solidFill>
                  <a:srgbClr val="8D9DB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9" name="Weave text 62:  "/>
            <p:cNvSpPr txBox="1"/>
            <p:nvPr/>
          </p:nvSpPr>
          <p:spPr>
            <a:xfrm>
              <a:off x="5628977" y="2602706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8D9DB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0" name="Weave text 62: 채팅을"/>
            <p:cNvSpPr txBox="1"/>
            <p:nvPr/>
          </p:nvSpPr>
          <p:spPr>
            <a:xfrm>
              <a:off x="5666482" y="2602706"/>
              <a:ext cx="406301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rPr>
                <a:t xml:space="preserve">채팅을</a:t>
              </a:r>
              <a:endParaRPr sz="1050" b="0" i="0" spc="0" kern="0" lang="ko-KR" altLang="en-US" dirty="0">
                <a:solidFill>
                  <a:srgbClr val="8D9DB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1" name="Weave text 62:  "/>
            <p:cNvSpPr txBox="1"/>
            <p:nvPr/>
          </p:nvSpPr>
          <p:spPr>
            <a:xfrm>
              <a:off x="6034534" y="2602706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8D9DB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2" name="Weave text 62: 하나씩"/>
            <p:cNvSpPr txBox="1"/>
            <p:nvPr/>
          </p:nvSpPr>
          <p:spPr>
            <a:xfrm>
              <a:off x="6072039" y="2602706"/>
              <a:ext cx="406301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rPr>
                <a:t xml:space="preserve">하나씩</a:t>
              </a:r>
              <a:endParaRPr sz="1050" b="0" i="0" spc="0" kern="0" lang="ko-KR" altLang="en-US" dirty="0">
                <a:solidFill>
                  <a:srgbClr val="8D9DB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3" name="Weave text 62:  "/>
            <p:cNvSpPr txBox="1"/>
            <p:nvPr/>
          </p:nvSpPr>
          <p:spPr>
            <a:xfrm>
              <a:off x="6440091" y="2602706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8D9DB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4" name="Weave text 62: 확인"/>
            <p:cNvSpPr txBox="1"/>
            <p:nvPr/>
          </p:nvSpPr>
          <p:spPr>
            <a:xfrm>
              <a:off x="6477595" y="2602706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rPr>
                <a:t xml:space="preserve">확인</a:t>
              </a:r>
              <a:endParaRPr sz="1050" b="0" i="0" spc="0" kern="0" lang="ko-KR" altLang="en-US" dirty="0">
                <a:solidFill>
                  <a:srgbClr val="8D9DB7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65" name="Line 63: 02"/>
          <p:cNvGrpSpPr/>
          <p:nvPr/>
        </p:nvGrpSpPr>
        <p:grpSpPr>
          <a:xfrm>
            <a:off x="609600" y="3350419"/>
            <a:ext cx="458837" cy="571500"/>
            <a:chOff x="609600" y="3350419"/>
            <a:chExt cx="458837" cy="571500"/>
          </a:xfrm>
        </p:grpSpPr>
        <p:sp>
          <p:nvSpPr>
            <p:cNvPr id="66" name="Weave text 63: 02"/>
            <p:cNvSpPr txBox="1"/>
            <p:nvPr/>
          </p:nvSpPr>
          <p:spPr>
            <a:xfrm>
              <a:off x="609600" y="3350419"/>
              <a:ext cx="458837" cy="4414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625" b="0" i="0" spc="0" kern="0" lang="ko-KR" altLang="en-US" dirty="0">
                  <a:solidFill>
                    <a:srgbClr val="485573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2625" b="0" i="0" spc="0" kern="0" lang="ko-KR" altLang="en-US" dirty="0">
                  <a:solidFill>
                    <a:srgbClr val="485573"/>
                  </a:solidFill>
                  <a:latin typeface="Inter Medium"/>
                  <a:ea typeface="Inter Medium"/>
                  <a:cs typeface="Inter Medium"/>
                </a:rPr>
                <a:t xml:space="preserve">02</a:t>
              </a:r>
              <a:endParaRPr sz="2625" b="0" i="0" spc="0" kern="0" lang="ko-KR" altLang="en-US" dirty="0">
                <a:solidFill>
                  <a:srgbClr val="485573"/>
                </a:solidFill>
                <a:latin typeface="Inter Medium"/>
                <a:ea typeface="Inter Medium"/>
                <a:cs typeface="Inter Medium"/>
              </a:endParaRPr>
            </a:p>
          </p:txBody>
        </p:sp>
      </p:grpSp>
      <p:grpSp>
        <p:nvGrpSpPr>
          <p:cNvPr id="67" name="Line 64: 이름이 뭐였더라?"/>
          <p:cNvGrpSpPr/>
          <p:nvPr/>
        </p:nvGrpSpPr>
        <p:grpSpPr>
          <a:xfrm>
            <a:off x="1400175" y="3388519"/>
            <a:ext cx="1783259" cy="449580"/>
            <a:chOff x="1400175" y="3388519"/>
            <a:chExt cx="1783259" cy="449580"/>
          </a:xfrm>
        </p:grpSpPr>
        <p:sp>
          <p:nvSpPr>
            <p:cNvPr id="68" name="Weave text 64: 이름이"/>
            <p:cNvSpPr txBox="1"/>
            <p:nvPr/>
          </p:nvSpPr>
          <p:spPr>
            <a:xfrm>
              <a:off x="1400175" y="3388519"/>
              <a:ext cx="709464" cy="4104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25" b="0" i="0" spc="-101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2025" b="0" i="0" spc="-101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이름이</a:t>
              </a:r>
              <a:endParaRPr sz="2025" b="0" i="0" spc="-101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69" name="Weave text 64:  "/>
            <p:cNvSpPr txBox="1"/>
            <p:nvPr/>
          </p:nvSpPr>
          <p:spPr>
            <a:xfrm>
              <a:off x="2071390" y="3388519"/>
              <a:ext cx="90190" cy="3492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25" b="0" i="0" spc="-101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2025" b="0" i="0" spc="-101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2025" b="0" i="0" spc="-101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70" name="Weave text 64: 뭐였더라"/>
            <p:cNvSpPr txBox="1"/>
            <p:nvPr/>
          </p:nvSpPr>
          <p:spPr>
            <a:xfrm>
              <a:off x="2123331" y="3388519"/>
              <a:ext cx="933152" cy="4104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25" b="0" i="0" spc="-101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2025" b="0" i="0" spc="-101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뭐였더라</a:t>
              </a:r>
              <a:endParaRPr sz="2025" b="0" i="0" spc="-101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71" name="Weave text 64: ?"/>
            <p:cNvSpPr txBox="1"/>
            <p:nvPr/>
          </p:nvSpPr>
          <p:spPr>
            <a:xfrm>
              <a:off x="3018234" y="3388519"/>
              <a:ext cx="165199" cy="3492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25" b="0" i="0" spc="-101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2025" b="0" i="0" spc="-101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?</a:t>
              </a:r>
              <a:endParaRPr sz="2025" b="0" i="0" spc="-101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72" name="Line 65: 정확한 이름이 떠오르지 않아, 검색부터 막힙니다."/>
          <p:cNvGrpSpPr/>
          <p:nvPr/>
        </p:nvGrpSpPr>
        <p:grpSpPr>
          <a:xfrm>
            <a:off x="4543425" y="3293269"/>
            <a:ext cx="3604766" cy="327660"/>
            <a:chOff x="4543425" y="3293269"/>
            <a:chExt cx="3604766" cy="327660"/>
          </a:xfrm>
        </p:grpSpPr>
        <p:sp>
          <p:nvSpPr>
            <p:cNvPr id="73" name="Weave text 65: 정확한"/>
            <p:cNvSpPr txBox="1"/>
            <p:nvPr/>
          </p:nvSpPr>
          <p:spPr>
            <a:xfrm>
              <a:off x="4543425" y="3293269"/>
              <a:ext cx="524024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정확한</a:t>
              </a:r>
              <a:endParaRPr sz="1425" b="0" i="0" spc="-36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4" name="Weave text 65:  "/>
            <p:cNvSpPr txBox="1"/>
            <p:nvPr/>
          </p:nvSpPr>
          <p:spPr>
            <a:xfrm>
              <a:off x="5029200" y="3293269"/>
              <a:ext cx="84683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5" name="Weave text 65: 이름이"/>
            <p:cNvSpPr txBox="1"/>
            <p:nvPr/>
          </p:nvSpPr>
          <p:spPr>
            <a:xfrm>
              <a:off x="5075634" y="3293269"/>
              <a:ext cx="524173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이름이</a:t>
              </a:r>
              <a:endParaRPr sz="1425" b="0" i="0" spc="-36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6" name="Weave text 65:  "/>
            <p:cNvSpPr txBox="1"/>
            <p:nvPr/>
          </p:nvSpPr>
          <p:spPr>
            <a:xfrm>
              <a:off x="5561558" y="3293269"/>
              <a:ext cx="84683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7" name="Weave text 65: 떠오르지"/>
            <p:cNvSpPr txBox="1"/>
            <p:nvPr/>
          </p:nvSpPr>
          <p:spPr>
            <a:xfrm>
              <a:off x="5607993" y="3293269"/>
              <a:ext cx="686098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떠오르지</a:t>
              </a:r>
              <a:endParaRPr sz="1425" b="0" i="0" spc="-36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8" name="Weave text 65:  "/>
            <p:cNvSpPr txBox="1"/>
            <p:nvPr/>
          </p:nvSpPr>
          <p:spPr>
            <a:xfrm>
              <a:off x="6255841" y="3293269"/>
              <a:ext cx="84683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9" name="Weave text 65: 않아"/>
            <p:cNvSpPr txBox="1"/>
            <p:nvPr/>
          </p:nvSpPr>
          <p:spPr>
            <a:xfrm>
              <a:off x="6302276" y="3293269"/>
              <a:ext cx="362099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않아</a:t>
              </a:r>
              <a:endParaRPr sz="1425" b="0" i="0" spc="-36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0" name="Weave text 65: , "/>
            <p:cNvSpPr txBox="1"/>
            <p:nvPr/>
          </p:nvSpPr>
          <p:spPr>
            <a:xfrm>
              <a:off x="6626126" y="3293269"/>
              <a:ext cx="132308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1425" b="0" i="0" spc="-36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1" name="Weave text 65: 검색부터"/>
            <p:cNvSpPr txBox="1"/>
            <p:nvPr/>
          </p:nvSpPr>
          <p:spPr>
            <a:xfrm>
              <a:off x="6720185" y="3293269"/>
              <a:ext cx="686098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검색부터</a:t>
              </a:r>
              <a:endParaRPr sz="1425" b="0" i="0" spc="-36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2" name="Weave text 65:  "/>
            <p:cNvSpPr txBox="1"/>
            <p:nvPr/>
          </p:nvSpPr>
          <p:spPr>
            <a:xfrm>
              <a:off x="7368034" y="3293269"/>
              <a:ext cx="84683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3" name="Weave text 65: 막힙니다"/>
            <p:cNvSpPr txBox="1"/>
            <p:nvPr/>
          </p:nvSpPr>
          <p:spPr>
            <a:xfrm>
              <a:off x="7414468" y="3293269"/>
              <a:ext cx="686098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막힙니다</a:t>
              </a:r>
              <a:endParaRPr sz="1425" b="0" i="0" spc="-36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4" name="Weave text 65: ."/>
            <p:cNvSpPr txBox="1"/>
            <p:nvPr/>
          </p:nvSpPr>
          <p:spPr>
            <a:xfrm>
              <a:off x="8062317" y="3293269"/>
              <a:ext cx="85874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425" b="0" i="0" spc="-36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85" name="Line 66: 일정에서 날짜를 찾고, 갤러리에서 사진을 확인"/>
          <p:cNvGrpSpPr/>
          <p:nvPr/>
        </p:nvGrpSpPr>
        <p:grpSpPr>
          <a:xfrm>
            <a:off x="4543425" y="3659981"/>
            <a:ext cx="2595116" cy="251460"/>
            <a:chOff x="4543425" y="3659981"/>
            <a:chExt cx="2595116" cy="251460"/>
          </a:xfrm>
        </p:grpSpPr>
        <p:sp>
          <p:nvSpPr>
            <p:cNvPr id="86" name="Weave text 66: 일정에서"/>
            <p:cNvSpPr txBox="1"/>
            <p:nvPr/>
          </p:nvSpPr>
          <p:spPr>
            <a:xfrm>
              <a:off x="4543425" y="3659981"/>
              <a:ext cx="528935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rPr>
                <a:t xml:space="preserve">일정에서</a:t>
              </a:r>
              <a:endParaRPr sz="1050" b="0" i="0" spc="0" kern="0" lang="ko-KR" altLang="en-US" dirty="0">
                <a:solidFill>
                  <a:srgbClr val="8D9DB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7" name="Weave text 66:  "/>
            <p:cNvSpPr txBox="1"/>
            <p:nvPr/>
          </p:nvSpPr>
          <p:spPr>
            <a:xfrm>
              <a:off x="5034111" y="3659981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8D9DB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8" name="Weave text 66: 날짜를"/>
            <p:cNvSpPr txBox="1"/>
            <p:nvPr/>
          </p:nvSpPr>
          <p:spPr>
            <a:xfrm>
              <a:off x="5071616" y="3659981"/>
              <a:ext cx="406301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rPr>
                <a:t xml:space="preserve">날짜를</a:t>
              </a:r>
              <a:endParaRPr sz="1050" b="0" i="0" spc="0" kern="0" lang="ko-KR" altLang="en-US" dirty="0">
                <a:solidFill>
                  <a:srgbClr val="8D9DB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9" name="Weave text 66:  "/>
            <p:cNvSpPr txBox="1"/>
            <p:nvPr/>
          </p:nvSpPr>
          <p:spPr>
            <a:xfrm>
              <a:off x="5439668" y="3659981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8D9DB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0" name="Weave text 66: 찾고"/>
            <p:cNvSpPr txBox="1"/>
            <p:nvPr/>
          </p:nvSpPr>
          <p:spPr>
            <a:xfrm>
              <a:off x="5477173" y="3659981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rPr>
                <a:t xml:space="preserve">찾고</a:t>
              </a:r>
              <a:endParaRPr sz="1050" b="0" i="0" spc="0" kern="0" lang="ko-KR" altLang="en-US" dirty="0">
                <a:solidFill>
                  <a:srgbClr val="8D9DB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1" name="Weave text 66: , "/>
            <p:cNvSpPr txBox="1"/>
            <p:nvPr/>
          </p:nvSpPr>
          <p:spPr>
            <a:xfrm>
              <a:off x="5722441" y="3659981"/>
              <a:ext cx="114151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1050" b="0" i="0" spc="0" kern="0" lang="ko-KR" altLang="en-US" dirty="0">
                <a:solidFill>
                  <a:srgbClr val="8D9DB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2" name="Weave text 66: 갤러리에서"/>
            <p:cNvSpPr txBox="1"/>
            <p:nvPr/>
          </p:nvSpPr>
          <p:spPr>
            <a:xfrm>
              <a:off x="5798344" y="3659981"/>
              <a:ext cx="6517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rPr>
                <a:t xml:space="preserve">갤러리에서</a:t>
              </a:r>
              <a:endParaRPr sz="1050" b="0" i="0" spc="0" kern="0" lang="ko-KR" altLang="en-US" dirty="0">
                <a:solidFill>
                  <a:srgbClr val="8D9DB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3" name="Weave text 66:  "/>
            <p:cNvSpPr txBox="1"/>
            <p:nvPr/>
          </p:nvSpPr>
          <p:spPr>
            <a:xfrm>
              <a:off x="6411813" y="3659981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8D9DB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4" name="Weave text 66: 사진을"/>
            <p:cNvSpPr txBox="1"/>
            <p:nvPr/>
          </p:nvSpPr>
          <p:spPr>
            <a:xfrm>
              <a:off x="6449318" y="3659981"/>
              <a:ext cx="406301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rPr>
                <a:t xml:space="preserve">사진을</a:t>
              </a:r>
              <a:endParaRPr sz="1050" b="0" i="0" spc="0" kern="0" lang="ko-KR" altLang="en-US" dirty="0">
                <a:solidFill>
                  <a:srgbClr val="8D9DB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5" name="Weave text 66:  "/>
            <p:cNvSpPr txBox="1"/>
            <p:nvPr/>
          </p:nvSpPr>
          <p:spPr>
            <a:xfrm>
              <a:off x="6817370" y="3659981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8D9DB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6" name="Weave text 66: 확인"/>
            <p:cNvSpPr txBox="1"/>
            <p:nvPr/>
          </p:nvSpPr>
          <p:spPr>
            <a:xfrm>
              <a:off x="6854875" y="3659981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rPr>
                <a:t xml:space="preserve">확인</a:t>
              </a:r>
              <a:endParaRPr sz="1050" b="0" i="0" spc="0" kern="0" lang="ko-KR" altLang="en-US" dirty="0">
                <a:solidFill>
                  <a:srgbClr val="8D9DB7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97" name="Line 67: 03"/>
          <p:cNvGrpSpPr/>
          <p:nvPr/>
        </p:nvGrpSpPr>
        <p:grpSpPr>
          <a:xfrm>
            <a:off x="609600" y="4402931"/>
            <a:ext cx="462409" cy="571500"/>
            <a:chOff x="609600" y="4402931"/>
            <a:chExt cx="462409" cy="571500"/>
          </a:xfrm>
        </p:grpSpPr>
        <p:sp>
          <p:nvSpPr>
            <p:cNvPr id="98" name="Weave text 67: 03"/>
            <p:cNvSpPr txBox="1"/>
            <p:nvPr/>
          </p:nvSpPr>
          <p:spPr>
            <a:xfrm>
              <a:off x="609600" y="4402931"/>
              <a:ext cx="462409" cy="4414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625" b="0" i="0" spc="0" kern="0" lang="ko-KR" altLang="en-US" dirty="0">
                  <a:solidFill>
                    <a:srgbClr val="485573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2625" b="0" i="0" spc="0" kern="0" lang="ko-KR" altLang="en-US" dirty="0">
                  <a:solidFill>
                    <a:srgbClr val="485573"/>
                  </a:solidFill>
                  <a:latin typeface="Inter Medium"/>
                  <a:ea typeface="Inter Medium"/>
                  <a:cs typeface="Inter Medium"/>
                </a:rPr>
                <a:t xml:space="preserve">03</a:t>
              </a:r>
              <a:endParaRPr sz="2625" b="0" i="0" spc="0" kern="0" lang="ko-KR" altLang="en-US" dirty="0">
                <a:solidFill>
                  <a:srgbClr val="485573"/>
                </a:solidFill>
                <a:latin typeface="Inter Medium"/>
                <a:ea typeface="Inter Medium"/>
                <a:cs typeface="Inter Medium"/>
              </a:endParaRPr>
            </a:p>
          </p:txBody>
        </p:sp>
      </p:grpSp>
      <p:grpSp>
        <p:nvGrpSpPr>
          <p:cNvPr id="99" name="Line 68: 그 얘길 했었는데."/>
          <p:cNvGrpSpPr/>
          <p:nvPr/>
        </p:nvGrpSpPr>
        <p:grpSpPr>
          <a:xfrm>
            <a:off x="1400175" y="4441031"/>
            <a:ext cx="1777454" cy="449580"/>
            <a:chOff x="1400175" y="4441031"/>
            <a:chExt cx="1777454" cy="449580"/>
          </a:xfrm>
        </p:grpSpPr>
        <p:sp>
          <p:nvSpPr>
            <p:cNvPr id="100" name="Weave text 68: 그"/>
            <p:cNvSpPr txBox="1"/>
            <p:nvPr/>
          </p:nvSpPr>
          <p:spPr>
            <a:xfrm>
              <a:off x="1400175" y="4441031"/>
              <a:ext cx="261938" cy="4104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25" b="0" i="0" spc="-101" kern="0" lang="ko-KR" altLang="en-US" dirty="0">
                  <a:solidFill>
                    <a:srgbClr val="C9B6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2025" b="0" i="0" spc="-101" kern="0" lang="ko-KR" altLang="en-US" dirty="0">
                  <a:solidFill>
                    <a:srgbClr val="C9B6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그</a:t>
              </a:r>
              <a:endParaRPr sz="2025" b="0" i="0" spc="-101" kern="0" lang="ko-KR" altLang="en-US" dirty="0">
                <a:solidFill>
                  <a:srgbClr val="C9B6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01" name="Weave text 68:  "/>
            <p:cNvSpPr txBox="1"/>
            <p:nvPr/>
          </p:nvSpPr>
          <p:spPr>
            <a:xfrm>
              <a:off x="1623864" y="4441031"/>
              <a:ext cx="90190" cy="3492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25" b="0" i="0" spc="-101" kern="0" lang="ko-KR" altLang="en-US" dirty="0">
                  <a:solidFill>
                    <a:srgbClr val="C9B6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2025" b="0" i="0" spc="-101" kern="0" lang="ko-KR" altLang="en-US" dirty="0">
                  <a:solidFill>
                    <a:srgbClr val="C9B6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2025" b="0" i="0" spc="-101" kern="0" lang="ko-KR" altLang="en-US" dirty="0">
                <a:solidFill>
                  <a:srgbClr val="C9B6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02" name="Weave text 68: 얘길"/>
            <p:cNvSpPr txBox="1"/>
            <p:nvPr/>
          </p:nvSpPr>
          <p:spPr>
            <a:xfrm>
              <a:off x="1675805" y="4441031"/>
              <a:ext cx="485775" cy="4104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25" b="0" i="0" spc="-101" kern="0" lang="ko-KR" altLang="en-US" dirty="0">
                  <a:solidFill>
                    <a:srgbClr val="C9B6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2025" b="0" i="0" spc="-101" kern="0" lang="ko-KR" altLang="en-US" dirty="0">
                  <a:solidFill>
                    <a:srgbClr val="C9B6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얘길</a:t>
              </a:r>
              <a:endParaRPr sz="2025" b="0" i="0" spc="-101" kern="0" lang="ko-KR" altLang="en-US" dirty="0">
                <a:solidFill>
                  <a:srgbClr val="C9B6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03" name="Weave text 68:  "/>
            <p:cNvSpPr txBox="1"/>
            <p:nvPr/>
          </p:nvSpPr>
          <p:spPr>
            <a:xfrm>
              <a:off x="2123331" y="4441031"/>
              <a:ext cx="90190" cy="3492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25" b="0" i="0" spc="-101" kern="0" lang="ko-KR" altLang="en-US" dirty="0">
                  <a:solidFill>
                    <a:srgbClr val="C9B6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2025" b="0" i="0" spc="-101" kern="0" lang="ko-KR" altLang="en-US" dirty="0">
                  <a:solidFill>
                    <a:srgbClr val="C9B6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2025" b="0" i="0" spc="-101" kern="0" lang="ko-KR" altLang="en-US" dirty="0">
                <a:solidFill>
                  <a:srgbClr val="C9B6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04" name="Weave text 68: 했었는데"/>
            <p:cNvSpPr txBox="1"/>
            <p:nvPr/>
          </p:nvSpPr>
          <p:spPr>
            <a:xfrm>
              <a:off x="2175272" y="4441031"/>
              <a:ext cx="933152" cy="4104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25" b="0" i="0" spc="-101" kern="0" lang="ko-KR" altLang="en-US" dirty="0">
                  <a:solidFill>
                    <a:srgbClr val="C9B6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2025" b="0" i="0" spc="-101" kern="0" lang="ko-KR" altLang="en-US" dirty="0">
                  <a:solidFill>
                    <a:srgbClr val="C9B6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했었는데</a:t>
              </a:r>
              <a:endParaRPr sz="2025" b="0" i="0" spc="-101" kern="0" lang="ko-KR" altLang="en-US" dirty="0">
                <a:solidFill>
                  <a:srgbClr val="C9B6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05" name="Weave text 68: ."/>
            <p:cNvSpPr txBox="1"/>
            <p:nvPr/>
          </p:nvSpPr>
          <p:spPr>
            <a:xfrm>
              <a:off x="3070175" y="4441031"/>
              <a:ext cx="107454" cy="3492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25" b="0" i="0" spc="-101" kern="0" lang="ko-KR" altLang="en-US" dirty="0">
                  <a:solidFill>
                    <a:srgbClr val="C9B6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2025" b="0" i="0" spc="-101" kern="0" lang="ko-KR" altLang="en-US" dirty="0">
                  <a:solidFill>
                    <a:srgbClr val="C9B6FF"/>
                  </a:solidFill>
                  <a:latin typeface="Inter SemiBold"/>
                  <a:ea typeface="Inter SemiBold"/>
                  <a:cs typeface="Inter SemiBold"/>
                </a:rPr>
                <a:t xml:space="preserve">.</a:t>
              </a:r>
              <a:endParaRPr sz="2025" b="0" i="0" spc="-101" kern="0" lang="ko-KR" altLang="en-US" dirty="0">
                <a:solidFill>
                  <a:srgbClr val="C9B6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06" name="Line 69: 필요한 순간에도, 그런 기억이 있었는지 떠오르지 않습니다."/>
          <p:cNvGrpSpPr/>
          <p:nvPr/>
        </p:nvGrpSpPr>
        <p:grpSpPr>
          <a:xfrm>
            <a:off x="4543425" y="4345781"/>
            <a:ext cx="4299049" cy="327660"/>
            <a:chOff x="4543425" y="4345781"/>
            <a:chExt cx="4299049" cy="327660"/>
          </a:xfrm>
        </p:grpSpPr>
        <p:sp>
          <p:nvSpPr>
            <p:cNvPr id="107" name="Weave text 69: 필요한"/>
            <p:cNvSpPr txBox="1"/>
            <p:nvPr/>
          </p:nvSpPr>
          <p:spPr>
            <a:xfrm>
              <a:off x="4543425" y="4345781"/>
              <a:ext cx="524024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필요한</a:t>
              </a:r>
              <a:endParaRPr sz="1425" b="0" i="0" spc="-36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08" name="Weave text 69:  "/>
            <p:cNvSpPr txBox="1"/>
            <p:nvPr/>
          </p:nvSpPr>
          <p:spPr>
            <a:xfrm>
              <a:off x="5029200" y="4345781"/>
              <a:ext cx="84683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09" name="Weave text 69: 순간에도"/>
            <p:cNvSpPr txBox="1"/>
            <p:nvPr/>
          </p:nvSpPr>
          <p:spPr>
            <a:xfrm>
              <a:off x="5075634" y="4345781"/>
              <a:ext cx="686098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순간에도</a:t>
              </a:r>
              <a:endParaRPr sz="1425" b="0" i="0" spc="-36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0" name="Weave text 69: , "/>
            <p:cNvSpPr txBox="1"/>
            <p:nvPr/>
          </p:nvSpPr>
          <p:spPr>
            <a:xfrm>
              <a:off x="5723483" y="4345781"/>
              <a:ext cx="132308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1425" b="0" i="0" spc="-36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1" name="Weave text 69: 그런"/>
            <p:cNvSpPr txBox="1"/>
            <p:nvPr/>
          </p:nvSpPr>
          <p:spPr>
            <a:xfrm>
              <a:off x="5817543" y="4345781"/>
              <a:ext cx="362248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그런</a:t>
              </a:r>
              <a:endParaRPr sz="1425" b="0" i="0" spc="-36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2" name="Weave text 69:  "/>
            <p:cNvSpPr txBox="1"/>
            <p:nvPr/>
          </p:nvSpPr>
          <p:spPr>
            <a:xfrm>
              <a:off x="6141541" y="4345781"/>
              <a:ext cx="84534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3" name="Weave text 69: 기억이"/>
            <p:cNvSpPr txBox="1"/>
            <p:nvPr/>
          </p:nvSpPr>
          <p:spPr>
            <a:xfrm>
              <a:off x="6187827" y="4345781"/>
              <a:ext cx="524173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기억이</a:t>
              </a:r>
              <a:endParaRPr sz="1425" b="0" i="0" spc="-36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4" name="Weave text 69:  "/>
            <p:cNvSpPr txBox="1"/>
            <p:nvPr/>
          </p:nvSpPr>
          <p:spPr>
            <a:xfrm>
              <a:off x="6673751" y="4345781"/>
              <a:ext cx="84683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5" name="Weave text 69: 있었는지"/>
            <p:cNvSpPr txBox="1"/>
            <p:nvPr/>
          </p:nvSpPr>
          <p:spPr>
            <a:xfrm>
              <a:off x="6720185" y="4345781"/>
              <a:ext cx="686098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있었는지</a:t>
              </a:r>
              <a:endParaRPr sz="1425" b="0" i="0" spc="-36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6" name="Weave text 69:  "/>
            <p:cNvSpPr txBox="1"/>
            <p:nvPr/>
          </p:nvSpPr>
          <p:spPr>
            <a:xfrm>
              <a:off x="7368034" y="4345781"/>
              <a:ext cx="84683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7" name="Weave text 69: 떠오르지"/>
            <p:cNvSpPr txBox="1"/>
            <p:nvPr/>
          </p:nvSpPr>
          <p:spPr>
            <a:xfrm>
              <a:off x="7414468" y="4345781"/>
              <a:ext cx="686098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떠오르지</a:t>
              </a:r>
              <a:endParaRPr sz="1425" b="0" i="0" spc="-36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8" name="Weave text 69:  "/>
            <p:cNvSpPr txBox="1"/>
            <p:nvPr/>
          </p:nvSpPr>
          <p:spPr>
            <a:xfrm>
              <a:off x="8062317" y="4345781"/>
              <a:ext cx="84683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9" name="Weave text 69: 않습니다"/>
            <p:cNvSpPr txBox="1"/>
            <p:nvPr/>
          </p:nvSpPr>
          <p:spPr>
            <a:xfrm>
              <a:off x="8108752" y="4345781"/>
              <a:ext cx="686098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않습니다</a:t>
              </a:r>
              <a:endParaRPr sz="1425" b="0" i="0" spc="-36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0" name="Weave text 69: ."/>
            <p:cNvSpPr txBox="1"/>
            <p:nvPr/>
          </p:nvSpPr>
          <p:spPr>
            <a:xfrm>
              <a:off x="8756600" y="4345781"/>
              <a:ext cx="85874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425" b="0" i="0" spc="-36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21" name="Line 70: 스쳐 간 부탁과 작은 약속은 검색할 생각조차 놓침"/>
          <p:cNvGrpSpPr/>
          <p:nvPr/>
        </p:nvGrpSpPr>
        <p:grpSpPr>
          <a:xfrm>
            <a:off x="4543425" y="4712494"/>
            <a:ext cx="2754362" cy="251460"/>
            <a:chOff x="4543425" y="4712494"/>
            <a:chExt cx="2754362" cy="251460"/>
          </a:xfrm>
        </p:grpSpPr>
        <p:sp>
          <p:nvSpPr>
            <p:cNvPr id="122" name="Weave text 70: 스쳐"/>
            <p:cNvSpPr txBox="1"/>
            <p:nvPr/>
          </p:nvSpPr>
          <p:spPr>
            <a:xfrm>
              <a:off x="4543425" y="4712494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rPr>
                <a:t xml:space="preserve">스쳐</a:t>
              </a:r>
              <a:endParaRPr sz="1050" b="0" i="0" spc="0" kern="0" lang="ko-KR" altLang="en-US" dirty="0">
                <a:solidFill>
                  <a:srgbClr val="8D9DB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3" name="Weave text 70:  "/>
            <p:cNvSpPr txBox="1"/>
            <p:nvPr/>
          </p:nvSpPr>
          <p:spPr>
            <a:xfrm>
              <a:off x="4788694" y="4712494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8D9DB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4" name="Weave text 70: 간"/>
            <p:cNvSpPr txBox="1"/>
            <p:nvPr/>
          </p:nvSpPr>
          <p:spPr>
            <a:xfrm>
              <a:off x="4826198" y="4712494"/>
              <a:ext cx="160883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rPr>
                <a:t xml:space="preserve">간</a:t>
              </a:r>
              <a:endParaRPr sz="1050" b="0" i="0" spc="0" kern="0" lang="ko-KR" altLang="en-US" dirty="0">
                <a:solidFill>
                  <a:srgbClr val="8D9DB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5" name="Weave text 70:  "/>
            <p:cNvSpPr txBox="1"/>
            <p:nvPr/>
          </p:nvSpPr>
          <p:spPr>
            <a:xfrm>
              <a:off x="4948833" y="4712494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8D9DB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6" name="Weave text 70: 부탁과"/>
            <p:cNvSpPr txBox="1"/>
            <p:nvPr/>
          </p:nvSpPr>
          <p:spPr>
            <a:xfrm>
              <a:off x="4986338" y="4712494"/>
              <a:ext cx="406301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rPr>
                <a:t xml:space="preserve">부탁과</a:t>
              </a:r>
              <a:endParaRPr sz="1050" b="0" i="0" spc="0" kern="0" lang="ko-KR" altLang="en-US" dirty="0">
                <a:solidFill>
                  <a:srgbClr val="8D9DB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7" name="Weave text 70:  "/>
            <p:cNvSpPr txBox="1"/>
            <p:nvPr/>
          </p:nvSpPr>
          <p:spPr>
            <a:xfrm>
              <a:off x="5354389" y="4712494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8D9DB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8" name="Weave text 70: 작은"/>
            <p:cNvSpPr txBox="1"/>
            <p:nvPr/>
          </p:nvSpPr>
          <p:spPr>
            <a:xfrm>
              <a:off x="5391894" y="4712494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rPr>
                <a:t xml:space="preserve">작은</a:t>
              </a:r>
              <a:endParaRPr sz="1050" b="0" i="0" spc="0" kern="0" lang="ko-KR" altLang="en-US" dirty="0">
                <a:solidFill>
                  <a:srgbClr val="8D9DB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9" name="Weave text 70:  "/>
            <p:cNvSpPr txBox="1"/>
            <p:nvPr/>
          </p:nvSpPr>
          <p:spPr>
            <a:xfrm>
              <a:off x="5637312" y="4712494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8D9DB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0" name="Weave text 70: 약속은"/>
            <p:cNvSpPr txBox="1"/>
            <p:nvPr/>
          </p:nvSpPr>
          <p:spPr>
            <a:xfrm>
              <a:off x="5674816" y="4712494"/>
              <a:ext cx="406301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rPr>
                <a:t xml:space="preserve">약속은</a:t>
              </a:r>
              <a:endParaRPr sz="1050" b="0" i="0" spc="0" kern="0" lang="ko-KR" altLang="en-US" dirty="0">
                <a:solidFill>
                  <a:srgbClr val="8D9DB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1" name="Weave text 70:  "/>
            <p:cNvSpPr txBox="1"/>
            <p:nvPr/>
          </p:nvSpPr>
          <p:spPr>
            <a:xfrm>
              <a:off x="6042868" y="4712494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8D9DB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2" name="Weave text 70: 검색할"/>
            <p:cNvSpPr txBox="1"/>
            <p:nvPr/>
          </p:nvSpPr>
          <p:spPr>
            <a:xfrm>
              <a:off x="6080373" y="4712494"/>
              <a:ext cx="406301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rPr>
                <a:t xml:space="preserve">검색할</a:t>
              </a:r>
              <a:endParaRPr sz="1050" b="0" i="0" spc="0" kern="0" lang="ko-KR" altLang="en-US" dirty="0">
                <a:solidFill>
                  <a:srgbClr val="8D9DB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3" name="Weave text 70:  "/>
            <p:cNvSpPr txBox="1"/>
            <p:nvPr/>
          </p:nvSpPr>
          <p:spPr>
            <a:xfrm>
              <a:off x="6448425" y="4712494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8D9DB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4" name="Weave text 70: 생각조차"/>
            <p:cNvSpPr txBox="1"/>
            <p:nvPr/>
          </p:nvSpPr>
          <p:spPr>
            <a:xfrm>
              <a:off x="6485930" y="4712494"/>
              <a:ext cx="528935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rPr>
                <a:t xml:space="preserve">생각조차</a:t>
              </a:r>
              <a:endParaRPr sz="1050" b="0" i="0" spc="0" kern="0" lang="ko-KR" altLang="en-US" dirty="0">
                <a:solidFill>
                  <a:srgbClr val="8D9DB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5" name="Weave text 70:  "/>
            <p:cNvSpPr txBox="1"/>
            <p:nvPr/>
          </p:nvSpPr>
          <p:spPr>
            <a:xfrm>
              <a:off x="6976616" y="4712494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8D9DB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6" name="Weave text 70: 놓침"/>
            <p:cNvSpPr txBox="1"/>
            <p:nvPr/>
          </p:nvSpPr>
          <p:spPr>
            <a:xfrm>
              <a:off x="7014121" y="4712494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rPr>
                <a:t xml:space="preserve">놓침</a:t>
              </a:r>
              <a:endParaRPr sz="1050" b="0" i="0" spc="0" kern="0" lang="ko-KR" altLang="en-US" dirty="0">
                <a:solidFill>
                  <a:srgbClr val="8D9DB7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37" name="Line 71: 성빈 · 28세 신입사원"/>
          <p:cNvGrpSpPr/>
          <p:nvPr/>
        </p:nvGrpSpPr>
        <p:grpSpPr>
          <a:xfrm>
            <a:off x="609600" y="5543550"/>
            <a:ext cx="1044029" cy="220980"/>
            <a:chOff x="609600" y="5543550"/>
            <a:chExt cx="1044029" cy="220980"/>
          </a:xfrm>
        </p:grpSpPr>
        <p:sp>
          <p:nvSpPr>
            <p:cNvPr id="138" name="Weave text 71: 성빈"/>
            <p:cNvSpPr txBox="1"/>
            <p:nvPr/>
          </p:nvSpPr>
          <p:spPr>
            <a:xfrm>
              <a:off x="609600" y="5543550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성빈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9" name="Weave text 71:  · 28"/>
            <p:cNvSpPr txBox="1"/>
            <p:nvPr/>
          </p:nvSpPr>
          <p:spPr>
            <a:xfrm>
              <a:off x="819894" y="5543550"/>
              <a:ext cx="275779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· 28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0" name="Weave text 71: 세"/>
            <p:cNvSpPr txBox="1"/>
            <p:nvPr/>
          </p:nvSpPr>
          <p:spPr>
            <a:xfrm>
              <a:off x="1057424" y="5543550"/>
              <a:ext cx="143470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세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1" name="Weave text 71:  "/>
            <p:cNvSpPr txBox="1"/>
            <p:nvPr/>
          </p:nvSpPr>
          <p:spPr>
            <a:xfrm>
              <a:off x="1162645" y="5543550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2" name="Weave text 71: 신입사원"/>
            <p:cNvSpPr txBox="1"/>
            <p:nvPr/>
          </p:nvSpPr>
          <p:spPr>
            <a:xfrm>
              <a:off x="1194792" y="5543550"/>
              <a:ext cx="458837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신입사원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43" name="Line 72: “찾느라 대화와 업무의 흐름을 끊고 싶지 않아요.”"/>
          <p:cNvGrpSpPr/>
          <p:nvPr/>
        </p:nvGrpSpPr>
        <p:grpSpPr>
          <a:xfrm>
            <a:off x="609600" y="5800725"/>
            <a:ext cx="3371106" cy="312420"/>
            <a:chOff x="609600" y="5800725"/>
            <a:chExt cx="3371106" cy="312420"/>
          </a:xfrm>
        </p:grpSpPr>
        <p:sp>
          <p:nvSpPr>
            <p:cNvPr id="144" name="Weave text 72: “"/>
            <p:cNvSpPr txBox="1"/>
            <p:nvPr/>
          </p:nvSpPr>
          <p:spPr>
            <a:xfrm>
              <a:off x="609600" y="5800725"/>
              <a:ext cx="108496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“</a:t>
              </a:r>
              <a:endParaRPr sz="1350" b="0" i="0" spc="-4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5" name="Weave text 72: 찾느라"/>
            <p:cNvSpPr txBox="1"/>
            <p:nvPr/>
          </p:nvSpPr>
          <p:spPr>
            <a:xfrm>
              <a:off x="679847" y="5800725"/>
              <a:ext cx="49604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찾느라</a:t>
              </a:r>
              <a:endParaRPr sz="1350" b="0" i="0" spc="-4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6" name="Weave text 72:  "/>
            <p:cNvSpPr txBox="1"/>
            <p:nvPr/>
          </p:nvSpPr>
          <p:spPr>
            <a:xfrm>
              <a:off x="1137642" y="5800725"/>
              <a:ext cx="8140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4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7" name="Weave text 72: 대화와"/>
            <p:cNvSpPr txBox="1"/>
            <p:nvPr/>
          </p:nvSpPr>
          <p:spPr>
            <a:xfrm>
              <a:off x="1180802" y="5800725"/>
              <a:ext cx="495895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대화와</a:t>
              </a:r>
              <a:endParaRPr sz="1350" b="0" i="0" spc="-4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8" name="Weave text 72:  "/>
            <p:cNvSpPr txBox="1"/>
            <p:nvPr/>
          </p:nvSpPr>
          <p:spPr>
            <a:xfrm>
              <a:off x="1638449" y="5800725"/>
              <a:ext cx="8140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4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9" name="Weave text 72: 업무의"/>
            <p:cNvSpPr txBox="1"/>
            <p:nvPr/>
          </p:nvSpPr>
          <p:spPr>
            <a:xfrm>
              <a:off x="1681609" y="5800725"/>
              <a:ext cx="49604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업무의</a:t>
              </a:r>
              <a:endParaRPr sz="1350" b="0" i="0" spc="-4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0" name="Weave text 72:  "/>
            <p:cNvSpPr txBox="1"/>
            <p:nvPr/>
          </p:nvSpPr>
          <p:spPr>
            <a:xfrm>
              <a:off x="2139404" y="5800725"/>
              <a:ext cx="8126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4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1" name="Weave text 72: 흐름을"/>
            <p:cNvSpPr txBox="1"/>
            <p:nvPr/>
          </p:nvSpPr>
          <p:spPr>
            <a:xfrm>
              <a:off x="2182416" y="5800725"/>
              <a:ext cx="49604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흐름을</a:t>
              </a:r>
              <a:endParaRPr sz="1350" b="0" i="0" spc="-4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2" name="Weave text 72:  "/>
            <p:cNvSpPr txBox="1"/>
            <p:nvPr/>
          </p:nvSpPr>
          <p:spPr>
            <a:xfrm>
              <a:off x="2640211" y="5800725"/>
              <a:ext cx="8126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4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3" name="Weave text 72: 끊고"/>
            <p:cNvSpPr txBox="1"/>
            <p:nvPr/>
          </p:nvSpPr>
          <p:spPr>
            <a:xfrm>
              <a:off x="2683222" y="5800725"/>
              <a:ext cx="343495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끊고</a:t>
              </a:r>
              <a:endParaRPr sz="1350" b="0" i="0" spc="-4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4" name="Weave text 72:  "/>
            <p:cNvSpPr txBox="1"/>
            <p:nvPr/>
          </p:nvSpPr>
          <p:spPr>
            <a:xfrm>
              <a:off x="2988469" y="5800725"/>
              <a:ext cx="8126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4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5" name="Weave text 72: 싶지"/>
            <p:cNvSpPr txBox="1"/>
            <p:nvPr/>
          </p:nvSpPr>
          <p:spPr>
            <a:xfrm>
              <a:off x="3031480" y="5800725"/>
              <a:ext cx="343495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싶지</a:t>
              </a:r>
              <a:endParaRPr sz="1350" b="0" i="0" spc="-4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6" name="Weave text 72:  "/>
            <p:cNvSpPr txBox="1"/>
            <p:nvPr/>
          </p:nvSpPr>
          <p:spPr>
            <a:xfrm>
              <a:off x="3336727" y="5800725"/>
              <a:ext cx="8126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4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7" name="Weave text 72: 않아요"/>
            <p:cNvSpPr txBox="1"/>
            <p:nvPr/>
          </p:nvSpPr>
          <p:spPr>
            <a:xfrm>
              <a:off x="3379738" y="5800725"/>
              <a:ext cx="49604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않아요</a:t>
              </a:r>
              <a:endParaRPr sz="1350" b="0" i="0" spc="-4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8" name="Weave text 72: .”"/>
            <p:cNvSpPr txBox="1"/>
            <p:nvPr/>
          </p:nvSpPr>
          <p:spPr>
            <a:xfrm>
              <a:off x="3837533" y="5800725"/>
              <a:ext cx="143173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.”</a:t>
              </a:r>
              <a:endParaRPr sz="1350" b="0" i="0" spc="-4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59" name="Line 73: 지현 · 26세 직장인"/>
          <p:cNvGrpSpPr/>
          <p:nvPr/>
        </p:nvGrpSpPr>
        <p:grpSpPr>
          <a:xfrm>
            <a:off x="6648450" y="5543550"/>
            <a:ext cx="939105" cy="220980"/>
            <a:chOff x="6648450" y="5543550"/>
            <a:chExt cx="939105" cy="220980"/>
          </a:xfrm>
        </p:grpSpPr>
        <p:sp>
          <p:nvSpPr>
            <p:cNvPr id="160" name="Weave text 73: 지현"/>
            <p:cNvSpPr txBox="1"/>
            <p:nvPr/>
          </p:nvSpPr>
          <p:spPr>
            <a:xfrm>
              <a:off x="6648450" y="5543550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지현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1" name="Weave text 73:  · 26"/>
            <p:cNvSpPr txBox="1"/>
            <p:nvPr/>
          </p:nvSpPr>
          <p:spPr>
            <a:xfrm>
              <a:off x="6858744" y="5543550"/>
              <a:ext cx="27607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· 26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2" name="Weave text 73: 세"/>
            <p:cNvSpPr txBox="1"/>
            <p:nvPr/>
          </p:nvSpPr>
          <p:spPr>
            <a:xfrm>
              <a:off x="7096571" y="5543550"/>
              <a:ext cx="143321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세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3" name="Weave text 73:  "/>
            <p:cNvSpPr txBox="1"/>
            <p:nvPr/>
          </p:nvSpPr>
          <p:spPr>
            <a:xfrm>
              <a:off x="7201644" y="5543550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4" name="Weave text 73: 직장인"/>
            <p:cNvSpPr txBox="1"/>
            <p:nvPr/>
          </p:nvSpPr>
          <p:spPr>
            <a:xfrm>
              <a:off x="7233791" y="5543550"/>
              <a:ext cx="353764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직장인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65" name="Line 74: “가족·친구들이 흘린 말 한마디를 놓치지 않고"/>
          <p:cNvGrpSpPr/>
          <p:nvPr/>
        </p:nvGrpSpPr>
        <p:grpSpPr>
          <a:xfrm>
            <a:off x="6648450" y="5800725"/>
            <a:ext cx="3114824" cy="312420"/>
            <a:chOff x="6648450" y="5800725"/>
            <a:chExt cx="3114824" cy="312420"/>
          </a:xfrm>
        </p:grpSpPr>
        <p:sp>
          <p:nvSpPr>
            <p:cNvPr id="166" name="Weave text 74: “"/>
            <p:cNvSpPr txBox="1"/>
            <p:nvPr/>
          </p:nvSpPr>
          <p:spPr>
            <a:xfrm>
              <a:off x="6648450" y="5800725"/>
              <a:ext cx="108496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“</a:t>
              </a:r>
              <a:endParaRPr sz="1350" b="0" i="0" spc="-4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7" name="Weave text 74: 가족"/>
            <p:cNvSpPr txBox="1"/>
            <p:nvPr/>
          </p:nvSpPr>
          <p:spPr>
            <a:xfrm>
              <a:off x="6718697" y="5800725"/>
              <a:ext cx="343495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가족</a:t>
              </a:r>
              <a:endParaRPr sz="1350" b="0" i="0" spc="-4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8" name="Weave text 74: ·"/>
            <p:cNvSpPr txBox="1"/>
            <p:nvPr/>
          </p:nvSpPr>
          <p:spPr>
            <a:xfrm>
              <a:off x="7023943" y="5800725"/>
              <a:ext cx="82451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350" b="0" i="0" spc="-4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9" name="Weave text 74: 친구들이"/>
            <p:cNvSpPr txBox="1"/>
            <p:nvPr/>
          </p:nvSpPr>
          <p:spPr>
            <a:xfrm>
              <a:off x="7068145" y="5800725"/>
              <a:ext cx="648593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친구들이</a:t>
              </a:r>
              <a:endParaRPr sz="1350" b="0" i="0" spc="-4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0" name="Weave text 74:  "/>
            <p:cNvSpPr txBox="1"/>
            <p:nvPr/>
          </p:nvSpPr>
          <p:spPr>
            <a:xfrm>
              <a:off x="7678489" y="5800725"/>
              <a:ext cx="8140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4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1" name="Weave text 74: 흘린"/>
            <p:cNvSpPr txBox="1"/>
            <p:nvPr/>
          </p:nvSpPr>
          <p:spPr>
            <a:xfrm>
              <a:off x="7721650" y="5800725"/>
              <a:ext cx="343346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흘린</a:t>
              </a:r>
              <a:endParaRPr sz="1350" b="0" i="0" spc="-4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2" name="Weave text 74:  "/>
            <p:cNvSpPr txBox="1"/>
            <p:nvPr/>
          </p:nvSpPr>
          <p:spPr>
            <a:xfrm>
              <a:off x="8026747" y="5800725"/>
              <a:ext cx="8140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4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3" name="Weave text 74: 말"/>
            <p:cNvSpPr txBox="1"/>
            <p:nvPr/>
          </p:nvSpPr>
          <p:spPr>
            <a:xfrm>
              <a:off x="8069907" y="5800725"/>
              <a:ext cx="190798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말</a:t>
              </a:r>
              <a:endParaRPr sz="1350" b="0" i="0" spc="-4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4" name="Weave text 74:  "/>
            <p:cNvSpPr txBox="1"/>
            <p:nvPr/>
          </p:nvSpPr>
          <p:spPr>
            <a:xfrm>
              <a:off x="8222456" y="5800725"/>
              <a:ext cx="8126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4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5" name="Weave text 74: 한마디를"/>
            <p:cNvSpPr txBox="1"/>
            <p:nvPr/>
          </p:nvSpPr>
          <p:spPr>
            <a:xfrm>
              <a:off x="8265468" y="5800725"/>
              <a:ext cx="648742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한마디를</a:t>
              </a:r>
              <a:endParaRPr sz="1350" b="0" i="0" spc="-4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6" name="Weave text 74:  "/>
            <p:cNvSpPr txBox="1"/>
            <p:nvPr/>
          </p:nvSpPr>
          <p:spPr>
            <a:xfrm>
              <a:off x="8875961" y="5800725"/>
              <a:ext cx="8126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4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7" name="Weave text 74: 놓치지"/>
            <p:cNvSpPr txBox="1"/>
            <p:nvPr/>
          </p:nvSpPr>
          <p:spPr>
            <a:xfrm>
              <a:off x="8918972" y="5800725"/>
              <a:ext cx="49604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놓치지</a:t>
              </a:r>
              <a:endParaRPr sz="1350" b="0" i="0" spc="-4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8" name="Weave text 74:  "/>
            <p:cNvSpPr txBox="1"/>
            <p:nvPr/>
          </p:nvSpPr>
          <p:spPr>
            <a:xfrm>
              <a:off x="9376767" y="5800725"/>
              <a:ext cx="8126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4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9" name="Weave text 74: 않고"/>
            <p:cNvSpPr txBox="1"/>
            <p:nvPr/>
          </p:nvSpPr>
          <p:spPr>
            <a:xfrm>
              <a:off x="9419779" y="5800725"/>
              <a:ext cx="343495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않고</a:t>
              </a:r>
              <a:endParaRPr sz="1350" b="0" i="0" spc="-4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80" name="Line 75: 제때 챙겨주고 싶어요.”"/>
          <p:cNvGrpSpPr/>
          <p:nvPr/>
        </p:nvGrpSpPr>
        <p:grpSpPr>
          <a:xfrm>
            <a:off x="6648450" y="6057900"/>
            <a:ext cx="1602581" cy="312420"/>
            <a:chOff x="6648450" y="6057900"/>
            <a:chExt cx="1602581" cy="312420"/>
          </a:xfrm>
        </p:grpSpPr>
        <p:sp>
          <p:nvSpPr>
            <p:cNvPr id="181" name="Weave text 75: 제때"/>
            <p:cNvSpPr txBox="1"/>
            <p:nvPr/>
          </p:nvSpPr>
          <p:spPr>
            <a:xfrm>
              <a:off x="6648450" y="6057900"/>
              <a:ext cx="343346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제때</a:t>
              </a:r>
              <a:endParaRPr sz="1350" b="0" i="0" spc="-4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2" name="Weave text 75:  "/>
            <p:cNvSpPr txBox="1"/>
            <p:nvPr/>
          </p:nvSpPr>
          <p:spPr>
            <a:xfrm>
              <a:off x="6953548" y="6057900"/>
              <a:ext cx="8126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4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3" name="Weave text 75: 챙겨주고"/>
            <p:cNvSpPr txBox="1"/>
            <p:nvPr/>
          </p:nvSpPr>
          <p:spPr>
            <a:xfrm>
              <a:off x="6996559" y="6057900"/>
              <a:ext cx="648742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챙겨주고</a:t>
              </a:r>
              <a:endParaRPr sz="1350" b="0" i="0" spc="-4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4" name="Weave text 75:  "/>
            <p:cNvSpPr txBox="1"/>
            <p:nvPr/>
          </p:nvSpPr>
          <p:spPr>
            <a:xfrm>
              <a:off x="7607052" y="6057900"/>
              <a:ext cx="8126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4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5" name="Weave text 75: 싶어요"/>
            <p:cNvSpPr txBox="1"/>
            <p:nvPr/>
          </p:nvSpPr>
          <p:spPr>
            <a:xfrm>
              <a:off x="7650063" y="6057900"/>
              <a:ext cx="49604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싶어요</a:t>
              </a:r>
              <a:endParaRPr sz="1350" b="0" i="0" spc="-4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6" name="Weave text 75: .”"/>
            <p:cNvSpPr txBox="1"/>
            <p:nvPr/>
          </p:nvSpPr>
          <p:spPr>
            <a:xfrm>
              <a:off x="8107859" y="6057900"/>
              <a:ext cx="143173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.”</a:t>
              </a:r>
              <a:endParaRPr sz="1350" b="0" i="0" spc="-4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87" name="Line 76: WEAVE ASSIST / GALAXY AI CONCEPT"/>
          <p:cNvGrpSpPr/>
          <p:nvPr/>
        </p:nvGrpSpPr>
        <p:grpSpPr>
          <a:xfrm>
            <a:off x="609600" y="6486525"/>
            <a:ext cx="2393007" cy="190500"/>
            <a:chOff x="609600" y="6486525"/>
            <a:chExt cx="2393007" cy="190500"/>
          </a:xfrm>
        </p:grpSpPr>
        <p:sp>
          <p:nvSpPr>
            <p:cNvPr id="188" name="Weave text 76: WEAVE ASSIST / GALAXY AI CONCEPT"/>
            <p:cNvSpPr txBox="1"/>
            <p:nvPr/>
          </p:nvSpPr>
          <p:spPr>
            <a:xfrm>
              <a:off x="609600" y="6486525"/>
              <a:ext cx="2393007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WEAVE ASSIST / GALAXY AI CONCEPT</a:t>
              </a:r>
              <a:endParaRPr sz="750" b="0" i="0" spc="142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89" name="Line 77: 03 / 11"/>
          <p:cNvGrpSpPr/>
          <p:nvPr/>
        </p:nvGrpSpPr>
        <p:grpSpPr>
          <a:xfrm>
            <a:off x="11171337" y="6486525"/>
            <a:ext cx="449163" cy="190500"/>
            <a:chOff x="11171337" y="6486525"/>
            <a:chExt cx="449163" cy="190500"/>
          </a:xfrm>
        </p:grpSpPr>
        <p:sp>
          <p:nvSpPr>
            <p:cNvPr id="190" name="Weave text 77: 03 / 11"/>
            <p:cNvSpPr txBox="1"/>
            <p:nvPr/>
          </p:nvSpPr>
          <p:spPr>
            <a:xfrm>
              <a:off x="11171337" y="6486525"/>
              <a:ext cx="449163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03 / 11</a:t>
              </a:r>
              <a:endParaRPr sz="750" b="0" i="0" spc="142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TML visual layer (text is separately editable)"/>
          <p:cNvPicPr>
            <a:picLocks noChangeAspect="1"/>
          </p:cNvPicPr>
          <p:nvPr/>
        </p:nvPicPr>
        <p:blipFill>
          <a:blip r:embed="rIdWeaveVisualLayer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3" name="Line 78: 04 / SOLUTION"/>
          <p:cNvGrpSpPr/>
          <p:nvPr/>
        </p:nvGrpSpPr>
        <p:grpSpPr>
          <a:xfrm>
            <a:off x="609600" y="371475"/>
            <a:ext cx="1058019" cy="205740"/>
            <a:chOff x="609600" y="371475"/>
            <a:chExt cx="1058019" cy="205740"/>
          </a:xfrm>
        </p:grpSpPr>
        <p:sp>
          <p:nvSpPr>
            <p:cNvPr id="4" name="Weave text 78: 04 / SOLUTION"/>
            <p:cNvSpPr txBox="1"/>
            <p:nvPr/>
          </p:nvSpPr>
          <p:spPr>
            <a:xfrm>
              <a:off x="609600" y="371475"/>
              <a:ext cx="1058019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148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825" b="0" i="0" spc="148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rPr>
                <a:t xml:space="preserve">04 / SOLUTION</a:t>
              </a:r>
              <a:endParaRPr sz="825" b="0" i="0" spc="148" kern="0" lang="ko-KR" altLang="en-US" dirty="0">
                <a:solidFill>
                  <a:srgbClr val="B8A2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5" name="Line 79: 같은 기록, 세 가지 사용 방식."/>
          <p:cNvGrpSpPr/>
          <p:nvPr/>
        </p:nvGrpSpPr>
        <p:grpSpPr>
          <a:xfrm>
            <a:off x="609600" y="704850"/>
            <a:ext cx="4266158" cy="647700"/>
            <a:chOff x="609600" y="704850"/>
            <a:chExt cx="4266158" cy="647700"/>
          </a:xfrm>
        </p:grpSpPr>
        <p:sp>
          <p:nvSpPr>
            <p:cNvPr id="6" name="Weave text 79: 같은"/>
            <p:cNvSpPr txBox="1"/>
            <p:nvPr/>
          </p:nvSpPr>
          <p:spPr>
            <a:xfrm>
              <a:off x="609600" y="704850"/>
              <a:ext cx="70112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같은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7" name="Weave text 79:  "/>
            <p:cNvSpPr txBox="1"/>
            <p:nvPr/>
          </p:nvSpPr>
          <p:spPr>
            <a:xfrm>
              <a:off x="1272480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8" name="Weave text 79: 기록"/>
            <p:cNvSpPr txBox="1"/>
            <p:nvPr/>
          </p:nvSpPr>
          <p:spPr>
            <a:xfrm>
              <a:off x="1349425" y="704850"/>
              <a:ext cx="70112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기록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9" name="Weave text 79: , "/>
            <p:cNvSpPr txBox="1"/>
            <p:nvPr/>
          </p:nvSpPr>
          <p:spPr>
            <a:xfrm>
              <a:off x="2012305" y="704850"/>
              <a:ext cx="209848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,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0" name="Weave text 79: 세"/>
            <p:cNvSpPr txBox="1"/>
            <p:nvPr/>
          </p:nvSpPr>
          <p:spPr>
            <a:xfrm>
              <a:off x="2183904" y="704850"/>
              <a:ext cx="36968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세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1" name="Weave text 79:  "/>
            <p:cNvSpPr txBox="1"/>
            <p:nvPr/>
          </p:nvSpPr>
          <p:spPr>
            <a:xfrm>
              <a:off x="2515344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2" name="Weave text 79: 가지"/>
            <p:cNvSpPr txBox="1"/>
            <p:nvPr/>
          </p:nvSpPr>
          <p:spPr>
            <a:xfrm>
              <a:off x="2592288" y="704850"/>
              <a:ext cx="701278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가지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3" name="Weave text 79:  "/>
            <p:cNvSpPr txBox="1"/>
            <p:nvPr/>
          </p:nvSpPr>
          <p:spPr>
            <a:xfrm>
              <a:off x="3255318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4" name="Weave text 79: 사용"/>
            <p:cNvSpPr txBox="1"/>
            <p:nvPr/>
          </p:nvSpPr>
          <p:spPr>
            <a:xfrm>
              <a:off x="3332262" y="704850"/>
              <a:ext cx="70112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사용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5" name="Weave text 79:  "/>
            <p:cNvSpPr txBox="1"/>
            <p:nvPr/>
          </p:nvSpPr>
          <p:spPr>
            <a:xfrm>
              <a:off x="3995142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6" name="Weave text 79: 방식"/>
            <p:cNvSpPr txBox="1"/>
            <p:nvPr/>
          </p:nvSpPr>
          <p:spPr>
            <a:xfrm>
              <a:off x="4072086" y="704850"/>
              <a:ext cx="70112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방식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7" name="Weave text 79: ."/>
            <p:cNvSpPr txBox="1"/>
            <p:nvPr/>
          </p:nvSpPr>
          <p:spPr>
            <a:xfrm>
              <a:off x="4734967" y="704850"/>
              <a:ext cx="140791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.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8" name="Line 80: Weave Assist는 흩어진 기록을 엮어, 필요한 순간 건네는 온디바"/>
          <p:cNvGrpSpPr/>
          <p:nvPr/>
        </p:nvGrpSpPr>
        <p:grpSpPr>
          <a:xfrm>
            <a:off x="609600" y="1343025"/>
            <a:ext cx="5399187" cy="297180"/>
            <a:chOff x="609600" y="1343025"/>
            <a:chExt cx="5399187" cy="297180"/>
          </a:xfrm>
        </p:grpSpPr>
        <p:sp>
          <p:nvSpPr>
            <p:cNvPr id="19" name="Weave text 80: Weave Assist"/>
            <p:cNvSpPr txBox="1"/>
            <p:nvPr/>
          </p:nvSpPr>
          <p:spPr>
            <a:xfrm>
              <a:off x="609600" y="1343025"/>
              <a:ext cx="1062186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Weave Assist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" name="Weave text 80: 는"/>
            <p:cNvSpPr txBox="1"/>
            <p:nvPr/>
          </p:nvSpPr>
          <p:spPr>
            <a:xfrm>
              <a:off x="1633538" y="1343025"/>
              <a:ext cx="187226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는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" name="Weave text 80:  "/>
            <p:cNvSpPr txBox="1"/>
            <p:nvPr/>
          </p:nvSpPr>
          <p:spPr>
            <a:xfrm>
              <a:off x="1782514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2" name="Weave text 80: 흩어진"/>
            <p:cNvSpPr txBox="1"/>
            <p:nvPr/>
          </p:nvSpPr>
          <p:spPr>
            <a:xfrm>
              <a:off x="1828056" y="1343025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흩어진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3" name="Weave text 80:  "/>
            <p:cNvSpPr txBox="1"/>
            <p:nvPr/>
          </p:nvSpPr>
          <p:spPr>
            <a:xfrm>
              <a:off x="2274987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4" name="Weave text 80: 기록을"/>
            <p:cNvSpPr txBox="1"/>
            <p:nvPr/>
          </p:nvSpPr>
          <p:spPr>
            <a:xfrm>
              <a:off x="2320528" y="1343025"/>
              <a:ext cx="485031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기록을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5" name="Weave text 80:  "/>
            <p:cNvSpPr txBox="1"/>
            <p:nvPr/>
          </p:nvSpPr>
          <p:spPr>
            <a:xfrm>
              <a:off x="2767310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6" name="Weave text 80: 엮어"/>
            <p:cNvSpPr txBox="1"/>
            <p:nvPr/>
          </p:nvSpPr>
          <p:spPr>
            <a:xfrm>
              <a:off x="2812852" y="1343025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엮어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7" name="Weave text 80: , "/>
            <p:cNvSpPr txBox="1"/>
            <p:nvPr/>
          </p:nvSpPr>
          <p:spPr>
            <a:xfrm>
              <a:off x="3110805" y="1343025"/>
              <a:ext cx="130522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8" name="Weave text 80: 필요한"/>
            <p:cNvSpPr txBox="1"/>
            <p:nvPr/>
          </p:nvSpPr>
          <p:spPr>
            <a:xfrm>
              <a:off x="3203079" y="1343025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필요한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9" name="Weave text 80:  "/>
            <p:cNvSpPr txBox="1"/>
            <p:nvPr/>
          </p:nvSpPr>
          <p:spPr>
            <a:xfrm>
              <a:off x="3650010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0" name="Weave text 80: 순간"/>
            <p:cNvSpPr txBox="1"/>
            <p:nvPr/>
          </p:nvSpPr>
          <p:spPr>
            <a:xfrm>
              <a:off x="3695551" y="1343025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순간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1" name="Weave text 80:  "/>
            <p:cNvSpPr txBox="1"/>
            <p:nvPr/>
          </p:nvSpPr>
          <p:spPr>
            <a:xfrm>
              <a:off x="3993505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2" name="Weave text 80: 건네는"/>
            <p:cNvSpPr txBox="1"/>
            <p:nvPr/>
          </p:nvSpPr>
          <p:spPr>
            <a:xfrm>
              <a:off x="4039046" y="1343025"/>
              <a:ext cx="485031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건네는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3" name="Weave text 80:  "/>
            <p:cNvSpPr txBox="1"/>
            <p:nvPr/>
          </p:nvSpPr>
          <p:spPr>
            <a:xfrm>
              <a:off x="4485829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4" name="Weave text 80: 온디바이스"/>
            <p:cNvSpPr txBox="1"/>
            <p:nvPr/>
          </p:nvSpPr>
          <p:spPr>
            <a:xfrm>
              <a:off x="4531370" y="1343025"/>
              <a:ext cx="783134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온디바이스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5" name="Weave text 80:  AI"/>
            <p:cNvSpPr txBox="1"/>
            <p:nvPr/>
          </p:nvSpPr>
          <p:spPr>
            <a:xfrm>
              <a:off x="5276255" y="1343025"/>
              <a:ext cx="239018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AI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6" name="Weave text 80: 입니다"/>
            <p:cNvSpPr txBox="1"/>
            <p:nvPr/>
          </p:nvSpPr>
          <p:spPr>
            <a:xfrm>
              <a:off x="5477024" y="1343025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입니다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7" name="Weave text 80: ."/>
            <p:cNvSpPr txBox="1"/>
            <p:nvPr/>
          </p:nvSpPr>
          <p:spPr>
            <a:xfrm>
              <a:off x="5923955" y="1343025"/>
              <a:ext cx="84832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38" name="Line 81: 내 기록"/>
          <p:cNvGrpSpPr/>
          <p:nvPr/>
        </p:nvGrpSpPr>
        <p:grpSpPr>
          <a:xfrm>
            <a:off x="609600" y="2143125"/>
            <a:ext cx="439787" cy="251460"/>
            <a:chOff x="609600" y="2143125"/>
            <a:chExt cx="439787" cy="251460"/>
          </a:xfrm>
        </p:grpSpPr>
        <p:sp>
          <p:nvSpPr>
            <p:cNvPr id="39" name="Weave text 81: 내"/>
            <p:cNvSpPr txBox="1"/>
            <p:nvPr/>
          </p:nvSpPr>
          <p:spPr>
            <a:xfrm>
              <a:off x="609600" y="2143125"/>
              <a:ext cx="160883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내</a:t>
              </a:r>
              <a:endParaRPr sz="1050" b="0" i="0" spc="0" kern="0" lang="ko-KR" altLang="en-US" dirty="0">
                <a:solidFill>
                  <a:srgbClr val="B8A2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40" name="Weave text 81:  "/>
            <p:cNvSpPr txBox="1"/>
            <p:nvPr/>
          </p:nvSpPr>
          <p:spPr>
            <a:xfrm>
              <a:off x="732234" y="2143125"/>
              <a:ext cx="7188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050" b="0" i="0" spc="0" kern="0" lang="ko-KR" altLang="en-US" dirty="0">
                <a:solidFill>
                  <a:srgbClr val="B8A2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41" name="Weave text 81: 기록"/>
            <p:cNvSpPr txBox="1"/>
            <p:nvPr/>
          </p:nvSpPr>
          <p:spPr>
            <a:xfrm>
              <a:off x="765870" y="2143125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기록</a:t>
              </a:r>
              <a:endParaRPr sz="1050" b="0" i="0" spc="0" kern="0" lang="ko-KR" altLang="en-US" dirty="0">
                <a:solidFill>
                  <a:srgbClr val="B8A2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42" name="Line 82: 대화 · 메모 · 메일 · 일정 · 사진 등"/>
          <p:cNvGrpSpPr/>
          <p:nvPr/>
        </p:nvGrpSpPr>
        <p:grpSpPr>
          <a:xfrm>
            <a:off x="1258937" y="2143125"/>
            <a:ext cx="2404765" cy="312420"/>
            <a:chOff x="1258937" y="2143125"/>
            <a:chExt cx="2404765" cy="312420"/>
          </a:xfrm>
        </p:grpSpPr>
        <p:sp>
          <p:nvSpPr>
            <p:cNvPr id="43" name="Weave text 82: 대화"/>
            <p:cNvSpPr txBox="1"/>
            <p:nvPr/>
          </p:nvSpPr>
          <p:spPr>
            <a:xfrm>
              <a:off x="1258937" y="2143125"/>
              <a:ext cx="353616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대화</a:t>
              </a:r>
              <a:endParaRPr sz="135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4" name="Weave text 82:  · "/>
            <p:cNvSpPr txBox="1"/>
            <p:nvPr/>
          </p:nvSpPr>
          <p:spPr>
            <a:xfrm>
              <a:off x="1574304" y="2143125"/>
              <a:ext cx="18410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135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5" name="Weave text 82: 메모"/>
            <p:cNvSpPr txBox="1"/>
            <p:nvPr/>
          </p:nvSpPr>
          <p:spPr>
            <a:xfrm>
              <a:off x="1720155" y="2143125"/>
              <a:ext cx="35376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메모</a:t>
              </a:r>
              <a:endParaRPr sz="135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6" name="Weave text 82:  · "/>
            <p:cNvSpPr txBox="1"/>
            <p:nvPr/>
          </p:nvSpPr>
          <p:spPr>
            <a:xfrm>
              <a:off x="2035671" y="2143125"/>
              <a:ext cx="18410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135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7" name="Weave text 82: 메일"/>
            <p:cNvSpPr txBox="1"/>
            <p:nvPr/>
          </p:nvSpPr>
          <p:spPr>
            <a:xfrm>
              <a:off x="2181523" y="2143125"/>
              <a:ext cx="353616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메일</a:t>
              </a:r>
              <a:endParaRPr sz="135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8" name="Weave text 82:  · "/>
            <p:cNvSpPr txBox="1"/>
            <p:nvPr/>
          </p:nvSpPr>
          <p:spPr>
            <a:xfrm>
              <a:off x="2496889" y="2143125"/>
              <a:ext cx="18410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135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9" name="Weave text 82: 일정"/>
            <p:cNvSpPr txBox="1"/>
            <p:nvPr/>
          </p:nvSpPr>
          <p:spPr>
            <a:xfrm>
              <a:off x="2642741" y="2143125"/>
              <a:ext cx="35376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일정</a:t>
              </a:r>
              <a:endParaRPr sz="135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0" name="Weave text 82:  · "/>
            <p:cNvSpPr txBox="1"/>
            <p:nvPr/>
          </p:nvSpPr>
          <p:spPr>
            <a:xfrm>
              <a:off x="2958257" y="2143125"/>
              <a:ext cx="18410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135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1" name="Weave text 82: 사진"/>
            <p:cNvSpPr txBox="1"/>
            <p:nvPr/>
          </p:nvSpPr>
          <p:spPr>
            <a:xfrm>
              <a:off x="3104108" y="2143125"/>
              <a:ext cx="353616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사진</a:t>
              </a:r>
              <a:endParaRPr sz="135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2" name="Weave text 82:  "/>
            <p:cNvSpPr txBox="1"/>
            <p:nvPr/>
          </p:nvSpPr>
          <p:spPr>
            <a:xfrm>
              <a:off x="3419475" y="2143125"/>
              <a:ext cx="8646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3" name="Weave text 82: 등"/>
            <p:cNvSpPr txBox="1"/>
            <p:nvPr/>
          </p:nvSpPr>
          <p:spPr>
            <a:xfrm>
              <a:off x="3467695" y="2143125"/>
              <a:ext cx="196007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등</a:t>
              </a:r>
              <a:endParaRPr sz="135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54" name="Line 83: 현재 맥락"/>
          <p:cNvGrpSpPr/>
          <p:nvPr/>
        </p:nvGrpSpPr>
        <p:grpSpPr>
          <a:xfrm>
            <a:off x="6143625" y="2143125"/>
            <a:ext cx="562570" cy="251460"/>
            <a:chOff x="6143625" y="2143125"/>
            <a:chExt cx="562570" cy="251460"/>
          </a:xfrm>
        </p:grpSpPr>
        <p:sp>
          <p:nvSpPr>
            <p:cNvPr id="55" name="Weave text 83: 현재"/>
            <p:cNvSpPr txBox="1"/>
            <p:nvPr/>
          </p:nvSpPr>
          <p:spPr>
            <a:xfrm>
              <a:off x="6143625" y="2143125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현재</a:t>
              </a:r>
              <a:endParaRPr sz="1050" b="0" i="0" spc="0" kern="0" lang="ko-KR" altLang="en-US" dirty="0">
                <a:solidFill>
                  <a:srgbClr val="B8A2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56" name="Weave text 83:  "/>
            <p:cNvSpPr txBox="1"/>
            <p:nvPr/>
          </p:nvSpPr>
          <p:spPr>
            <a:xfrm>
              <a:off x="6388894" y="2143125"/>
              <a:ext cx="7188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050" b="0" i="0" spc="0" kern="0" lang="ko-KR" altLang="en-US" dirty="0">
                <a:solidFill>
                  <a:srgbClr val="B8A2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57" name="Weave text 83: 맥락"/>
            <p:cNvSpPr txBox="1"/>
            <p:nvPr/>
          </p:nvSpPr>
          <p:spPr>
            <a:xfrm>
              <a:off x="6422529" y="2143125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맥락</a:t>
              </a:r>
              <a:endParaRPr sz="1050" b="0" i="0" spc="0" kern="0" lang="ko-KR" altLang="en-US" dirty="0">
                <a:solidFill>
                  <a:srgbClr val="B8A2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58" name="Line 84: 작성 중인 내용 · 대화 · 시간 · 위치 등"/>
          <p:cNvGrpSpPr/>
          <p:nvPr/>
        </p:nvGrpSpPr>
        <p:grpSpPr>
          <a:xfrm>
            <a:off x="6896695" y="2143125"/>
            <a:ext cx="2670870" cy="312420"/>
            <a:chOff x="6896695" y="2143125"/>
            <a:chExt cx="2670870" cy="312420"/>
          </a:xfrm>
        </p:grpSpPr>
        <p:sp>
          <p:nvSpPr>
            <p:cNvPr id="59" name="Weave text 84: 작성"/>
            <p:cNvSpPr txBox="1"/>
            <p:nvPr/>
          </p:nvSpPr>
          <p:spPr>
            <a:xfrm>
              <a:off x="6896695" y="2143125"/>
              <a:ext cx="353616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작성</a:t>
              </a:r>
              <a:endParaRPr sz="135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0" name="Weave text 84:  "/>
            <p:cNvSpPr txBox="1"/>
            <p:nvPr/>
          </p:nvSpPr>
          <p:spPr>
            <a:xfrm>
              <a:off x="7212062" y="2143125"/>
              <a:ext cx="8646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1" name="Weave text 84: 중인"/>
            <p:cNvSpPr txBox="1"/>
            <p:nvPr/>
          </p:nvSpPr>
          <p:spPr>
            <a:xfrm>
              <a:off x="7260282" y="2143125"/>
              <a:ext cx="35376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중인</a:t>
              </a:r>
              <a:endParaRPr sz="135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2" name="Weave text 84:  "/>
            <p:cNvSpPr txBox="1"/>
            <p:nvPr/>
          </p:nvSpPr>
          <p:spPr>
            <a:xfrm>
              <a:off x="7575798" y="2143125"/>
              <a:ext cx="8646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3" name="Weave text 84: 내용"/>
            <p:cNvSpPr txBox="1"/>
            <p:nvPr/>
          </p:nvSpPr>
          <p:spPr>
            <a:xfrm>
              <a:off x="7624018" y="2143125"/>
              <a:ext cx="353616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내용</a:t>
              </a:r>
              <a:endParaRPr sz="135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4" name="Weave text 84:  · "/>
            <p:cNvSpPr txBox="1"/>
            <p:nvPr/>
          </p:nvSpPr>
          <p:spPr>
            <a:xfrm>
              <a:off x="7939385" y="2143125"/>
              <a:ext cx="18410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135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5" name="Weave text 84: 대화"/>
            <p:cNvSpPr txBox="1"/>
            <p:nvPr/>
          </p:nvSpPr>
          <p:spPr>
            <a:xfrm>
              <a:off x="8085237" y="2143125"/>
              <a:ext cx="35376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대화</a:t>
              </a:r>
              <a:endParaRPr sz="135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6" name="Weave text 84:  · "/>
            <p:cNvSpPr txBox="1"/>
            <p:nvPr/>
          </p:nvSpPr>
          <p:spPr>
            <a:xfrm>
              <a:off x="8400752" y="2143125"/>
              <a:ext cx="18410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135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7" name="Weave text 84: 시간"/>
            <p:cNvSpPr txBox="1"/>
            <p:nvPr/>
          </p:nvSpPr>
          <p:spPr>
            <a:xfrm>
              <a:off x="8546604" y="2143125"/>
              <a:ext cx="35376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시간</a:t>
              </a:r>
              <a:endParaRPr sz="135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8" name="Weave text 84:  · "/>
            <p:cNvSpPr txBox="1"/>
            <p:nvPr/>
          </p:nvSpPr>
          <p:spPr>
            <a:xfrm>
              <a:off x="8862120" y="2143125"/>
              <a:ext cx="183952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135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9" name="Weave text 84: 위치"/>
            <p:cNvSpPr txBox="1"/>
            <p:nvPr/>
          </p:nvSpPr>
          <p:spPr>
            <a:xfrm>
              <a:off x="9007822" y="2143125"/>
              <a:ext cx="35376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위치</a:t>
              </a:r>
              <a:endParaRPr sz="135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0" name="Weave text 84:  "/>
            <p:cNvSpPr txBox="1"/>
            <p:nvPr/>
          </p:nvSpPr>
          <p:spPr>
            <a:xfrm>
              <a:off x="9323338" y="2143125"/>
              <a:ext cx="8646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1" name="Weave text 84: 등"/>
            <p:cNvSpPr txBox="1"/>
            <p:nvPr/>
          </p:nvSpPr>
          <p:spPr>
            <a:xfrm>
              <a:off x="9371558" y="2143125"/>
              <a:ext cx="196007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등</a:t>
              </a:r>
              <a:endParaRPr sz="135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72" name="Line 85: 사용 방식"/>
          <p:cNvGrpSpPr/>
          <p:nvPr/>
        </p:nvGrpSpPr>
        <p:grpSpPr>
          <a:xfrm>
            <a:off x="609600" y="2867025"/>
            <a:ext cx="513755" cy="220980"/>
            <a:chOff x="609600" y="2867025"/>
            <a:chExt cx="513755" cy="220980"/>
          </a:xfrm>
        </p:grpSpPr>
        <p:sp>
          <p:nvSpPr>
            <p:cNvPr id="73" name="Weave text 85: 사용"/>
            <p:cNvSpPr txBox="1"/>
            <p:nvPr/>
          </p:nvSpPr>
          <p:spPr>
            <a:xfrm>
              <a:off x="609600" y="2867025"/>
              <a:ext cx="257621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36" kern="0" lang="ko-KR" altLang="en-US" dirty="0">
                  <a:solidFill>
                    <a:srgbClr val="8D9AB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36" kern="0" lang="ko-KR" altLang="en-US" dirty="0">
                  <a:solidFill>
                    <a:srgbClr val="8D9AB3"/>
                  </a:solidFill>
                  <a:latin typeface="Noto Sans KR"/>
                  <a:ea typeface="Noto Sans KR"/>
                  <a:cs typeface="Noto Sans KR"/>
                </a:rPr>
                <a:t xml:space="preserve">사용</a:t>
              </a:r>
              <a:endParaRPr sz="900" b="0" i="0" spc="36" kern="0" lang="ko-KR" altLang="en-US" dirty="0">
                <a:solidFill>
                  <a:srgbClr val="8D9AB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4" name="Weave text 85:  "/>
            <p:cNvSpPr txBox="1"/>
            <p:nvPr/>
          </p:nvSpPr>
          <p:spPr>
            <a:xfrm>
              <a:off x="828973" y="2867025"/>
              <a:ext cx="75009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36" kern="0" lang="ko-KR" altLang="en-US" dirty="0">
                  <a:solidFill>
                    <a:srgbClr val="8D9AB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36" kern="0" lang="ko-KR" altLang="en-US" dirty="0">
                  <a:solidFill>
                    <a:srgbClr val="8D9AB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36" kern="0" lang="ko-KR" altLang="en-US" dirty="0">
                <a:solidFill>
                  <a:srgbClr val="8D9AB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5" name="Weave text 85: 방식"/>
            <p:cNvSpPr txBox="1"/>
            <p:nvPr/>
          </p:nvSpPr>
          <p:spPr>
            <a:xfrm>
              <a:off x="865733" y="2867025"/>
              <a:ext cx="257621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36" kern="0" lang="ko-KR" altLang="en-US" dirty="0">
                  <a:solidFill>
                    <a:srgbClr val="8D9AB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36" kern="0" lang="ko-KR" altLang="en-US" dirty="0">
                  <a:solidFill>
                    <a:srgbClr val="8D9AB3"/>
                  </a:solidFill>
                  <a:latin typeface="Noto Sans KR"/>
                  <a:ea typeface="Noto Sans KR"/>
                  <a:cs typeface="Noto Sans KR"/>
                </a:rPr>
                <a:t xml:space="preserve">방식</a:t>
              </a:r>
              <a:endParaRPr sz="900" b="0" i="0" spc="36" kern="0" lang="ko-KR" altLang="en-US" dirty="0">
                <a:solidFill>
                  <a:srgbClr val="8D9AB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76" name="Line 86: 언제"/>
          <p:cNvGrpSpPr/>
          <p:nvPr/>
        </p:nvGrpSpPr>
        <p:grpSpPr>
          <a:xfrm>
            <a:off x="3143250" y="2867025"/>
            <a:ext cx="257621" cy="220980"/>
            <a:chOff x="3143250" y="2867025"/>
            <a:chExt cx="257621" cy="220980"/>
          </a:xfrm>
        </p:grpSpPr>
        <p:sp>
          <p:nvSpPr>
            <p:cNvPr id="77" name="Weave text 86: 언제"/>
            <p:cNvSpPr txBox="1"/>
            <p:nvPr/>
          </p:nvSpPr>
          <p:spPr>
            <a:xfrm>
              <a:off x="3143250" y="2867025"/>
              <a:ext cx="257621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36" kern="0" lang="ko-KR" altLang="en-US" dirty="0">
                  <a:solidFill>
                    <a:srgbClr val="8D9AB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36" kern="0" lang="ko-KR" altLang="en-US" dirty="0">
                  <a:solidFill>
                    <a:srgbClr val="8D9AB3"/>
                  </a:solidFill>
                  <a:latin typeface="Noto Sans KR"/>
                  <a:ea typeface="Noto Sans KR"/>
                  <a:cs typeface="Noto Sans KR"/>
                </a:rPr>
                <a:t xml:space="preserve">언제</a:t>
              </a:r>
              <a:endParaRPr sz="900" b="0" i="0" spc="36" kern="0" lang="ko-KR" altLang="en-US" dirty="0">
                <a:solidFill>
                  <a:srgbClr val="8D9AB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78" name="Line 87: 어떻게"/>
          <p:cNvGrpSpPr/>
          <p:nvPr/>
        </p:nvGrpSpPr>
        <p:grpSpPr>
          <a:xfrm>
            <a:off x="5962650" y="2867025"/>
            <a:ext cx="367308" cy="220980"/>
            <a:chOff x="5962650" y="2867025"/>
            <a:chExt cx="367308" cy="220980"/>
          </a:xfrm>
        </p:grpSpPr>
        <p:sp>
          <p:nvSpPr>
            <p:cNvPr id="79" name="Weave text 87: 어떻게"/>
            <p:cNvSpPr txBox="1"/>
            <p:nvPr/>
          </p:nvSpPr>
          <p:spPr>
            <a:xfrm>
              <a:off x="5962650" y="2867025"/>
              <a:ext cx="367308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36" kern="0" lang="ko-KR" altLang="en-US" dirty="0">
                  <a:solidFill>
                    <a:srgbClr val="8D9AB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36" kern="0" lang="ko-KR" altLang="en-US" dirty="0">
                  <a:solidFill>
                    <a:srgbClr val="8D9AB3"/>
                  </a:solidFill>
                  <a:latin typeface="Noto Sans KR"/>
                  <a:ea typeface="Noto Sans KR"/>
                  <a:cs typeface="Noto Sans KR"/>
                </a:rPr>
                <a:t xml:space="preserve">어떻게</a:t>
              </a:r>
              <a:endParaRPr sz="900" b="0" i="0" spc="36" kern="0" lang="ko-KR" altLang="en-US" dirty="0">
                <a:solidFill>
                  <a:srgbClr val="8D9AB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80" name="Line 88: 사용 경험"/>
          <p:cNvGrpSpPr/>
          <p:nvPr/>
        </p:nvGrpSpPr>
        <p:grpSpPr>
          <a:xfrm>
            <a:off x="8477250" y="2867025"/>
            <a:ext cx="513755" cy="220980"/>
            <a:chOff x="8477250" y="2867025"/>
            <a:chExt cx="513755" cy="220980"/>
          </a:xfrm>
        </p:grpSpPr>
        <p:sp>
          <p:nvSpPr>
            <p:cNvPr id="81" name="Weave text 88: 사용"/>
            <p:cNvSpPr txBox="1"/>
            <p:nvPr/>
          </p:nvSpPr>
          <p:spPr>
            <a:xfrm>
              <a:off x="8477250" y="2867025"/>
              <a:ext cx="257621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36" kern="0" lang="ko-KR" altLang="en-US" dirty="0">
                  <a:solidFill>
                    <a:srgbClr val="8D9AB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36" kern="0" lang="ko-KR" altLang="en-US" dirty="0">
                  <a:solidFill>
                    <a:srgbClr val="8D9AB3"/>
                  </a:solidFill>
                  <a:latin typeface="Noto Sans KR"/>
                  <a:ea typeface="Noto Sans KR"/>
                  <a:cs typeface="Noto Sans KR"/>
                </a:rPr>
                <a:t xml:space="preserve">사용</a:t>
              </a:r>
              <a:endParaRPr sz="900" b="0" i="0" spc="36" kern="0" lang="ko-KR" altLang="en-US" dirty="0">
                <a:solidFill>
                  <a:srgbClr val="8D9AB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2" name="Weave text 88:  "/>
            <p:cNvSpPr txBox="1"/>
            <p:nvPr/>
          </p:nvSpPr>
          <p:spPr>
            <a:xfrm>
              <a:off x="8696623" y="2867025"/>
              <a:ext cx="75009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36" kern="0" lang="ko-KR" altLang="en-US" dirty="0">
                  <a:solidFill>
                    <a:srgbClr val="8D9AB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36" kern="0" lang="ko-KR" altLang="en-US" dirty="0">
                  <a:solidFill>
                    <a:srgbClr val="8D9AB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36" kern="0" lang="ko-KR" altLang="en-US" dirty="0">
                <a:solidFill>
                  <a:srgbClr val="8D9AB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3" name="Weave text 88: 경험"/>
            <p:cNvSpPr txBox="1"/>
            <p:nvPr/>
          </p:nvSpPr>
          <p:spPr>
            <a:xfrm>
              <a:off x="8733383" y="2867025"/>
              <a:ext cx="257621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36" kern="0" lang="ko-KR" altLang="en-US" dirty="0">
                  <a:solidFill>
                    <a:srgbClr val="8D9AB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36" kern="0" lang="ko-KR" altLang="en-US" dirty="0">
                  <a:solidFill>
                    <a:srgbClr val="8D9AB3"/>
                  </a:solidFill>
                  <a:latin typeface="Noto Sans KR"/>
                  <a:ea typeface="Noto Sans KR"/>
                  <a:cs typeface="Noto Sans KR"/>
                </a:rPr>
                <a:t xml:space="preserve">경험</a:t>
              </a:r>
              <a:endParaRPr sz="900" b="0" i="0" spc="36" kern="0" lang="ko-KR" altLang="en-US" dirty="0">
                <a:solidFill>
                  <a:srgbClr val="8D9AB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84" name="Line 89: 01"/>
          <p:cNvGrpSpPr/>
          <p:nvPr/>
        </p:nvGrpSpPr>
        <p:grpSpPr>
          <a:xfrm>
            <a:off x="609600" y="3509962"/>
            <a:ext cx="156716" cy="220980"/>
            <a:chOff x="609600" y="3509962"/>
            <a:chExt cx="156716" cy="220980"/>
          </a:xfrm>
        </p:grpSpPr>
        <p:sp>
          <p:nvSpPr>
            <p:cNvPr id="85" name="Weave text 89: 01"/>
            <p:cNvSpPr txBox="1"/>
            <p:nvPr/>
          </p:nvSpPr>
          <p:spPr>
            <a:xfrm>
              <a:off x="609600" y="3509962"/>
              <a:ext cx="15671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8B74C8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8B74C8"/>
                  </a:solidFill>
                  <a:latin typeface="Inter"/>
                  <a:ea typeface="Inter"/>
                  <a:cs typeface="Inter"/>
                </a:rPr>
                <a:t xml:space="preserve">01</a:t>
              </a:r>
              <a:endParaRPr sz="900" b="0" i="0" spc="0" kern="0" lang="ko-KR" altLang="en-US" dirty="0">
                <a:solidFill>
                  <a:srgbClr val="8B74C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86" name="Line 90: 전역 검색"/>
          <p:cNvGrpSpPr/>
          <p:nvPr/>
        </p:nvGrpSpPr>
        <p:grpSpPr>
          <a:xfrm>
            <a:off x="871091" y="3455194"/>
            <a:ext cx="784622" cy="358140"/>
            <a:chOff x="871091" y="3455194"/>
            <a:chExt cx="784622" cy="358140"/>
          </a:xfrm>
        </p:grpSpPr>
        <p:sp>
          <p:nvSpPr>
            <p:cNvPr id="87" name="Weave text 90: 전역"/>
            <p:cNvSpPr txBox="1"/>
            <p:nvPr/>
          </p:nvSpPr>
          <p:spPr>
            <a:xfrm>
              <a:off x="871091" y="3455194"/>
              <a:ext cx="390227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63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63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전역</a:t>
              </a:r>
              <a:endParaRPr sz="1575" b="0" i="0" spc="-63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88" name="Weave text 90:  "/>
            <p:cNvSpPr txBox="1"/>
            <p:nvPr/>
          </p:nvSpPr>
          <p:spPr>
            <a:xfrm>
              <a:off x="1223070" y="3455194"/>
              <a:ext cx="80665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63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63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75" b="0" i="0" spc="-63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89" name="Weave text 90: 검색"/>
            <p:cNvSpPr txBox="1"/>
            <p:nvPr/>
          </p:nvSpPr>
          <p:spPr>
            <a:xfrm>
              <a:off x="1265486" y="3455194"/>
              <a:ext cx="390227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63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63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검색</a:t>
              </a:r>
              <a:endParaRPr sz="1575" b="0" i="0" spc="-63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90" name="Line 91: 필요한 내용을 알고"/>
          <p:cNvGrpSpPr/>
          <p:nvPr/>
        </p:nvGrpSpPr>
        <p:grpSpPr>
          <a:xfrm>
            <a:off x="3143250" y="3347591"/>
            <a:ext cx="1320998" cy="297180"/>
            <a:chOff x="3143250" y="3347591"/>
            <a:chExt cx="1320998" cy="297180"/>
          </a:xfrm>
        </p:grpSpPr>
        <p:sp>
          <p:nvSpPr>
            <p:cNvPr id="91" name="Weave text 91: 필요한"/>
            <p:cNvSpPr txBox="1"/>
            <p:nvPr/>
          </p:nvSpPr>
          <p:spPr>
            <a:xfrm>
              <a:off x="3143250" y="3347591"/>
              <a:ext cx="485031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필요한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2" name="Weave text 91:  "/>
            <p:cNvSpPr txBox="1"/>
            <p:nvPr/>
          </p:nvSpPr>
          <p:spPr>
            <a:xfrm>
              <a:off x="3590032" y="3347591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3" name="Weave text 91: 내용을"/>
            <p:cNvSpPr txBox="1"/>
            <p:nvPr/>
          </p:nvSpPr>
          <p:spPr>
            <a:xfrm>
              <a:off x="3635573" y="3347591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내용을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4" name="Weave text 91:  "/>
            <p:cNvSpPr txBox="1"/>
            <p:nvPr/>
          </p:nvSpPr>
          <p:spPr>
            <a:xfrm>
              <a:off x="4082504" y="3347591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5" name="Weave text 91: 알고"/>
            <p:cNvSpPr txBox="1"/>
            <p:nvPr/>
          </p:nvSpPr>
          <p:spPr>
            <a:xfrm>
              <a:off x="4128046" y="3347591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알고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96" name="Line 92: 직접 찾을 때"/>
          <p:cNvGrpSpPr/>
          <p:nvPr/>
        </p:nvGrpSpPr>
        <p:grpSpPr>
          <a:xfrm>
            <a:off x="3143250" y="3614738"/>
            <a:ext cx="874068" cy="297180"/>
            <a:chOff x="3143250" y="3614738"/>
            <a:chExt cx="874068" cy="297180"/>
          </a:xfrm>
        </p:grpSpPr>
        <p:sp>
          <p:nvSpPr>
            <p:cNvPr id="97" name="Weave text 92: 직접"/>
            <p:cNvSpPr txBox="1"/>
            <p:nvPr/>
          </p:nvSpPr>
          <p:spPr>
            <a:xfrm>
              <a:off x="3143250" y="3614738"/>
              <a:ext cx="336054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직접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8" name="Weave text 92:  "/>
            <p:cNvSpPr txBox="1"/>
            <p:nvPr/>
          </p:nvSpPr>
          <p:spPr>
            <a:xfrm>
              <a:off x="3441055" y="3614738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9" name="Weave text 92: 찾을"/>
            <p:cNvSpPr txBox="1"/>
            <p:nvPr/>
          </p:nvSpPr>
          <p:spPr>
            <a:xfrm>
              <a:off x="3486596" y="3614738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찾을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00" name="Weave text 92:  "/>
            <p:cNvSpPr txBox="1"/>
            <p:nvPr/>
          </p:nvSpPr>
          <p:spPr>
            <a:xfrm>
              <a:off x="3784550" y="3614738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01" name="Weave text 92: 때"/>
            <p:cNvSpPr txBox="1"/>
            <p:nvPr/>
          </p:nvSpPr>
          <p:spPr>
            <a:xfrm>
              <a:off x="3830092" y="3614738"/>
              <a:ext cx="187226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때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02" name="Line 93: 검색 패널을 열고"/>
          <p:cNvGrpSpPr/>
          <p:nvPr/>
        </p:nvGrpSpPr>
        <p:grpSpPr>
          <a:xfrm>
            <a:off x="5962650" y="3347591"/>
            <a:ext cx="1172021" cy="297180"/>
            <a:chOff x="5962650" y="3347591"/>
            <a:chExt cx="1172021" cy="297180"/>
          </a:xfrm>
        </p:grpSpPr>
        <p:sp>
          <p:nvSpPr>
            <p:cNvPr id="103" name="Weave text 93: 검색"/>
            <p:cNvSpPr txBox="1"/>
            <p:nvPr/>
          </p:nvSpPr>
          <p:spPr>
            <a:xfrm>
              <a:off x="5962650" y="3347591"/>
              <a:ext cx="336054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검색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04" name="Weave text 93:  "/>
            <p:cNvSpPr txBox="1"/>
            <p:nvPr/>
          </p:nvSpPr>
          <p:spPr>
            <a:xfrm>
              <a:off x="6260455" y="3347591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05" name="Weave text 93: 패널을"/>
            <p:cNvSpPr txBox="1"/>
            <p:nvPr/>
          </p:nvSpPr>
          <p:spPr>
            <a:xfrm>
              <a:off x="6305996" y="3347591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패널을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06" name="Weave text 93:  "/>
            <p:cNvSpPr txBox="1"/>
            <p:nvPr/>
          </p:nvSpPr>
          <p:spPr>
            <a:xfrm>
              <a:off x="6752927" y="3347591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07" name="Weave text 93: 열고"/>
            <p:cNvSpPr txBox="1"/>
            <p:nvPr/>
          </p:nvSpPr>
          <p:spPr>
            <a:xfrm>
              <a:off x="6798469" y="3347591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열고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08" name="Line 94: 기억나는 내용을 입력"/>
          <p:cNvGrpSpPr/>
          <p:nvPr/>
        </p:nvGrpSpPr>
        <p:grpSpPr>
          <a:xfrm>
            <a:off x="5962650" y="3614738"/>
            <a:ext cx="1469975" cy="297180"/>
            <a:chOff x="5962650" y="3614738"/>
            <a:chExt cx="1469975" cy="297180"/>
          </a:xfrm>
        </p:grpSpPr>
        <p:sp>
          <p:nvSpPr>
            <p:cNvPr id="109" name="Weave text 94: 기억나는"/>
            <p:cNvSpPr txBox="1"/>
            <p:nvPr/>
          </p:nvSpPr>
          <p:spPr>
            <a:xfrm>
              <a:off x="5962650" y="3614738"/>
              <a:ext cx="634008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기억나는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0" name="Weave text 94:  "/>
            <p:cNvSpPr txBox="1"/>
            <p:nvPr/>
          </p:nvSpPr>
          <p:spPr>
            <a:xfrm>
              <a:off x="6558409" y="3614738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1" name="Weave text 94: 내용을"/>
            <p:cNvSpPr txBox="1"/>
            <p:nvPr/>
          </p:nvSpPr>
          <p:spPr>
            <a:xfrm>
              <a:off x="6603950" y="3614738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내용을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2" name="Weave text 94:  "/>
            <p:cNvSpPr txBox="1"/>
            <p:nvPr/>
          </p:nvSpPr>
          <p:spPr>
            <a:xfrm>
              <a:off x="7050881" y="3614738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3" name="Weave text 94: 입력"/>
            <p:cNvSpPr txBox="1"/>
            <p:nvPr/>
          </p:nvSpPr>
          <p:spPr>
            <a:xfrm>
              <a:off x="7096423" y="3614738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입력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14" name="Line 95: 여러 앱의 기록을"/>
          <p:cNvGrpSpPr/>
          <p:nvPr/>
        </p:nvGrpSpPr>
        <p:grpSpPr>
          <a:xfrm>
            <a:off x="8477250" y="3347591"/>
            <a:ext cx="1172021" cy="297180"/>
            <a:chOff x="8477250" y="3347591"/>
            <a:chExt cx="1172021" cy="297180"/>
          </a:xfrm>
        </p:grpSpPr>
        <p:sp>
          <p:nvSpPr>
            <p:cNvPr id="115" name="Weave text 95: 여러"/>
            <p:cNvSpPr txBox="1"/>
            <p:nvPr/>
          </p:nvSpPr>
          <p:spPr>
            <a:xfrm>
              <a:off x="8477250" y="3347591"/>
              <a:ext cx="336054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여러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6" name="Weave text 95:  "/>
            <p:cNvSpPr txBox="1"/>
            <p:nvPr/>
          </p:nvSpPr>
          <p:spPr>
            <a:xfrm>
              <a:off x="8775055" y="3347591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7" name="Weave text 95: 앱의"/>
            <p:cNvSpPr txBox="1"/>
            <p:nvPr/>
          </p:nvSpPr>
          <p:spPr>
            <a:xfrm>
              <a:off x="8820596" y="3347591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앱의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8" name="Weave text 95:  "/>
            <p:cNvSpPr txBox="1"/>
            <p:nvPr/>
          </p:nvSpPr>
          <p:spPr>
            <a:xfrm>
              <a:off x="9118550" y="3347591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9" name="Weave text 95: 기록을"/>
            <p:cNvSpPr txBox="1"/>
            <p:nvPr/>
          </p:nvSpPr>
          <p:spPr>
            <a:xfrm>
              <a:off x="9164092" y="3347591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기록을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20" name="Line 96: 출처별 목록으로 단번에 확인"/>
          <p:cNvGrpSpPr/>
          <p:nvPr/>
        </p:nvGrpSpPr>
        <p:grpSpPr>
          <a:xfrm>
            <a:off x="8477250" y="3614738"/>
            <a:ext cx="1962448" cy="297180"/>
            <a:chOff x="8477250" y="3614738"/>
            <a:chExt cx="1962448" cy="297180"/>
          </a:xfrm>
        </p:grpSpPr>
        <p:sp>
          <p:nvSpPr>
            <p:cNvPr id="121" name="Weave text 96: 출처별"/>
            <p:cNvSpPr txBox="1"/>
            <p:nvPr/>
          </p:nvSpPr>
          <p:spPr>
            <a:xfrm>
              <a:off x="8477250" y="3614738"/>
              <a:ext cx="485031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출처별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2" name="Weave text 96:  "/>
            <p:cNvSpPr txBox="1"/>
            <p:nvPr/>
          </p:nvSpPr>
          <p:spPr>
            <a:xfrm>
              <a:off x="8924032" y="3614738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3" name="Weave text 96: 목록으로"/>
            <p:cNvSpPr txBox="1"/>
            <p:nvPr/>
          </p:nvSpPr>
          <p:spPr>
            <a:xfrm>
              <a:off x="8969573" y="3614738"/>
              <a:ext cx="63415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목록으로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4" name="Weave text 96:  "/>
            <p:cNvSpPr txBox="1"/>
            <p:nvPr/>
          </p:nvSpPr>
          <p:spPr>
            <a:xfrm>
              <a:off x="9565481" y="3614738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5" name="Weave text 96: 단번에"/>
            <p:cNvSpPr txBox="1"/>
            <p:nvPr/>
          </p:nvSpPr>
          <p:spPr>
            <a:xfrm>
              <a:off x="9611023" y="3614738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단번에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6" name="Weave text 96:  "/>
            <p:cNvSpPr txBox="1"/>
            <p:nvPr/>
          </p:nvSpPr>
          <p:spPr>
            <a:xfrm>
              <a:off x="10057954" y="3614738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7" name="Weave text 96: 확인"/>
            <p:cNvSpPr txBox="1"/>
            <p:nvPr/>
          </p:nvSpPr>
          <p:spPr>
            <a:xfrm>
              <a:off x="10103495" y="3614738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확인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28" name="Line 97: 02"/>
          <p:cNvGrpSpPr/>
          <p:nvPr/>
        </p:nvGrpSpPr>
        <p:grpSpPr>
          <a:xfrm>
            <a:off x="609600" y="4329112"/>
            <a:ext cx="179933" cy="220980"/>
            <a:chOff x="609600" y="4329112"/>
            <a:chExt cx="179933" cy="220980"/>
          </a:xfrm>
        </p:grpSpPr>
        <p:sp>
          <p:nvSpPr>
            <p:cNvPr id="129" name="Weave text 97: 02"/>
            <p:cNvSpPr txBox="1"/>
            <p:nvPr/>
          </p:nvSpPr>
          <p:spPr>
            <a:xfrm>
              <a:off x="609600" y="4329112"/>
              <a:ext cx="179933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8B74C8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8B74C8"/>
                  </a:solidFill>
                  <a:latin typeface="Inter"/>
                  <a:ea typeface="Inter"/>
                  <a:cs typeface="Inter"/>
                </a:rPr>
                <a:t xml:space="preserve">02</a:t>
              </a:r>
              <a:endParaRPr sz="900" b="0" i="0" spc="0" kern="0" lang="ko-KR" altLang="en-US" dirty="0">
                <a:solidFill>
                  <a:srgbClr val="8B74C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30" name="Line 98: 자동 완성"/>
          <p:cNvGrpSpPr/>
          <p:nvPr/>
        </p:nvGrpSpPr>
        <p:grpSpPr>
          <a:xfrm>
            <a:off x="894308" y="4274344"/>
            <a:ext cx="784622" cy="358140"/>
            <a:chOff x="894308" y="4274344"/>
            <a:chExt cx="784622" cy="358140"/>
          </a:xfrm>
        </p:grpSpPr>
        <p:sp>
          <p:nvSpPr>
            <p:cNvPr id="131" name="Weave text 98: 자동"/>
            <p:cNvSpPr txBox="1"/>
            <p:nvPr/>
          </p:nvSpPr>
          <p:spPr>
            <a:xfrm>
              <a:off x="894308" y="4274344"/>
              <a:ext cx="390227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63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63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자동</a:t>
              </a:r>
              <a:endParaRPr sz="1575" b="0" i="0" spc="-63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32" name="Weave text 98:  "/>
            <p:cNvSpPr txBox="1"/>
            <p:nvPr/>
          </p:nvSpPr>
          <p:spPr>
            <a:xfrm>
              <a:off x="1246287" y="4274344"/>
              <a:ext cx="80665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63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63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75" b="0" i="0" spc="-63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33" name="Weave text 98: 완성"/>
            <p:cNvSpPr txBox="1"/>
            <p:nvPr/>
          </p:nvSpPr>
          <p:spPr>
            <a:xfrm>
              <a:off x="1288703" y="4274344"/>
              <a:ext cx="390227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63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63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완성</a:t>
              </a:r>
              <a:endParaRPr sz="1575" b="0" i="0" spc="-63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134" name="Line 99: 입력할 내용이 정확히"/>
          <p:cNvGrpSpPr/>
          <p:nvPr/>
        </p:nvGrpSpPr>
        <p:grpSpPr>
          <a:xfrm>
            <a:off x="3143250" y="4166741"/>
            <a:ext cx="1469975" cy="297180"/>
            <a:chOff x="3143250" y="4166741"/>
            <a:chExt cx="1469975" cy="297180"/>
          </a:xfrm>
        </p:grpSpPr>
        <p:sp>
          <p:nvSpPr>
            <p:cNvPr id="135" name="Weave text 99: 입력할"/>
            <p:cNvSpPr txBox="1"/>
            <p:nvPr/>
          </p:nvSpPr>
          <p:spPr>
            <a:xfrm>
              <a:off x="3143250" y="4166741"/>
              <a:ext cx="485031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입력할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6" name="Weave text 99:  "/>
            <p:cNvSpPr txBox="1"/>
            <p:nvPr/>
          </p:nvSpPr>
          <p:spPr>
            <a:xfrm>
              <a:off x="3590032" y="4166741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7" name="Weave text 99: 내용이"/>
            <p:cNvSpPr txBox="1"/>
            <p:nvPr/>
          </p:nvSpPr>
          <p:spPr>
            <a:xfrm>
              <a:off x="3635573" y="4166741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내용이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8" name="Weave text 99:  "/>
            <p:cNvSpPr txBox="1"/>
            <p:nvPr/>
          </p:nvSpPr>
          <p:spPr>
            <a:xfrm>
              <a:off x="4082504" y="4166741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9" name="Weave text 99: 정확히"/>
            <p:cNvSpPr txBox="1"/>
            <p:nvPr/>
          </p:nvSpPr>
          <p:spPr>
            <a:xfrm>
              <a:off x="4128046" y="4166741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정확히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40" name="Line 100: 기억나지 않을 때"/>
          <p:cNvGrpSpPr/>
          <p:nvPr/>
        </p:nvGrpSpPr>
        <p:grpSpPr>
          <a:xfrm>
            <a:off x="3143250" y="4433888"/>
            <a:ext cx="1172021" cy="297180"/>
            <a:chOff x="3143250" y="4433888"/>
            <a:chExt cx="1172021" cy="297180"/>
          </a:xfrm>
        </p:grpSpPr>
        <p:sp>
          <p:nvSpPr>
            <p:cNvPr id="141" name="Weave text 100: 기억나지"/>
            <p:cNvSpPr txBox="1"/>
            <p:nvPr/>
          </p:nvSpPr>
          <p:spPr>
            <a:xfrm>
              <a:off x="3143250" y="4433888"/>
              <a:ext cx="634008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기억나지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2" name="Weave text 100:  "/>
            <p:cNvSpPr txBox="1"/>
            <p:nvPr/>
          </p:nvSpPr>
          <p:spPr>
            <a:xfrm>
              <a:off x="3739009" y="4433888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3" name="Weave text 100: 않을"/>
            <p:cNvSpPr txBox="1"/>
            <p:nvPr/>
          </p:nvSpPr>
          <p:spPr>
            <a:xfrm>
              <a:off x="3784550" y="4433888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않을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4" name="Weave text 100:  "/>
            <p:cNvSpPr txBox="1"/>
            <p:nvPr/>
          </p:nvSpPr>
          <p:spPr>
            <a:xfrm>
              <a:off x="4082504" y="4433888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5" name="Weave text 100: 때"/>
            <p:cNvSpPr txBox="1"/>
            <p:nvPr/>
          </p:nvSpPr>
          <p:spPr>
            <a:xfrm>
              <a:off x="4128046" y="4433888"/>
              <a:ext cx="187226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때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46" name="Line 101: 키보드에서"/>
          <p:cNvGrpSpPr/>
          <p:nvPr/>
        </p:nvGrpSpPr>
        <p:grpSpPr>
          <a:xfrm>
            <a:off x="5962650" y="4166741"/>
            <a:ext cx="782985" cy="297180"/>
            <a:chOff x="5962650" y="4166741"/>
            <a:chExt cx="782985" cy="297180"/>
          </a:xfrm>
        </p:grpSpPr>
        <p:sp>
          <p:nvSpPr>
            <p:cNvPr id="147" name="Weave text 101: 키보드에서"/>
            <p:cNvSpPr txBox="1"/>
            <p:nvPr/>
          </p:nvSpPr>
          <p:spPr>
            <a:xfrm>
              <a:off x="5962650" y="4166741"/>
              <a:ext cx="782985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키보드에서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48" name="Line 102: Weave 버튼 선택"/>
          <p:cNvGrpSpPr/>
          <p:nvPr/>
        </p:nvGrpSpPr>
        <p:grpSpPr>
          <a:xfrm>
            <a:off x="5962650" y="4433888"/>
            <a:ext cx="1243310" cy="297180"/>
            <a:chOff x="5962650" y="4433888"/>
            <a:chExt cx="1243310" cy="297180"/>
          </a:xfrm>
        </p:grpSpPr>
        <p:sp>
          <p:nvSpPr>
            <p:cNvPr id="149" name="Weave text 102: Weave "/>
            <p:cNvSpPr txBox="1"/>
            <p:nvPr/>
          </p:nvSpPr>
          <p:spPr>
            <a:xfrm>
              <a:off x="5962650" y="4433888"/>
              <a:ext cx="601861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Weave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0" name="Weave text 102: 버튼"/>
            <p:cNvSpPr txBox="1"/>
            <p:nvPr/>
          </p:nvSpPr>
          <p:spPr>
            <a:xfrm>
              <a:off x="6526262" y="4433888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버튼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1" name="Weave text 102:  "/>
            <p:cNvSpPr txBox="1"/>
            <p:nvPr/>
          </p:nvSpPr>
          <p:spPr>
            <a:xfrm>
              <a:off x="6824216" y="4433888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2" name="Weave text 102: 선택"/>
            <p:cNvSpPr txBox="1"/>
            <p:nvPr/>
          </p:nvSpPr>
          <p:spPr>
            <a:xfrm>
              <a:off x="6869757" y="4433888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선택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53" name="Line 103: 답장·검색어·문구와"/>
          <p:cNvGrpSpPr/>
          <p:nvPr/>
        </p:nvGrpSpPr>
        <p:grpSpPr>
          <a:xfrm>
            <a:off x="8477250" y="4166741"/>
            <a:ext cx="1323231" cy="297180"/>
            <a:chOff x="8477250" y="4166741"/>
            <a:chExt cx="1323231" cy="297180"/>
          </a:xfrm>
        </p:grpSpPr>
        <p:sp>
          <p:nvSpPr>
            <p:cNvPr id="154" name="Weave text 103: 답장"/>
            <p:cNvSpPr txBox="1"/>
            <p:nvPr/>
          </p:nvSpPr>
          <p:spPr>
            <a:xfrm>
              <a:off x="8477250" y="4166741"/>
              <a:ext cx="336054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답장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5" name="Weave text 103: ·"/>
            <p:cNvSpPr txBox="1"/>
            <p:nvPr/>
          </p:nvSpPr>
          <p:spPr>
            <a:xfrm>
              <a:off x="8775055" y="4166741"/>
              <a:ext cx="84981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275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6" name="Weave text 103: 검색어"/>
            <p:cNvSpPr txBox="1"/>
            <p:nvPr/>
          </p:nvSpPr>
          <p:spPr>
            <a:xfrm>
              <a:off x="8821787" y="4166741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검색어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7" name="Weave text 103: ·"/>
            <p:cNvSpPr txBox="1"/>
            <p:nvPr/>
          </p:nvSpPr>
          <p:spPr>
            <a:xfrm>
              <a:off x="9268718" y="4166741"/>
              <a:ext cx="84832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275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8" name="Weave text 103: 문구와"/>
            <p:cNvSpPr txBox="1"/>
            <p:nvPr/>
          </p:nvSpPr>
          <p:spPr>
            <a:xfrm>
              <a:off x="9315301" y="4166741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문구와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59" name="Line 104: 출처를 확인하고 즉시 입력"/>
          <p:cNvGrpSpPr/>
          <p:nvPr/>
        </p:nvGrpSpPr>
        <p:grpSpPr>
          <a:xfrm>
            <a:off x="8477250" y="4433888"/>
            <a:ext cx="1813471" cy="297180"/>
            <a:chOff x="8477250" y="4433888"/>
            <a:chExt cx="1813471" cy="297180"/>
          </a:xfrm>
        </p:grpSpPr>
        <p:sp>
          <p:nvSpPr>
            <p:cNvPr id="160" name="Weave text 104: 출처를"/>
            <p:cNvSpPr txBox="1"/>
            <p:nvPr/>
          </p:nvSpPr>
          <p:spPr>
            <a:xfrm>
              <a:off x="8477250" y="4433888"/>
              <a:ext cx="485031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출처를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1" name="Weave text 104:  "/>
            <p:cNvSpPr txBox="1"/>
            <p:nvPr/>
          </p:nvSpPr>
          <p:spPr>
            <a:xfrm>
              <a:off x="8924032" y="4433888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2" name="Weave text 104: 확인하고"/>
            <p:cNvSpPr txBox="1"/>
            <p:nvPr/>
          </p:nvSpPr>
          <p:spPr>
            <a:xfrm>
              <a:off x="8969573" y="4433888"/>
              <a:ext cx="63415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확인하고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3" name="Weave text 104:  "/>
            <p:cNvSpPr txBox="1"/>
            <p:nvPr/>
          </p:nvSpPr>
          <p:spPr>
            <a:xfrm>
              <a:off x="9565481" y="4433888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4" name="Weave text 104: 즉시"/>
            <p:cNvSpPr txBox="1"/>
            <p:nvPr/>
          </p:nvSpPr>
          <p:spPr>
            <a:xfrm>
              <a:off x="9611023" y="4433888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즉시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5" name="Weave text 104:  "/>
            <p:cNvSpPr txBox="1"/>
            <p:nvPr/>
          </p:nvSpPr>
          <p:spPr>
            <a:xfrm>
              <a:off x="9908977" y="4433888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6" name="Weave text 104: 입력"/>
            <p:cNvSpPr txBox="1"/>
            <p:nvPr/>
          </p:nvSpPr>
          <p:spPr>
            <a:xfrm>
              <a:off x="9954518" y="4433888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입력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67" name="Line 105: 03"/>
          <p:cNvGrpSpPr/>
          <p:nvPr/>
        </p:nvGrpSpPr>
        <p:grpSpPr>
          <a:xfrm>
            <a:off x="609600" y="5148262"/>
            <a:ext cx="180826" cy="220980"/>
            <a:chOff x="609600" y="5148262"/>
            <a:chExt cx="180826" cy="220980"/>
          </a:xfrm>
        </p:grpSpPr>
        <p:sp>
          <p:nvSpPr>
            <p:cNvPr id="168" name="Weave text 105: 03"/>
            <p:cNvSpPr txBox="1"/>
            <p:nvPr/>
          </p:nvSpPr>
          <p:spPr>
            <a:xfrm>
              <a:off x="609600" y="5148262"/>
              <a:ext cx="18082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8B74C8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8B74C8"/>
                  </a:solidFill>
                  <a:latin typeface="Inter"/>
                  <a:ea typeface="Inter"/>
                  <a:cs typeface="Inter"/>
                </a:rPr>
                <a:t xml:space="preserve">03</a:t>
              </a:r>
              <a:endParaRPr sz="900" b="0" i="0" spc="0" kern="0" lang="ko-KR" altLang="en-US" dirty="0">
                <a:solidFill>
                  <a:srgbClr val="8B74C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69" name="Line 106: 먼저 건네는 기억"/>
          <p:cNvGrpSpPr/>
          <p:nvPr/>
        </p:nvGrpSpPr>
        <p:grpSpPr>
          <a:xfrm>
            <a:off x="895201" y="5093494"/>
            <a:ext cx="1355080" cy="358140"/>
            <a:chOff x="895201" y="5093494"/>
            <a:chExt cx="1355080" cy="358140"/>
          </a:xfrm>
        </p:grpSpPr>
        <p:sp>
          <p:nvSpPr>
            <p:cNvPr id="170" name="Weave text 106: 먼저"/>
            <p:cNvSpPr txBox="1"/>
            <p:nvPr/>
          </p:nvSpPr>
          <p:spPr>
            <a:xfrm>
              <a:off x="895201" y="5093494"/>
              <a:ext cx="390227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63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63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먼저</a:t>
              </a:r>
              <a:endParaRPr sz="1575" b="0" i="0" spc="-63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71" name="Weave text 106:  "/>
            <p:cNvSpPr txBox="1"/>
            <p:nvPr/>
          </p:nvSpPr>
          <p:spPr>
            <a:xfrm>
              <a:off x="1247180" y="5093494"/>
              <a:ext cx="80665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63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63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75" b="0" i="0" spc="-63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72" name="Weave text 106: 건네는"/>
            <p:cNvSpPr txBox="1"/>
            <p:nvPr/>
          </p:nvSpPr>
          <p:spPr>
            <a:xfrm>
              <a:off x="1289596" y="5093494"/>
              <a:ext cx="566291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63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63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건네는</a:t>
              </a:r>
              <a:endParaRPr sz="1575" b="0" i="0" spc="-63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73" name="Weave text 106:  "/>
            <p:cNvSpPr txBox="1"/>
            <p:nvPr/>
          </p:nvSpPr>
          <p:spPr>
            <a:xfrm>
              <a:off x="1817638" y="5093494"/>
              <a:ext cx="80665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63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63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75" b="0" i="0" spc="-63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74" name="Weave text 106: 기억"/>
            <p:cNvSpPr txBox="1"/>
            <p:nvPr/>
          </p:nvSpPr>
          <p:spPr>
            <a:xfrm>
              <a:off x="1860054" y="5093494"/>
              <a:ext cx="390227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63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63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기억</a:t>
              </a:r>
              <a:endParaRPr sz="1575" b="0" i="0" spc="-63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175" name="Line 107: 지금 도움이 될 기억을"/>
          <p:cNvGrpSpPr/>
          <p:nvPr/>
        </p:nvGrpSpPr>
        <p:grpSpPr>
          <a:xfrm>
            <a:off x="3143250" y="4985891"/>
            <a:ext cx="1515517" cy="297180"/>
            <a:chOff x="3143250" y="4985891"/>
            <a:chExt cx="1515517" cy="297180"/>
          </a:xfrm>
        </p:grpSpPr>
        <p:sp>
          <p:nvSpPr>
            <p:cNvPr id="176" name="Weave text 107: 지금"/>
            <p:cNvSpPr txBox="1"/>
            <p:nvPr/>
          </p:nvSpPr>
          <p:spPr>
            <a:xfrm>
              <a:off x="3143250" y="4985891"/>
              <a:ext cx="336054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지금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7" name="Weave text 107:  "/>
            <p:cNvSpPr txBox="1"/>
            <p:nvPr/>
          </p:nvSpPr>
          <p:spPr>
            <a:xfrm>
              <a:off x="3441055" y="4985891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8" name="Weave text 107: 도움이"/>
            <p:cNvSpPr txBox="1"/>
            <p:nvPr/>
          </p:nvSpPr>
          <p:spPr>
            <a:xfrm>
              <a:off x="3486596" y="4985891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도움이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9" name="Weave text 107:  "/>
            <p:cNvSpPr txBox="1"/>
            <p:nvPr/>
          </p:nvSpPr>
          <p:spPr>
            <a:xfrm>
              <a:off x="3933527" y="4985891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0" name="Weave text 107: 될"/>
            <p:cNvSpPr txBox="1"/>
            <p:nvPr/>
          </p:nvSpPr>
          <p:spPr>
            <a:xfrm>
              <a:off x="3979069" y="4985891"/>
              <a:ext cx="187226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될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1" name="Weave text 107:  "/>
            <p:cNvSpPr txBox="1"/>
            <p:nvPr/>
          </p:nvSpPr>
          <p:spPr>
            <a:xfrm>
              <a:off x="4128046" y="4985891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2" name="Weave text 107: 기억을"/>
            <p:cNvSpPr txBox="1"/>
            <p:nvPr/>
          </p:nvSpPr>
          <p:spPr>
            <a:xfrm>
              <a:off x="4173587" y="4985891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기억을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83" name="Line 108: 미처 떠올리지 못했을 때"/>
          <p:cNvGrpSpPr/>
          <p:nvPr/>
        </p:nvGrpSpPr>
        <p:grpSpPr>
          <a:xfrm>
            <a:off x="3143250" y="5253038"/>
            <a:ext cx="1664494" cy="297180"/>
            <a:chOff x="3143250" y="5253038"/>
            <a:chExt cx="1664494" cy="297180"/>
          </a:xfrm>
        </p:grpSpPr>
        <p:sp>
          <p:nvSpPr>
            <p:cNvPr id="184" name="Weave text 108: 미처"/>
            <p:cNvSpPr txBox="1"/>
            <p:nvPr/>
          </p:nvSpPr>
          <p:spPr>
            <a:xfrm>
              <a:off x="3143250" y="5253038"/>
              <a:ext cx="336054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미처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5" name="Weave text 108:  "/>
            <p:cNvSpPr txBox="1"/>
            <p:nvPr/>
          </p:nvSpPr>
          <p:spPr>
            <a:xfrm>
              <a:off x="3441055" y="5253038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6" name="Weave text 108: 떠올리지"/>
            <p:cNvSpPr txBox="1"/>
            <p:nvPr/>
          </p:nvSpPr>
          <p:spPr>
            <a:xfrm>
              <a:off x="3486596" y="5253038"/>
              <a:ext cx="63415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떠올리지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7" name="Weave text 108:  "/>
            <p:cNvSpPr txBox="1"/>
            <p:nvPr/>
          </p:nvSpPr>
          <p:spPr>
            <a:xfrm>
              <a:off x="4082504" y="5253038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8" name="Weave text 108: 못했을"/>
            <p:cNvSpPr txBox="1"/>
            <p:nvPr/>
          </p:nvSpPr>
          <p:spPr>
            <a:xfrm>
              <a:off x="4128046" y="5253038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못했을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9" name="Weave text 108:  "/>
            <p:cNvSpPr txBox="1"/>
            <p:nvPr/>
          </p:nvSpPr>
          <p:spPr>
            <a:xfrm>
              <a:off x="4574977" y="5253038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0" name="Weave text 108: 때"/>
            <p:cNvSpPr txBox="1"/>
            <p:nvPr/>
          </p:nvSpPr>
          <p:spPr>
            <a:xfrm>
              <a:off x="4620518" y="5253038"/>
              <a:ext cx="187226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때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91" name="Line 109: 관련 기억이 감지되면"/>
          <p:cNvGrpSpPr/>
          <p:nvPr/>
        </p:nvGrpSpPr>
        <p:grpSpPr>
          <a:xfrm>
            <a:off x="5962650" y="4852243"/>
            <a:ext cx="1469975" cy="297180"/>
            <a:chOff x="5962650" y="4852243"/>
            <a:chExt cx="1469975" cy="297180"/>
          </a:xfrm>
        </p:grpSpPr>
        <p:sp>
          <p:nvSpPr>
            <p:cNvPr id="192" name="Weave text 109: 관련"/>
            <p:cNvSpPr txBox="1"/>
            <p:nvPr/>
          </p:nvSpPr>
          <p:spPr>
            <a:xfrm>
              <a:off x="5962650" y="4852243"/>
              <a:ext cx="336054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관련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3" name="Weave text 109:  "/>
            <p:cNvSpPr txBox="1"/>
            <p:nvPr/>
          </p:nvSpPr>
          <p:spPr>
            <a:xfrm>
              <a:off x="6260455" y="4852243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4" name="Weave text 109: 기억이"/>
            <p:cNvSpPr txBox="1"/>
            <p:nvPr/>
          </p:nvSpPr>
          <p:spPr>
            <a:xfrm>
              <a:off x="6305996" y="4852243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기억이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5" name="Weave text 109:  "/>
            <p:cNvSpPr txBox="1"/>
            <p:nvPr/>
          </p:nvSpPr>
          <p:spPr>
            <a:xfrm>
              <a:off x="6752927" y="4852243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6" name="Weave text 109: 감지되면"/>
            <p:cNvSpPr txBox="1"/>
            <p:nvPr/>
          </p:nvSpPr>
          <p:spPr>
            <a:xfrm>
              <a:off x="6798469" y="4852243"/>
              <a:ext cx="63415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감지되면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97" name="Line 110: Weave 버튼에 알림 표시"/>
          <p:cNvGrpSpPr/>
          <p:nvPr/>
        </p:nvGrpSpPr>
        <p:grpSpPr>
          <a:xfrm>
            <a:off x="5962650" y="5119390"/>
            <a:ext cx="1735634" cy="297180"/>
            <a:chOff x="5962650" y="5119390"/>
            <a:chExt cx="1735634" cy="297180"/>
          </a:xfrm>
        </p:grpSpPr>
        <p:sp>
          <p:nvSpPr>
            <p:cNvPr id="198" name="Weave text 110: Weave "/>
            <p:cNvSpPr txBox="1"/>
            <p:nvPr/>
          </p:nvSpPr>
          <p:spPr>
            <a:xfrm>
              <a:off x="5962650" y="5119390"/>
              <a:ext cx="601861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Weave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9" name="Weave text 110: 버튼에"/>
            <p:cNvSpPr txBox="1"/>
            <p:nvPr/>
          </p:nvSpPr>
          <p:spPr>
            <a:xfrm>
              <a:off x="6526262" y="5119390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버튼에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0" name="Weave text 110:  "/>
            <p:cNvSpPr txBox="1"/>
            <p:nvPr/>
          </p:nvSpPr>
          <p:spPr>
            <a:xfrm>
              <a:off x="6973193" y="511939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1" name="Weave text 110: 알림"/>
            <p:cNvSpPr txBox="1"/>
            <p:nvPr/>
          </p:nvSpPr>
          <p:spPr>
            <a:xfrm>
              <a:off x="7018734" y="511939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알림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2" name="Weave text 110:  "/>
            <p:cNvSpPr txBox="1"/>
            <p:nvPr/>
          </p:nvSpPr>
          <p:spPr>
            <a:xfrm>
              <a:off x="7316688" y="511939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3" name="Weave text 110: 표시"/>
            <p:cNvSpPr txBox="1"/>
            <p:nvPr/>
          </p:nvSpPr>
          <p:spPr>
            <a:xfrm>
              <a:off x="7362230" y="5119390"/>
              <a:ext cx="336054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표시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204" name="Line 111: Flickering · 짧게 강조"/>
          <p:cNvGrpSpPr/>
          <p:nvPr/>
        </p:nvGrpSpPr>
        <p:grpSpPr>
          <a:xfrm>
            <a:off x="5962650" y="5443686"/>
            <a:ext cx="1023045" cy="205740"/>
            <a:chOff x="5962650" y="5443686"/>
            <a:chExt cx="1023045" cy="205740"/>
          </a:xfrm>
        </p:grpSpPr>
        <p:sp>
          <p:nvSpPr>
            <p:cNvPr id="205" name="Weave text 111: Flickering · "/>
            <p:cNvSpPr txBox="1"/>
            <p:nvPr/>
          </p:nvSpPr>
          <p:spPr>
            <a:xfrm>
              <a:off x="5962650" y="5443686"/>
              <a:ext cx="607963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F9DB5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F9DB5"/>
                  </a:solidFill>
                  <a:latin typeface="Inter"/>
                  <a:ea typeface="Inter"/>
                  <a:cs typeface="Inter"/>
                </a:rPr>
                <a:t xml:space="preserve">Flickering · </a:t>
              </a:r>
              <a:endParaRPr sz="825" b="0" i="0" spc="0" kern="0" lang="ko-KR" altLang="en-US" dirty="0">
                <a:solidFill>
                  <a:srgbClr val="8F9DB5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6" name="Weave text 111: 짧게"/>
            <p:cNvSpPr txBox="1"/>
            <p:nvPr/>
          </p:nvSpPr>
          <p:spPr>
            <a:xfrm>
              <a:off x="6532364" y="5443686"/>
              <a:ext cx="231130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F9DB5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F9DB5"/>
                  </a:solidFill>
                  <a:latin typeface="Noto Sans KR"/>
                  <a:ea typeface="Noto Sans KR"/>
                  <a:cs typeface="Noto Sans KR"/>
                </a:rPr>
                <a:t xml:space="preserve">짧게</a:t>
              </a:r>
              <a:endParaRPr sz="825" b="0" i="0" spc="0" kern="0" lang="ko-KR" altLang="en-US" dirty="0">
                <a:solidFill>
                  <a:srgbClr val="8F9DB5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7" name="Weave text 111:  "/>
            <p:cNvSpPr txBox="1"/>
            <p:nvPr/>
          </p:nvSpPr>
          <p:spPr>
            <a:xfrm>
              <a:off x="6725245" y="5443686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F9DB5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F9DB5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F9DB5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8" name="Weave text 111: 강조"/>
            <p:cNvSpPr txBox="1"/>
            <p:nvPr/>
          </p:nvSpPr>
          <p:spPr>
            <a:xfrm>
              <a:off x="6754713" y="5443686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F9DB5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F9DB5"/>
                  </a:solidFill>
                  <a:latin typeface="Noto Sans KR"/>
                  <a:ea typeface="Noto Sans KR"/>
                  <a:cs typeface="Noto Sans KR"/>
                </a:rPr>
                <a:t xml:space="preserve">강조</a:t>
              </a:r>
              <a:endParaRPr sz="825" b="0" i="0" spc="0" kern="0" lang="ko-KR" altLang="en-US" dirty="0">
                <a:solidFill>
                  <a:srgbClr val="8F9DB5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209" name="Line 112: 현재 상황에 맞는"/>
          <p:cNvGrpSpPr/>
          <p:nvPr/>
        </p:nvGrpSpPr>
        <p:grpSpPr>
          <a:xfrm>
            <a:off x="8477250" y="4852243"/>
            <a:ext cx="1172021" cy="297180"/>
            <a:chOff x="8477250" y="4852243"/>
            <a:chExt cx="1172021" cy="297180"/>
          </a:xfrm>
        </p:grpSpPr>
        <p:sp>
          <p:nvSpPr>
            <p:cNvPr id="210" name="Weave text 112: 현재"/>
            <p:cNvSpPr txBox="1"/>
            <p:nvPr/>
          </p:nvSpPr>
          <p:spPr>
            <a:xfrm>
              <a:off x="8477250" y="4852243"/>
              <a:ext cx="336054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현재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1" name="Weave text 112:  "/>
            <p:cNvSpPr txBox="1"/>
            <p:nvPr/>
          </p:nvSpPr>
          <p:spPr>
            <a:xfrm>
              <a:off x="8775055" y="4852243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2" name="Weave text 112: 상황에"/>
            <p:cNvSpPr txBox="1"/>
            <p:nvPr/>
          </p:nvSpPr>
          <p:spPr>
            <a:xfrm>
              <a:off x="8820596" y="4852243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상황에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3" name="Weave text 112:  "/>
            <p:cNvSpPr txBox="1"/>
            <p:nvPr/>
          </p:nvSpPr>
          <p:spPr>
            <a:xfrm>
              <a:off x="9267527" y="4852243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4" name="Weave text 112: 맞는"/>
            <p:cNvSpPr txBox="1"/>
            <p:nvPr/>
          </p:nvSpPr>
          <p:spPr>
            <a:xfrm>
              <a:off x="9313069" y="4852243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맞는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215" name="Line 113: 기억과 출처를 확인하고"/>
          <p:cNvGrpSpPr/>
          <p:nvPr/>
        </p:nvGrpSpPr>
        <p:grpSpPr>
          <a:xfrm>
            <a:off x="8477250" y="5119390"/>
            <a:ext cx="1618952" cy="297180"/>
            <a:chOff x="8477250" y="5119390"/>
            <a:chExt cx="1618952" cy="297180"/>
          </a:xfrm>
        </p:grpSpPr>
        <p:sp>
          <p:nvSpPr>
            <p:cNvPr id="216" name="Weave text 113: 기억과"/>
            <p:cNvSpPr txBox="1"/>
            <p:nvPr/>
          </p:nvSpPr>
          <p:spPr>
            <a:xfrm>
              <a:off x="8477250" y="5119390"/>
              <a:ext cx="485031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기억과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7" name="Weave text 113:  "/>
            <p:cNvSpPr txBox="1"/>
            <p:nvPr/>
          </p:nvSpPr>
          <p:spPr>
            <a:xfrm>
              <a:off x="8924032" y="511939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8" name="Weave text 113: 출처를"/>
            <p:cNvSpPr txBox="1"/>
            <p:nvPr/>
          </p:nvSpPr>
          <p:spPr>
            <a:xfrm>
              <a:off x="8969573" y="5119390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출처를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9" name="Weave text 113:  "/>
            <p:cNvSpPr txBox="1"/>
            <p:nvPr/>
          </p:nvSpPr>
          <p:spPr>
            <a:xfrm>
              <a:off x="9416504" y="511939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20" name="Weave text 113: 확인하고"/>
            <p:cNvSpPr txBox="1"/>
            <p:nvPr/>
          </p:nvSpPr>
          <p:spPr>
            <a:xfrm>
              <a:off x="9462046" y="5119390"/>
              <a:ext cx="63415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확인하고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221" name="Line 114: 대화에 활용"/>
          <p:cNvGrpSpPr/>
          <p:nvPr/>
        </p:nvGrpSpPr>
        <p:grpSpPr>
          <a:xfrm>
            <a:off x="8477250" y="5386536"/>
            <a:ext cx="828526" cy="297180"/>
            <a:chOff x="8477250" y="5386536"/>
            <a:chExt cx="828526" cy="297180"/>
          </a:xfrm>
        </p:grpSpPr>
        <p:sp>
          <p:nvSpPr>
            <p:cNvPr id="222" name="Weave text 114: 대화에"/>
            <p:cNvSpPr txBox="1"/>
            <p:nvPr/>
          </p:nvSpPr>
          <p:spPr>
            <a:xfrm>
              <a:off x="8477250" y="5386536"/>
              <a:ext cx="485031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대화에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3" name="Weave text 114:  "/>
            <p:cNvSpPr txBox="1"/>
            <p:nvPr/>
          </p:nvSpPr>
          <p:spPr>
            <a:xfrm>
              <a:off x="8924032" y="5386536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24" name="Weave text 114: 활용"/>
            <p:cNvSpPr txBox="1"/>
            <p:nvPr/>
          </p:nvSpPr>
          <p:spPr>
            <a:xfrm>
              <a:off x="8969573" y="5386536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활용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225" name="Line 115: 기록은 출처와 함께 확인하고, 입력할 내용은 사용자가 선택합니다."/>
          <p:cNvGrpSpPr/>
          <p:nvPr/>
        </p:nvGrpSpPr>
        <p:grpSpPr>
          <a:xfrm>
            <a:off x="609600" y="6029325"/>
            <a:ext cx="3950791" cy="266700"/>
            <a:chOff x="609600" y="6029325"/>
            <a:chExt cx="3950791" cy="266700"/>
          </a:xfrm>
        </p:grpSpPr>
        <p:sp>
          <p:nvSpPr>
            <p:cNvPr id="226" name="Weave text 115: 기록은"/>
            <p:cNvSpPr txBox="1"/>
            <p:nvPr/>
          </p:nvSpPr>
          <p:spPr>
            <a:xfrm>
              <a:off x="609600" y="6029325"/>
              <a:ext cx="432495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rPr>
                <a:t xml:space="preserve">기록은</a:t>
              </a:r>
              <a:endParaRPr sz="1125" b="0" i="0" spc="0" kern="0" lang="ko-KR" altLang="en-US" dirty="0">
                <a:solidFill>
                  <a:srgbClr val="B8A2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7" name="Weave text 115:  "/>
            <p:cNvSpPr txBox="1"/>
            <p:nvPr/>
          </p:nvSpPr>
          <p:spPr>
            <a:xfrm>
              <a:off x="1003846" y="6029325"/>
              <a:ext cx="78432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125" b="0" i="0" spc="0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28" name="Weave text 115: 출처와"/>
            <p:cNvSpPr txBox="1"/>
            <p:nvPr/>
          </p:nvSpPr>
          <p:spPr>
            <a:xfrm>
              <a:off x="1044029" y="6029325"/>
              <a:ext cx="432643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rPr>
                <a:t xml:space="preserve">출처와</a:t>
              </a:r>
              <a:endParaRPr sz="1125" b="0" i="0" spc="0" kern="0" lang="ko-KR" altLang="en-US" dirty="0">
                <a:solidFill>
                  <a:srgbClr val="B8A2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9" name="Weave text 115:  "/>
            <p:cNvSpPr txBox="1"/>
            <p:nvPr/>
          </p:nvSpPr>
          <p:spPr>
            <a:xfrm>
              <a:off x="1438424" y="6029325"/>
              <a:ext cx="78432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125" b="0" i="0" spc="0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0" name="Weave text 115: 함께"/>
            <p:cNvSpPr txBox="1"/>
            <p:nvPr/>
          </p:nvSpPr>
          <p:spPr>
            <a:xfrm>
              <a:off x="1478607" y="6029325"/>
              <a:ext cx="301079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rPr>
                <a:t xml:space="preserve">함께</a:t>
              </a:r>
              <a:endParaRPr sz="1125" b="0" i="0" spc="0" kern="0" lang="ko-KR" altLang="en-US" dirty="0">
                <a:solidFill>
                  <a:srgbClr val="B8A2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31" name="Weave text 115:  "/>
            <p:cNvSpPr txBox="1"/>
            <p:nvPr/>
          </p:nvSpPr>
          <p:spPr>
            <a:xfrm>
              <a:off x="1741438" y="6029325"/>
              <a:ext cx="78432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125" b="0" i="0" spc="0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2" name="Weave text 115: 확인하고"/>
            <p:cNvSpPr txBox="1"/>
            <p:nvPr/>
          </p:nvSpPr>
          <p:spPr>
            <a:xfrm>
              <a:off x="1781621" y="6029325"/>
              <a:ext cx="564059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rPr>
                <a:t xml:space="preserve">확인하고</a:t>
              </a:r>
              <a:endParaRPr sz="1125" b="0" i="0" spc="0" kern="0" lang="ko-KR" altLang="en-US" dirty="0">
                <a:solidFill>
                  <a:srgbClr val="B8A2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33" name="Weave text 115: , "/>
            <p:cNvSpPr txBox="1"/>
            <p:nvPr/>
          </p:nvSpPr>
          <p:spPr>
            <a:xfrm>
              <a:off x="2307431" y="6029325"/>
              <a:ext cx="119658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1125" b="0" i="0" spc="0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4" name="Weave text 115: 입력할"/>
            <p:cNvSpPr txBox="1"/>
            <p:nvPr/>
          </p:nvSpPr>
          <p:spPr>
            <a:xfrm>
              <a:off x="2388840" y="6029325"/>
              <a:ext cx="432495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rPr>
                <a:t xml:space="preserve">입력할</a:t>
              </a:r>
              <a:endParaRPr sz="1125" b="0" i="0" spc="0" kern="0" lang="ko-KR" altLang="en-US" dirty="0">
                <a:solidFill>
                  <a:srgbClr val="B8A2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35" name="Weave text 115:  "/>
            <p:cNvSpPr txBox="1"/>
            <p:nvPr/>
          </p:nvSpPr>
          <p:spPr>
            <a:xfrm>
              <a:off x="2783086" y="6029325"/>
              <a:ext cx="78432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125" b="0" i="0" spc="0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6" name="Weave text 115: 내용은"/>
            <p:cNvSpPr txBox="1"/>
            <p:nvPr/>
          </p:nvSpPr>
          <p:spPr>
            <a:xfrm>
              <a:off x="2823270" y="6029325"/>
              <a:ext cx="432643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rPr>
                <a:t xml:space="preserve">내용은</a:t>
              </a:r>
              <a:endParaRPr sz="1125" b="0" i="0" spc="0" kern="0" lang="ko-KR" altLang="en-US" dirty="0">
                <a:solidFill>
                  <a:srgbClr val="B8A2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37" name="Weave text 115:  "/>
            <p:cNvSpPr txBox="1"/>
            <p:nvPr/>
          </p:nvSpPr>
          <p:spPr>
            <a:xfrm>
              <a:off x="3217664" y="6029325"/>
              <a:ext cx="78432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125" b="0" i="0" spc="0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8" name="Weave text 115: 사용자가"/>
            <p:cNvSpPr txBox="1"/>
            <p:nvPr/>
          </p:nvSpPr>
          <p:spPr>
            <a:xfrm>
              <a:off x="3257848" y="6029325"/>
              <a:ext cx="564059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rPr>
                <a:t xml:space="preserve">사용자가</a:t>
              </a:r>
              <a:endParaRPr sz="1125" b="0" i="0" spc="0" kern="0" lang="ko-KR" altLang="en-US" dirty="0">
                <a:solidFill>
                  <a:srgbClr val="B8A2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39" name="Weave text 115:  "/>
            <p:cNvSpPr txBox="1"/>
            <p:nvPr/>
          </p:nvSpPr>
          <p:spPr>
            <a:xfrm>
              <a:off x="3783657" y="6029325"/>
              <a:ext cx="78432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125" b="0" i="0" spc="0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40" name="Weave text 115: 선택합니다"/>
            <p:cNvSpPr txBox="1"/>
            <p:nvPr/>
          </p:nvSpPr>
          <p:spPr>
            <a:xfrm>
              <a:off x="3823841" y="6029325"/>
              <a:ext cx="695474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rPr>
                <a:t xml:space="preserve">선택합니다</a:t>
              </a:r>
              <a:endParaRPr sz="1125" b="0" i="0" spc="0" kern="0" lang="ko-KR" altLang="en-US" dirty="0">
                <a:solidFill>
                  <a:srgbClr val="B8A2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41" name="Weave text 115: ."/>
            <p:cNvSpPr txBox="1"/>
            <p:nvPr/>
          </p:nvSpPr>
          <p:spPr>
            <a:xfrm>
              <a:off x="4481066" y="6029325"/>
              <a:ext cx="79325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125" b="0" i="0" spc="0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42" name="Line 116: WEAVE ASSIST / GALAXY AI CONCEPT"/>
          <p:cNvGrpSpPr/>
          <p:nvPr/>
        </p:nvGrpSpPr>
        <p:grpSpPr>
          <a:xfrm>
            <a:off x="609600" y="6486525"/>
            <a:ext cx="2393007" cy="190500"/>
            <a:chOff x="609600" y="6486525"/>
            <a:chExt cx="2393007" cy="190500"/>
          </a:xfrm>
        </p:grpSpPr>
        <p:sp>
          <p:nvSpPr>
            <p:cNvPr id="243" name="Weave text 116: WEAVE ASSIST / GALAXY AI CONCEPT"/>
            <p:cNvSpPr txBox="1"/>
            <p:nvPr/>
          </p:nvSpPr>
          <p:spPr>
            <a:xfrm>
              <a:off x="609600" y="6486525"/>
              <a:ext cx="2393007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WEAVE ASSIST / GALAXY AI CONCEPT</a:t>
              </a:r>
              <a:endParaRPr sz="750" b="0" i="0" spc="142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44" name="Line 117: 04 / 11"/>
          <p:cNvGrpSpPr/>
          <p:nvPr/>
        </p:nvGrpSpPr>
        <p:grpSpPr>
          <a:xfrm>
            <a:off x="11168658" y="6486525"/>
            <a:ext cx="451842" cy="190500"/>
            <a:chOff x="11168658" y="6486525"/>
            <a:chExt cx="451842" cy="190500"/>
          </a:xfrm>
        </p:grpSpPr>
        <p:sp>
          <p:nvSpPr>
            <p:cNvPr id="245" name="Weave text 117: 04 / 11"/>
            <p:cNvSpPr txBox="1"/>
            <p:nvPr/>
          </p:nvSpPr>
          <p:spPr>
            <a:xfrm>
              <a:off x="11168658" y="6486525"/>
              <a:ext cx="451842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04 / 11</a:t>
              </a:r>
              <a:endParaRPr sz="750" b="0" i="0" spc="142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TML visual layer (text is separately editable)"/>
          <p:cNvPicPr>
            <a:picLocks noChangeAspect="1"/>
          </p:cNvPicPr>
          <p:nvPr/>
        </p:nvPicPr>
        <p:blipFill>
          <a:blip r:embed="rIdWeaveVisualLayer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3" name="Line 118: 05 / GLOBAL SEARCH"/>
          <p:cNvGrpSpPr/>
          <p:nvPr/>
        </p:nvGrpSpPr>
        <p:grpSpPr>
          <a:xfrm>
            <a:off x="609600" y="390525"/>
            <a:ext cx="1653480" cy="220980"/>
            <a:chOff x="609600" y="390525"/>
            <a:chExt cx="1653480" cy="220980"/>
          </a:xfrm>
        </p:grpSpPr>
        <p:sp>
          <p:nvSpPr>
            <p:cNvPr id="4" name="Weave text 118: 05 / GLOBAL SEARCH"/>
            <p:cNvSpPr txBox="1"/>
            <p:nvPr/>
          </p:nvSpPr>
          <p:spPr>
            <a:xfrm>
              <a:off x="609600" y="390525"/>
              <a:ext cx="1653480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180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900" b="0" i="0" spc="180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rPr>
                <a:t xml:space="preserve">05 / GLOBAL SEARCH</a:t>
              </a:r>
              <a:endParaRPr sz="900" b="0" i="0" spc="180" kern="0" lang="ko-KR" altLang="en-US" dirty="0">
                <a:solidFill>
                  <a:srgbClr val="B8A2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5" name="Line 119: 어디에 적었든, 한 번에 찾습니다."/>
          <p:cNvGrpSpPr/>
          <p:nvPr/>
        </p:nvGrpSpPr>
        <p:grpSpPr>
          <a:xfrm>
            <a:off x="609600" y="676275"/>
            <a:ext cx="4924425" cy="647700"/>
            <a:chOff x="609600" y="676275"/>
            <a:chExt cx="4924425" cy="647700"/>
          </a:xfrm>
        </p:grpSpPr>
        <p:sp>
          <p:nvSpPr>
            <p:cNvPr id="6" name="Weave text 119: 어디에"/>
            <p:cNvSpPr txBox="1"/>
            <p:nvPr/>
          </p:nvSpPr>
          <p:spPr>
            <a:xfrm>
              <a:off x="609600" y="676275"/>
              <a:ext cx="104402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어디에</a:t>
              </a:r>
              <a:endParaRPr sz="3000" b="0" i="0" spc="-12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7" name="Weave text 119:  "/>
            <p:cNvSpPr txBox="1"/>
            <p:nvPr/>
          </p:nvSpPr>
          <p:spPr>
            <a:xfrm>
              <a:off x="1615380" y="676275"/>
              <a:ext cx="118914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2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8" name="Weave text 119: 적었든"/>
            <p:cNvSpPr txBox="1"/>
            <p:nvPr/>
          </p:nvSpPr>
          <p:spPr>
            <a:xfrm>
              <a:off x="1696045" y="676275"/>
              <a:ext cx="1044178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적었든</a:t>
              </a:r>
              <a:endParaRPr sz="3000" b="0" i="0" spc="-12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9" name="Weave text 119: , "/>
            <p:cNvSpPr txBox="1"/>
            <p:nvPr/>
          </p:nvSpPr>
          <p:spPr>
            <a:xfrm>
              <a:off x="2701975" y="676275"/>
              <a:ext cx="217438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, </a:t>
              </a:r>
              <a:endParaRPr sz="3000" b="0" i="0" spc="-12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0" name="Weave text 119: 한"/>
            <p:cNvSpPr txBox="1"/>
            <p:nvPr/>
          </p:nvSpPr>
          <p:spPr>
            <a:xfrm>
              <a:off x="2881164" y="676275"/>
              <a:ext cx="37355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한</a:t>
              </a:r>
              <a:endParaRPr sz="3000" b="0" i="0" spc="-12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1" name="Weave text 119:  "/>
            <p:cNvSpPr txBox="1"/>
            <p:nvPr/>
          </p:nvSpPr>
          <p:spPr>
            <a:xfrm>
              <a:off x="3216473" y="676275"/>
              <a:ext cx="118914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2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2" name="Weave text 119: 번에"/>
            <p:cNvSpPr txBox="1"/>
            <p:nvPr/>
          </p:nvSpPr>
          <p:spPr>
            <a:xfrm>
              <a:off x="3297138" y="676275"/>
              <a:ext cx="708868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번에</a:t>
              </a:r>
              <a:endParaRPr sz="3000" b="0" i="0" spc="-12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3" name="Weave text 119:  "/>
            <p:cNvSpPr txBox="1"/>
            <p:nvPr/>
          </p:nvSpPr>
          <p:spPr>
            <a:xfrm>
              <a:off x="3967758" y="676275"/>
              <a:ext cx="118914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2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4" name="Weave text 119: 찾습니다"/>
            <p:cNvSpPr txBox="1"/>
            <p:nvPr/>
          </p:nvSpPr>
          <p:spPr>
            <a:xfrm>
              <a:off x="4048423" y="676275"/>
              <a:ext cx="1379488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찾습니다</a:t>
              </a:r>
              <a:endParaRPr sz="3000" b="0" i="0" spc="-12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5" name="Weave text 119: ."/>
            <p:cNvSpPr txBox="1"/>
            <p:nvPr/>
          </p:nvSpPr>
          <p:spPr>
            <a:xfrm>
              <a:off x="5389662" y="676275"/>
              <a:ext cx="14436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.</a:t>
              </a:r>
              <a:endParaRPr sz="3000" b="0" i="0" spc="-12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6" name="Line 120: 통화는 그대로. 노트·메일·나와의 채팅에 남긴 시연 준비 내용을 한곳에서"/>
          <p:cNvGrpSpPr/>
          <p:nvPr/>
        </p:nvGrpSpPr>
        <p:grpSpPr>
          <a:xfrm>
            <a:off x="609600" y="1276350"/>
            <a:ext cx="5699671" cy="297180"/>
            <a:chOff x="609600" y="1276350"/>
            <a:chExt cx="5699671" cy="297180"/>
          </a:xfrm>
        </p:grpSpPr>
        <p:sp>
          <p:nvSpPr>
            <p:cNvPr id="17" name="Weave text 120: 통화는"/>
            <p:cNvSpPr txBox="1"/>
            <p:nvPr/>
          </p:nvSpPr>
          <p:spPr>
            <a:xfrm>
              <a:off x="609600" y="1276350"/>
              <a:ext cx="485031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통화는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" name="Weave text 120:  "/>
            <p:cNvSpPr txBox="1"/>
            <p:nvPr/>
          </p:nvSpPr>
          <p:spPr>
            <a:xfrm>
              <a:off x="1056382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" name="Weave text 120: 그대로"/>
            <p:cNvSpPr txBox="1"/>
            <p:nvPr/>
          </p:nvSpPr>
          <p:spPr>
            <a:xfrm>
              <a:off x="1101923" y="1276350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그대로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" name="Weave text 120: . "/>
            <p:cNvSpPr txBox="1"/>
            <p:nvPr/>
          </p:nvSpPr>
          <p:spPr>
            <a:xfrm>
              <a:off x="1548854" y="1276350"/>
              <a:ext cx="130522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.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" name="Weave text 120: 노트"/>
            <p:cNvSpPr txBox="1"/>
            <p:nvPr/>
          </p:nvSpPr>
          <p:spPr>
            <a:xfrm>
              <a:off x="1641128" y="127635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노트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" name="Weave text 120: ·"/>
            <p:cNvSpPr txBox="1"/>
            <p:nvPr/>
          </p:nvSpPr>
          <p:spPr>
            <a:xfrm>
              <a:off x="1939082" y="1276350"/>
              <a:ext cx="84832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" name="Weave text 120: 메일"/>
            <p:cNvSpPr txBox="1"/>
            <p:nvPr/>
          </p:nvSpPr>
          <p:spPr>
            <a:xfrm>
              <a:off x="1985665" y="127635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메일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4" name="Weave text 120: ·"/>
            <p:cNvSpPr txBox="1"/>
            <p:nvPr/>
          </p:nvSpPr>
          <p:spPr>
            <a:xfrm>
              <a:off x="2283619" y="1276350"/>
              <a:ext cx="84832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5" name="Weave text 120: 나와의"/>
            <p:cNvSpPr txBox="1"/>
            <p:nvPr/>
          </p:nvSpPr>
          <p:spPr>
            <a:xfrm>
              <a:off x="2330202" y="1276350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나와의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6" name="Weave text 120:  "/>
            <p:cNvSpPr txBox="1"/>
            <p:nvPr/>
          </p:nvSpPr>
          <p:spPr>
            <a:xfrm>
              <a:off x="2777133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" name="Weave text 120: 채팅에"/>
            <p:cNvSpPr txBox="1"/>
            <p:nvPr/>
          </p:nvSpPr>
          <p:spPr>
            <a:xfrm>
              <a:off x="2822674" y="1276350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채팅에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8" name="Weave text 120:  "/>
            <p:cNvSpPr txBox="1"/>
            <p:nvPr/>
          </p:nvSpPr>
          <p:spPr>
            <a:xfrm>
              <a:off x="3269605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9" name="Weave text 120: 남긴"/>
            <p:cNvSpPr txBox="1"/>
            <p:nvPr/>
          </p:nvSpPr>
          <p:spPr>
            <a:xfrm>
              <a:off x="3315146" y="127635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남긴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0" name="Weave text 120:  "/>
            <p:cNvSpPr txBox="1"/>
            <p:nvPr/>
          </p:nvSpPr>
          <p:spPr>
            <a:xfrm>
              <a:off x="3613100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1" name="Weave text 120: 시연"/>
            <p:cNvSpPr txBox="1"/>
            <p:nvPr/>
          </p:nvSpPr>
          <p:spPr>
            <a:xfrm>
              <a:off x="3658642" y="127635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시연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2" name="Weave text 120:  "/>
            <p:cNvSpPr txBox="1"/>
            <p:nvPr/>
          </p:nvSpPr>
          <p:spPr>
            <a:xfrm>
              <a:off x="3956596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3" name="Weave text 120: 준비"/>
            <p:cNvSpPr txBox="1"/>
            <p:nvPr/>
          </p:nvSpPr>
          <p:spPr>
            <a:xfrm>
              <a:off x="4002137" y="127635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준비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4" name="Weave text 120:  "/>
            <p:cNvSpPr txBox="1"/>
            <p:nvPr/>
          </p:nvSpPr>
          <p:spPr>
            <a:xfrm>
              <a:off x="4300091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5" name="Weave text 120: 내용을"/>
            <p:cNvSpPr txBox="1"/>
            <p:nvPr/>
          </p:nvSpPr>
          <p:spPr>
            <a:xfrm>
              <a:off x="4345632" y="1276350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내용을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6" name="Weave text 120:  "/>
            <p:cNvSpPr txBox="1"/>
            <p:nvPr/>
          </p:nvSpPr>
          <p:spPr>
            <a:xfrm>
              <a:off x="4792563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7" name="Weave text 120: 한곳에서"/>
            <p:cNvSpPr txBox="1"/>
            <p:nvPr/>
          </p:nvSpPr>
          <p:spPr>
            <a:xfrm>
              <a:off x="4838105" y="1276350"/>
              <a:ext cx="63415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한곳에서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8" name="Weave text 120:  "/>
            <p:cNvSpPr txBox="1"/>
            <p:nvPr/>
          </p:nvSpPr>
          <p:spPr>
            <a:xfrm>
              <a:off x="5434012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9" name="Weave text 120: 확인합니다"/>
            <p:cNvSpPr txBox="1"/>
            <p:nvPr/>
          </p:nvSpPr>
          <p:spPr>
            <a:xfrm>
              <a:off x="5479554" y="1276350"/>
              <a:ext cx="782985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확인합니다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0" name="Weave text 120: ."/>
            <p:cNvSpPr txBox="1"/>
            <p:nvPr/>
          </p:nvSpPr>
          <p:spPr>
            <a:xfrm>
              <a:off x="6224290" y="1276350"/>
              <a:ext cx="84981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41" name="Line 121: 선배와 통화 중"/>
          <p:cNvGrpSpPr/>
          <p:nvPr/>
        </p:nvGrpSpPr>
        <p:grpSpPr>
          <a:xfrm>
            <a:off x="819150" y="2009775"/>
            <a:ext cx="960686" cy="281940"/>
            <a:chOff x="819150" y="2009775"/>
            <a:chExt cx="960686" cy="281940"/>
          </a:xfrm>
        </p:grpSpPr>
        <p:sp>
          <p:nvSpPr>
            <p:cNvPr id="42" name="Weave text 121: 선배와"/>
            <p:cNvSpPr txBox="1"/>
            <p:nvPr/>
          </p:nvSpPr>
          <p:spPr>
            <a:xfrm>
              <a:off x="819150" y="2009775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5E1D7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00" b="0" i="0" spc="0" kern="0" lang="ko-KR" altLang="en-US" dirty="0">
                  <a:solidFill>
                    <a:srgbClr val="C5E1D7"/>
                  </a:solidFill>
                  <a:latin typeface="Noto Sans KR Medium"/>
                  <a:ea typeface="Noto Sans KR Medium"/>
                  <a:cs typeface="Noto Sans KR Medium"/>
                </a:rPr>
                <a:t xml:space="preserve">선배와</a:t>
              </a:r>
              <a:endParaRPr sz="1200" b="0" i="0" spc="0" kern="0" lang="ko-KR" altLang="en-US" dirty="0">
                <a:solidFill>
                  <a:srgbClr val="C5E1D7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43" name="Weave text 121:  "/>
            <p:cNvSpPr txBox="1"/>
            <p:nvPr/>
          </p:nvSpPr>
          <p:spPr>
            <a:xfrm>
              <a:off x="1239738" y="2009775"/>
              <a:ext cx="78879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5E1D7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00" b="0" i="0" spc="0" kern="0" lang="ko-KR" altLang="en-US" dirty="0">
                  <a:solidFill>
                    <a:srgbClr val="C5E1D7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200" b="0" i="0" spc="0" kern="0" lang="ko-KR" altLang="en-US" dirty="0">
                <a:solidFill>
                  <a:srgbClr val="C5E1D7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44" name="Weave text 121: 통화"/>
            <p:cNvSpPr txBox="1"/>
            <p:nvPr/>
          </p:nvSpPr>
          <p:spPr>
            <a:xfrm>
              <a:off x="1280368" y="200977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5E1D7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00" b="0" i="0" spc="0" kern="0" lang="ko-KR" altLang="en-US" dirty="0">
                  <a:solidFill>
                    <a:srgbClr val="C5E1D7"/>
                  </a:solidFill>
                  <a:latin typeface="Noto Sans KR Medium"/>
                  <a:ea typeface="Noto Sans KR Medium"/>
                  <a:cs typeface="Noto Sans KR Medium"/>
                </a:rPr>
                <a:t xml:space="preserve">통화</a:t>
              </a:r>
              <a:endParaRPr sz="1200" b="0" i="0" spc="0" kern="0" lang="ko-KR" altLang="en-US" dirty="0">
                <a:solidFill>
                  <a:srgbClr val="C5E1D7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45" name="Weave text 121:  "/>
            <p:cNvSpPr txBox="1"/>
            <p:nvPr/>
          </p:nvSpPr>
          <p:spPr>
            <a:xfrm>
              <a:off x="1560761" y="2009775"/>
              <a:ext cx="78879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5E1D7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00" b="0" i="0" spc="0" kern="0" lang="ko-KR" altLang="en-US" dirty="0">
                  <a:solidFill>
                    <a:srgbClr val="C5E1D7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200" b="0" i="0" spc="0" kern="0" lang="ko-KR" altLang="en-US" dirty="0">
                <a:solidFill>
                  <a:srgbClr val="C5E1D7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46" name="Weave text 121: 중"/>
            <p:cNvSpPr txBox="1"/>
            <p:nvPr/>
          </p:nvSpPr>
          <p:spPr>
            <a:xfrm>
              <a:off x="1601391" y="2009775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5E1D7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00" b="0" i="0" spc="0" kern="0" lang="ko-KR" altLang="en-US" dirty="0">
                  <a:solidFill>
                    <a:srgbClr val="C5E1D7"/>
                  </a:solidFill>
                  <a:latin typeface="Noto Sans KR Medium"/>
                  <a:ea typeface="Noto Sans KR Medium"/>
                  <a:cs typeface="Noto Sans KR Medium"/>
                </a:rPr>
                <a:t xml:space="preserve">중</a:t>
              </a:r>
              <a:endParaRPr sz="1200" b="0" i="0" spc="0" kern="0" lang="ko-KR" altLang="en-US" dirty="0">
                <a:solidFill>
                  <a:srgbClr val="C5E1D7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47" name="Line 122: 02:18"/>
          <p:cNvGrpSpPr/>
          <p:nvPr/>
        </p:nvGrpSpPr>
        <p:grpSpPr>
          <a:xfrm>
            <a:off x="4645075" y="2007394"/>
            <a:ext cx="403175" cy="266700"/>
            <a:chOff x="4645075" y="2007394"/>
            <a:chExt cx="403175" cy="266700"/>
          </a:xfrm>
        </p:grpSpPr>
        <p:sp>
          <p:nvSpPr>
            <p:cNvPr id="48" name="Weave text 122: 02:18"/>
            <p:cNvSpPr txBox="1"/>
            <p:nvPr/>
          </p:nvSpPr>
          <p:spPr>
            <a:xfrm>
              <a:off x="4645075" y="2007394"/>
              <a:ext cx="403175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C5E1D7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0" kern="0" lang="ko-KR" altLang="en-US" dirty="0">
                  <a:solidFill>
                    <a:srgbClr val="C5E1D7"/>
                  </a:solidFill>
                  <a:latin typeface="Inter"/>
                  <a:ea typeface="Inter"/>
                  <a:cs typeface="Inter"/>
                </a:rPr>
                <a:t xml:space="preserve">02:18</a:t>
              </a:r>
              <a:endParaRPr sz="1125" b="0" i="0" spc="0" kern="0" lang="ko-KR" altLang="en-US" dirty="0">
                <a:solidFill>
                  <a:srgbClr val="C5E1D7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49" name="Line 123: “시연 순서랑 수정할 자료,"/>
          <p:cNvGrpSpPr/>
          <p:nvPr/>
        </p:nvGrpSpPr>
        <p:grpSpPr>
          <a:xfrm>
            <a:off x="838200" y="2514600"/>
            <a:ext cx="1907084" cy="327660"/>
            <a:chOff x="838200" y="2514600"/>
            <a:chExt cx="1907084" cy="327660"/>
          </a:xfrm>
        </p:grpSpPr>
        <p:sp>
          <p:nvSpPr>
            <p:cNvPr id="50" name="Weave text 123: “"/>
            <p:cNvSpPr txBox="1"/>
            <p:nvPr/>
          </p:nvSpPr>
          <p:spPr>
            <a:xfrm>
              <a:off x="838200" y="2514600"/>
              <a:ext cx="118467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43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425" b="0" i="0" spc="-43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“</a:t>
              </a:r>
              <a:endParaRPr sz="1425" b="0" i="0" spc="-43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51" name="Weave text 123: 시연"/>
            <p:cNvSpPr txBox="1"/>
            <p:nvPr/>
          </p:nvSpPr>
          <p:spPr>
            <a:xfrm>
              <a:off x="918418" y="2514600"/>
              <a:ext cx="360313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43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425" b="0" i="0" spc="-43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시연</a:t>
              </a:r>
              <a:endParaRPr sz="1425" b="0" i="0" spc="-43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52" name="Weave text 123:  "/>
            <p:cNvSpPr txBox="1"/>
            <p:nvPr/>
          </p:nvSpPr>
          <p:spPr>
            <a:xfrm>
              <a:off x="1240482" y="2514600"/>
              <a:ext cx="81111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43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425" b="0" i="0" spc="-43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425" b="0" i="0" spc="-43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53" name="Weave text 123: 순서랑"/>
            <p:cNvSpPr txBox="1"/>
            <p:nvPr/>
          </p:nvSpPr>
          <p:spPr>
            <a:xfrm>
              <a:off x="1283345" y="2514600"/>
              <a:ext cx="521494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43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425" b="0" i="0" spc="-43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순서랑</a:t>
              </a:r>
              <a:endParaRPr sz="1425" b="0" i="0" spc="-43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54" name="Weave text 123:  "/>
            <p:cNvSpPr txBox="1"/>
            <p:nvPr/>
          </p:nvSpPr>
          <p:spPr>
            <a:xfrm>
              <a:off x="1766590" y="2514600"/>
              <a:ext cx="81111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43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425" b="0" i="0" spc="-43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425" b="0" i="0" spc="-43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55" name="Weave text 123: 수정할"/>
            <p:cNvSpPr txBox="1"/>
            <p:nvPr/>
          </p:nvSpPr>
          <p:spPr>
            <a:xfrm>
              <a:off x="1809452" y="2514600"/>
              <a:ext cx="521345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43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425" b="0" i="0" spc="-43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수정할</a:t>
              </a:r>
              <a:endParaRPr sz="1425" b="0" i="0" spc="-43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56" name="Weave text 123:  "/>
            <p:cNvSpPr txBox="1"/>
            <p:nvPr/>
          </p:nvSpPr>
          <p:spPr>
            <a:xfrm>
              <a:off x="2292548" y="2514600"/>
              <a:ext cx="81111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43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425" b="0" i="0" spc="-43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425" b="0" i="0" spc="-43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57" name="Weave text 123: 자료"/>
            <p:cNvSpPr txBox="1"/>
            <p:nvPr/>
          </p:nvSpPr>
          <p:spPr>
            <a:xfrm>
              <a:off x="2335411" y="2514600"/>
              <a:ext cx="360462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43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425" b="0" i="0" spc="-43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자료</a:t>
              </a:r>
              <a:endParaRPr sz="1425" b="0" i="0" spc="-43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58" name="Weave text 123: ,"/>
            <p:cNvSpPr txBox="1"/>
            <p:nvPr/>
          </p:nvSpPr>
          <p:spPr>
            <a:xfrm>
              <a:off x="2657624" y="2514600"/>
              <a:ext cx="87660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43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425" b="0" i="0" spc="-43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,</a:t>
              </a:r>
              <a:endParaRPr sz="1425" b="0" i="0" spc="-43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</p:grpSp>
      <p:grpSp>
        <p:nvGrpSpPr>
          <p:cNvPr id="59" name="Line 124: 오늘 집합 시간도 확인 부탁드려요.”"/>
          <p:cNvGrpSpPr/>
          <p:nvPr/>
        </p:nvGrpSpPr>
        <p:grpSpPr>
          <a:xfrm>
            <a:off x="838200" y="2804071"/>
            <a:ext cx="2581126" cy="327660"/>
            <a:chOff x="838200" y="2804071"/>
            <a:chExt cx="2581126" cy="327660"/>
          </a:xfrm>
        </p:grpSpPr>
        <p:sp>
          <p:nvSpPr>
            <p:cNvPr id="60" name="Weave text 124: 오늘"/>
            <p:cNvSpPr txBox="1"/>
            <p:nvPr/>
          </p:nvSpPr>
          <p:spPr>
            <a:xfrm>
              <a:off x="838200" y="2804071"/>
              <a:ext cx="360313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43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425" b="0" i="0" spc="-43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오늘</a:t>
              </a:r>
              <a:endParaRPr sz="1425" b="0" i="0" spc="-43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61" name="Weave text 124:  "/>
            <p:cNvSpPr txBox="1"/>
            <p:nvPr/>
          </p:nvSpPr>
          <p:spPr>
            <a:xfrm>
              <a:off x="1160264" y="2804071"/>
              <a:ext cx="81111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43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425" b="0" i="0" spc="-43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425" b="0" i="0" spc="-43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62" name="Weave text 124: 집합"/>
            <p:cNvSpPr txBox="1"/>
            <p:nvPr/>
          </p:nvSpPr>
          <p:spPr>
            <a:xfrm>
              <a:off x="1203127" y="2804071"/>
              <a:ext cx="360313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43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425" b="0" i="0" spc="-43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집합</a:t>
              </a:r>
              <a:endParaRPr sz="1425" b="0" i="0" spc="-43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63" name="Weave text 124:  "/>
            <p:cNvSpPr txBox="1"/>
            <p:nvPr/>
          </p:nvSpPr>
          <p:spPr>
            <a:xfrm>
              <a:off x="1525191" y="2804071"/>
              <a:ext cx="81111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43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425" b="0" i="0" spc="-43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425" b="0" i="0" spc="-43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64" name="Weave text 124: 시간도"/>
            <p:cNvSpPr txBox="1"/>
            <p:nvPr/>
          </p:nvSpPr>
          <p:spPr>
            <a:xfrm>
              <a:off x="1568053" y="2804071"/>
              <a:ext cx="521494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43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425" b="0" i="0" spc="-43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시간도</a:t>
              </a:r>
              <a:endParaRPr sz="1425" b="0" i="0" spc="-43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65" name="Weave text 124:  "/>
            <p:cNvSpPr txBox="1"/>
            <p:nvPr/>
          </p:nvSpPr>
          <p:spPr>
            <a:xfrm>
              <a:off x="2051298" y="2804071"/>
              <a:ext cx="80962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43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425" b="0" i="0" spc="-43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425" b="0" i="0" spc="-43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66" name="Weave text 124: 확인"/>
            <p:cNvSpPr txBox="1"/>
            <p:nvPr/>
          </p:nvSpPr>
          <p:spPr>
            <a:xfrm>
              <a:off x="2094012" y="2804071"/>
              <a:ext cx="360462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43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425" b="0" i="0" spc="-43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확인</a:t>
              </a:r>
              <a:endParaRPr sz="1425" b="0" i="0" spc="-43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67" name="Weave text 124:  "/>
            <p:cNvSpPr txBox="1"/>
            <p:nvPr/>
          </p:nvSpPr>
          <p:spPr>
            <a:xfrm>
              <a:off x="2416225" y="2804071"/>
              <a:ext cx="81111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43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425" b="0" i="0" spc="-43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425" b="0" i="0" spc="-43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68" name="Weave text 124: 부탁드려요"/>
            <p:cNvSpPr txBox="1"/>
            <p:nvPr/>
          </p:nvSpPr>
          <p:spPr>
            <a:xfrm>
              <a:off x="2459087" y="2804071"/>
              <a:ext cx="843558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43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425" b="0" i="0" spc="-43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부탁드려요</a:t>
              </a:r>
              <a:endParaRPr sz="1425" b="0" i="0" spc="-43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69" name="Weave text 124: .”"/>
            <p:cNvSpPr txBox="1"/>
            <p:nvPr/>
          </p:nvSpPr>
          <p:spPr>
            <a:xfrm>
              <a:off x="3264396" y="2804071"/>
              <a:ext cx="154930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43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425" b="0" i="0" spc="-43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.”</a:t>
              </a:r>
              <a:endParaRPr sz="1425" b="0" i="0" spc="-43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</p:grpSp>
      <p:grpSp>
        <p:nvGrpSpPr>
          <p:cNvPr id="70" name="Line 125: 통화 내용은 듣지 않고, 사용자가 검색어를 입력합니다."/>
          <p:cNvGrpSpPr/>
          <p:nvPr/>
        </p:nvGrpSpPr>
        <p:grpSpPr>
          <a:xfrm>
            <a:off x="838200" y="3169741"/>
            <a:ext cx="2824758" cy="236220"/>
            <a:chOff x="838200" y="3169741"/>
            <a:chExt cx="2824758" cy="236220"/>
          </a:xfrm>
        </p:grpSpPr>
        <p:sp>
          <p:nvSpPr>
            <p:cNvPr id="71" name="Weave text 125: 통화"/>
            <p:cNvSpPr txBox="1"/>
            <p:nvPr/>
          </p:nvSpPr>
          <p:spPr>
            <a:xfrm>
              <a:off x="838200" y="3169741"/>
              <a:ext cx="265956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통화</a:t>
              </a:r>
              <a:endParaRPr sz="9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2" name="Weave text 125:  "/>
            <p:cNvSpPr txBox="1"/>
            <p:nvPr/>
          </p:nvSpPr>
          <p:spPr>
            <a:xfrm>
              <a:off x="1065907" y="3169741"/>
              <a:ext cx="73075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3" name="Weave text 125: 내용은"/>
            <p:cNvSpPr txBox="1"/>
            <p:nvPr/>
          </p:nvSpPr>
          <p:spPr>
            <a:xfrm>
              <a:off x="1100733" y="3169741"/>
              <a:ext cx="380107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내용은</a:t>
              </a:r>
              <a:endParaRPr sz="9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4" name="Weave text 125:  "/>
            <p:cNvSpPr txBox="1"/>
            <p:nvPr/>
          </p:nvSpPr>
          <p:spPr>
            <a:xfrm>
              <a:off x="1442591" y="3169741"/>
              <a:ext cx="73075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5" name="Weave text 125: 듣지"/>
            <p:cNvSpPr txBox="1"/>
            <p:nvPr/>
          </p:nvSpPr>
          <p:spPr>
            <a:xfrm>
              <a:off x="1477417" y="3169741"/>
              <a:ext cx="266105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듣지</a:t>
              </a:r>
              <a:endParaRPr sz="9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6" name="Weave text 125:  "/>
            <p:cNvSpPr txBox="1"/>
            <p:nvPr/>
          </p:nvSpPr>
          <p:spPr>
            <a:xfrm>
              <a:off x="1705273" y="3169741"/>
              <a:ext cx="73075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7" name="Weave text 125: 않고"/>
            <p:cNvSpPr txBox="1"/>
            <p:nvPr/>
          </p:nvSpPr>
          <p:spPr>
            <a:xfrm>
              <a:off x="1740098" y="3169741"/>
              <a:ext cx="265956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않고</a:t>
              </a:r>
              <a:endParaRPr sz="9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8" name="Weave text 125: , "/>
            <p:cNvSpPr txBox="1"/>
            <p:nvPr/>
          </p:nvSpPr>
          <p:spPr>
            <a:xfrm>
              <a:off x="1967805" y="3169741"/>
              <a:ext cx="108793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9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9" name="Weave text 125: 사용자가"/>
            <p:cNvSpPr txBox="1"/>
            <p:nvPr/>
          </p:nvSpPr>
          <p:spPr>
            <a:xfrm>
              <a:off x="2038350" y="3169741"/>
              <a:ext cx="493961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사용자가</a:t>
              </a:r>
              <a:endParaRPr sz="9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0" name="Weave text 125:  "/>
            <p:cNvSpPr txBox="1"/>
            <p:nvPr/>
          </p:nvSpPr>
          <p:spPr>
            <a:xfrm>
              <a:off x="2494062" y="3169741"/>
              <a:ext cx="73075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1" name="Weave text 125: 검색어를"/>
            <p:cNvSpPr txBox="1"/>
            <p:nvPr/>
          </p:nvSpPr>
          <p:spPr>
            <a:xfrm>
              <a:off x="2528888" y="3169741"/>
              <a:ext cx="493961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검색어를</a:t>
              </a:r>
              <a:endParaRPr sz="9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2" name="Weave text 125:  "/>
            <p:cNvSpPr txBox="1"/>
            <p:nvPr/>
          </p:nvSpPr>
          <p:spPr>
            <a:xfrm>
              <a:off x="2984599" y="3169741"/>
              <a:ext cx="73075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3" name="Weave text 125: 입력합니다"/>
            <p:cNvSpPr txBox="1"/>
            <p:nvPr/>
          </p:nvSpPr>
          <p:spPr>
            <a:xfrm>
              <a:off x="3019425" y="3169741"/>
              <a:ext cx="607814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입력합니다</a:t>
              </a:r>
              <a:endParaRPr sz="9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4" name="Weave text 125: ."/>
            <p:cNvSpPr txBox="1"/>
            <p:nvPr/>
          </p:nvSpPr>
          <p:spPr>
            <a:xfrm>
              <a:off x="3588990" y="3169741"/>
              <a:ext cx="73968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9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85" name="Line 126: 어제 A사 시연 준비"/>
          <p:cNvGrpSpPr/>
          <p:nvPr/>
        </p:nvGrpSpPr>
        <p:grpSpPr>
          <a:xfrm>
            <a:off x="1219200" y="3902869"/>
            <a:ext cx="1325314" cy="297180"/>
            <a:chOff x="1219200" y="3902869"/>
            <a:chExt cx="1325314" cy="297180"/>
          </a:xfrm>
        </p:grpSpPr>
        <p:sp>
          <p:nvSpPr>
            <p:cNvPr id="86" name="Weave text 126: 어제"/>
            <p:cNvSpPr txBox="1"/>
            <p:nvPr/>
          </p:nvSpPr>
          <p:spPr>
            <a:xfrm>
              <a:off x="1219200" y="3902869"/>
              <a:ext cx="336054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232237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75" b="0" i="0" spc="0" kern="0" lang="ko-KR" altLang="en-US" dirty="0">
                  <a:solidFill>
                    <a:srgbClr val="232237"/>
                  </a:solidFill>
                  <a:latin typeface="Noto Sans KR Medium"/>
                  <a:ea typeface="Noto Sans KR Medium"/>
                  <a:cs typeface="Noto Sans KR Medium"/>
                </a:rPr>
                <a:t xml:space="preserve">어제</a:t>
              </a:r>
              <a:endParaRPr sz="1275" b="0" i="0" spc="0" kern="0" lang="ko-KR" altLang="en-US" dirty="0">
                <a:solidFill>
                  <a:srgbClr val="232237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87" name="Weave text 126:  A"/>
            <p:cNvSpPr txBox="1"/>
            <p:nvPr/>
          </p:nvSpPr>
          <p:spPr>
            <a:xfrm>
              <a:off x="1517005" y="3902869"/>
              <a:ext cx="196304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232237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75" b="0" i="0" spc="0" kern="0" lang="ko-KR" altLang="en-US" dirty="0">
                  <a:solidFill>
                    <a:srgbClr val="232237"/>
                  </a:solidFill>
                  <a:latin typeface="Inter Medium"/>
                  <a:ea typeface="Inter Medium"/>
                  <a:cs typeface="Inter Medium"/>
                </a:rPr>
                <a:t xml:space="preserve"> A</a:t>
              </a:r>
              <a:endParaRPr sz="1275" b="0" i="0" spc="0" kern="0" lang="ko-KR" altLang="en-US" dirty="0">
                <a:solidFill>
                  <a:srgbClr val="232237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88" name="Weave text 126: 사"/>
            <p:cNvSpPr txBox="1"/>
            <p:nvPr/>
          </p:nvSpPr>
          <p:spPr>
            <a:xfrm>
              <a:off x="1675061" y="3902869"/>
              <a:ext cx="187226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232237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75" b="0" i="0" spc="0" kern="0" lang="ko-KR" altLang="en-US" dirty="0">
                  <a:solidFill>
                    <a:srgbClr val="232237"/>
                  </a:solidFill>
                  <a:latin typeface="Noto Sans KR Medium"/>
                  <a:ea typeface="Noto Sans KR Medium"/>
                  <a:cs typeface="Noto Sans KR Medium"/>
                </a:rPr>
                <a:t xml:space="preserve">사</a:t>
              </a:r>
              <a:endParaRPr sz="1275" b="0" i="0" spc="0" kern="0" lang="ko-KR" altLang="en-US" dirty="0">
                <a:solidFill>
                  <a:srgbClr val="232237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89" name="Weave text 126:  "/>
            <p:cNvSpPr txBox="1"/>
            <p:nvPr/>
          </p:nvSpPr>
          <p:spPr>
            <a:xfrm>
              <a:off x="1824038" y="3902869"/>
              <a:ext cx="81409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232237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75" b="0" i="0" spc="0" kern="0" lang="ko-KR" altLang="en-US" dirty="0">
                  <a:solidFill>
                    <a:srgbClr val="232237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275" b="0" i="0" spc="0" kern="0" lang="ko-KR" altLang="en-US" dirty="0">
                <a:solidFill>
                  <a:srgbClr val="232237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90" name="Weave text 126: 시연"/>
            <p:cNvSpPr txBox="1"/>
            <p:nvPr/>
          </p:nvSpPr>
          <p:spPr>
            <a:xfrm>
              <a:off x="1867198" y="3902869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232237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75" b="0" i="0" spc="0" kern="0" lang="ko-KR" altLang="en-US" dirty="0">
                  <a:solidFill>
                    <a:srgbClr val="232237"/>
                  </a:solidFill>
                  <a:latin typeface="Noto Sans KR Medium"/>
                  <a:ea typeface="Noto Sans KR Medium"/>
                  <a:cs typeface="Noto Sans KR Medium"/>
                </a:rPr>
                <a:t xml:space="preserve">시연</a:t>
              </a:r>
              <a:endParaRPr sz="1275" b="0" i="0" spc="0" kern="0" lang="ko-KR" altLang="en-US" dirty="0">
                <a:solidFill>
                  <a:srgbClr val="232237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91" name="Weave text 126:  "/>
            <p:cNvSpPr txBox="1"/>
            <p:nvPr/>
          </p:nvSpPr>
          <p:spPr>
            <a:xfrm>
              <a:off x="2165152" y="3902869"/>
              <a:ext cx="81409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232237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75" b="0" i="0" spc="0" kern="0" lang="ko-KR" altLang="en-US" dirty="0">
                  <a:solidFill>
                    <a:srgbClr val="232237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275" b="0" i="0" spc="0" kern="0" lang="ko-KR" altLang="en-US" dirty="0">
                <a:solidFill>
                  <a:srgbClr val="232237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92" name="Weave text 126: 준비"/>
            <p:cNvSpPr txBox="1"/>
            <p:nvPr/>
          </p:nvSpPr>
          <p:spPr>
            <a:xfrm>
              <a:off x="2208312" y="3902869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232237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75" b="0" i="0" spc="0" kern="0" lang="ko-KR" altLang="en-US" dirty="0">
                  <a:solidFill>
                    <a:srgbClr val="232237"/>
                  </a:solidFill>
                  <a:latin typeface="Noto Sans KR Medium"/>
                  <a:ea typeface="Noto Sans KR Medium"/>
                  <a:cs typeface="Noto Sans KR Medium"/>
                </a:rPr>
                <a:t xml:space="preserve">준비</a:t>
              </a:r>
              <a:endParaRPr sz="1275" b="0" i="0" spc="0" kern="0" lang="ko-KR" altLang="en-US" dirty="0">
                <a:solidFill>
                  <a:srgbClr val="232237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93" name="Line 127: 시연 순서와 5분 진행안"/>
          <p:cNvGrpSpPr/>
          <p:nvPr/>
        </p:nvGrpSpPr>
        <p:grpSpPr>
          <a:xfrm>
            <a:off x="1219200" y="4381500"/>
            <a:ext cx="1513880" cy="281940"/>
            <a:chOff x="1219200" y="4381500"/>
            <a:chExt cx="1513880" cy="281940"/>
          </a:xfrm>
        </p:grpSpPr>
        <p:sp>
          <p:nvSpPr>
            <p:cNvPr id="94" name="Weave text 127: 시연"/>
            <p:cNvSpPr txBox="1"/>
            <p:nvPr/>
          </p:nvSpPr>
          <p:spPr>
            <a:xfrm>
              <a:off x="1219200" y="4381500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시연</a:t>
              </a:r>
              <a:endParaRPr sz="1200" b="0" i="0" spc="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95" name="Weave text 127:  "/>
            <p:cNvSpPr txBox="1"/>
            <p:nvPr/>
          </p:nvSpPr>
          <p:spPr>
            <a:xfrm>
              <a:off x="1499592" y="4381500"/>
              <a:ext cx="78879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200" b="0" i="0" spc="0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96" name="Weave text 127: 순서와"/>
            <p:cNvSpPr txBox="1"/>
            <p:nvPr/>
          </p:nvSpPr>
          <p:spPr>
            <a:xfrm>
              <a:off x="1540222" y="4381500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순서와</a:t>
              </a:r>
              <a:endParaRPr sz="1200" b="0" i="0" spc="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97" name="Weave text 127:  5"/>
            <p:cNvSpPr txBox="1"/>
            <p:nvPr/>
          </p:nvSpPr>
          <p:spPr>
            <a:xfrm>
              <a:off x="1960811" y="4381500"/>
              <a:ext cx="17070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5</a:t>
              </a:r>
              <a:endParaRPr sz="1200" b="0" i="0" spc="0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98" name="Weave text 127: 분"/>
            <p:cNvSpPr txBox="1"/>
            <p:nvPr/>
          </p:nvSpPr>
          <p:spPr>
            <a:xfrm>
              <a:off x="2093268" y="4381500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분</a:t>
              </a:r>
              <a:endParaRPr sz="1200" b="0" i="0" spc="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99" name="Weave text 127:  "/>
            <p:cNvSpPr txBox="1"/>
            <p:nvPr/>
          </p:nvSpPr>
          <p:spPr>
            <a:xfrm>
              <a:off x="2233464" y="4381500"/>
              <a:ext cx="78879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200" b="0" i="0" spc="0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00" name="Weave text 127: 진행안"/>
            <p:cNvSpPr txBox="1"/>
            <p:nvPr/>
          </p:nvSpPr>
          <p:spPr>
            <a:xfrm>
              <a:off x="2274094" y="4381500"/>
              <a:ext cx="458986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진행안</a:t>
              </a:r>
              <a:endParaRPr sz="1200" b="0" i="0" spc="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101" name="Line 128: 삼성노트 · A사 시연 준비회의"/>
          <p:cNvGrpSpPr/>
          <p:nvPr/>
        </p:nvGrpSpPr>
        <p:grpSpPr>
          <a:xfrm>
            <a:off x="1219200" y="4610100"/>
            <a:ext cx="1435298" cy="220980"/>
            <a:chOff x="1219200" y="4610100"/>
            <a:chExt cx="1435298" cy="220980"/>
          </a:xfrm>
        </p:grpSpPr>
        <p:sp>
          <p:nvSpPr>
            <p:cNvPr id="102" name="Weave text 128: 삼성노트"/>
            <p:cNvSpPr txBox="1"/>
            <p:nvPr/>
          </p:nvSpPr>
          <p:spPr>
            <a:xfrm>
              <a:off x="1219200" y="4610100"/>
              <a:ext cx="458837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삼성노트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03" name="Weave text 128:  · A"/>
            <p:cNvSpPr txBox="1"/>
            <p:nvPr/>
          </p:nvSpPr>
          <p:spPr>
            <a:xfrm>
              <a:off x="1639788" y="4610100"/>
              <a:ext cx="214312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· A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04" name="Weave text 128: 사"/>
            <p:cNvSpPr txBox="1"/>
            <p:nvPr/>
          </p:nvSpPr>
          <p:spPr>
            <a:xfrm>
              <a:off x="1815852" y="4610100"/>
              <a:ext cx="143321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사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05" name="Weave text 128:  "/>
            <p:cNvSpPr txBox="1"/>
            <p:nvPr/>
          </p:nvSpPr>
          <p:spPr>
            <a:xfrm>
              <a:off x="1920925" y="4610100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06" name="Weave text 128: 시연"/>
            <p:cNvSpPr txBox="1"/>
            <p:nvPr/>
          </p:nvSpPr>
          <p:spPr>
            <a:xfrm>
              <a:off x="1953071" y="4610100"/>
              <a:ext cx="248692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시연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07" name="Weave text 128:  "/>
            <p:cNvSpPr txBox="1"/>
            <p:nvPr/>
          </p:nvSpPr>
          <p:spPr>
            <a:xfrm>
              <a:off x="2163514" y="4610100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08" name="Weave text 128: 준비회의"/>
            <p:cNvSpPr txBox="1"/>
            <p:nvPr/>
          </p:nvSpPr>
          <p:spPr>
            <a:xfrm>
              <a:off x="2195661" y="4610100"/>
              <a:ext cx="458837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준비회의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09" name="Line 129: 발표자료 수정사항·문서 위치"/>
          <p:cNvGrpSpPr/>
          <p:nvPr/>
        </p:nvGrpSpPr>
        <p:grpSpPr>
          <a:xfrm>
            <a:off x="1219200" y="4929188"/>
            <a:ext cx="1848148" cy="281940"/>
            <a:chOff x="1219200" y="4929188"/>
            <a:chExt cx="1848148" cy="281940"/>
          </a:xfrm>
        </p:grpSpPr>
        <p:sp>
          <p:nvSpPr>
            <p:cNvPr id="110" name="Weave text 129: 발표자료"/>
            <p:cNvSpPr txBox="1"/>
            <p:nvPr/>
          </p:nvSpPr>
          <p:spPr>
            <a:xfrm>
              <a:off x="1219200" y="4929188"/>
              <a:ext cx="599033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발표자료</a:t>
              </a:r>
              <a:endParaRPr sz="1200" b="0" i="0" spc="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11" name="Weave text 129:  "/>
            <p:cNvSpPr txBox="1"/>
            <p:nvPr/>
          </p:nvSpPr>
          <p:spPr>
            <a:xfrm>
              <a:off x="1779984" y="4929188"/>
              <a:ext cx="78879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200" b="0" i="0" spc="0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12" name="Weave text 129: 수정사항"/>
            <p:cNvSpPr txBox="1"/>
            <p:nvPr/>
          </p:nvSpPr>
          <p:spPr>
            <a:xfrm>
              <a:off x="1820614" y="4929188"/>
              <a:ext cx="599033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수정사항</a:t>
              </a:r>
              <a:endParaRPr sz="1200" b="0" i="0" spc="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13" name="Weave text 129: ·"/>
            <p:cNvSpPr txBox="1"/>
            <p:nvPr/>
          </p:nvSpPr>
          <p:spPr>
            <a:xfrm>
              <a:off x="2381399" y="4929188"/>
              <a:ext cx="84534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·</a:t>
              </a:r>
              <a:endParaRPr sz="1200" b="0" i="0" spc="0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14" name="Weave text 129: 문서"/>
            <p:cNvSpPr txBox="1"/>
            <p:nvPr/>
          </p:nvSpPr>
          <p:spPr>
            <a:xfrm>
              <a:off x="2427684" y="4929188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문서</a:t>
              </a:r>
              <a:endParaRPr sz="1200" b="0" i="0" spc="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15" name="Weave text 129:  "/>
            <p:cNvSpPr txBox="1"/>
            <p:nvPr/>
          </p:nvSpPr>
          <p:spPr>
            <a:xfrm>
              <a:off x="2708077" y="4929188"/>
              <a:ext cx="78879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200" b="0" i="0" spc="0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16" name="Weave text 129: 위치"/>
            <p:cNvSpPr txBox="1"/>
            <p:nvPr/>
          </p:nvSpPr>
          <p:spPr>
            <a:xfrm>
              <a:off x="2748707" y="4929188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위치</a:t>
              </a:r>
              <a:endParaRPr sz="1200" b="0" i="0" spc="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117" name="Line 130: 메일 · 나에게 보낸 메일"/>
          <p:cNvGrpSpPr/>
          <p:nvPr/>
        </p:nvGrpSpPr>
        <p:grpSpPr>
          <a:xfrm>
            <a:off x="1219200" y="5157788"/>
            <a:ext cx="1146125" cy="220980"/>
            <a:chOff x="1219200" y="5157788"/>
            <a:chExt cx="1146125" cy="220980"/>
          </a:xfrm>
        </p:grpSpPr>
        <p:sp>
          <p:nvSpPr>
            <p:cNvPr id="118" name="Weave text 130: 메일"/>
            <p:cNvSpPr txBox="1"/>
            <p:nvPr/>
          </p:nvSpPr>
          <p:spPr>
            <a:xfrm>
              <a:off x="1219200" y="5157788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메일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9" name="Weave text 130:  · "/>
            <p:cNvSpPr txBox="1"/>
            <p:nvPr/>
          </p:nvSpPr>
          <p:spPr>
            <a:xfrm>
              <a:off x="1429494" y="5157788"/>
              <a:ext cx="135434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0" name="Weave text 130: 나에게"/>
            <p:cNvSpPr txBox="1"/>
            <p:nvPr/>
          </p:nvSpPr>
          <p:spPr>
            <a:xfrm>
              <a:off x="1526679" y="5157788"/>
              <a:ext cx="353764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나에게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1" name="Weave text 130:  "/>
            <p:cNvSpPr txBox="1"/>
            <p:nvPr/>
          </p:nvSpPr>
          <p:spPr>
            <a:xfrm>
              <a:off x="1842195" y="5157788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2" name="Weave text 130: 보낸"/>
            <p:cNvSpPr txBox="1"/>
            <p:nvPr/>
          </p:nvSpPr>
          <p:spPr>
            <a:xfrm>
              <a:off x="1874341" y="5157788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보낸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3" name="Weave text 130:  "/>
            <p:cNvSpPr txBox="1"/>
            <p:nvPr/>
          </p:nvSpPr>
          <p:spPr>
            <a:xfrm>
              <a:off x="2084636" y="5157788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4" name="Weave text 130: 메일"/>
            <p:cNvSpPr txBox="1"/>
            <p:nvPr/>
          </p:nvSpPr>
          <p:spPr>
            <a:xfrm>
              <a:off x="2116782" y="5157788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메일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25" name="Line 131: 8:40 1층 로비·충전 어댑터"/>
          <p:cNvGrpSpPr/>
          <p:nvPr/>
        </p:nvGrpSpPr>
        <p:grpSpPr>
          <a:xfrm>
            <a:off x="1219200" y="5472112"/>
            <a:ext cx="1731764" cy="281940"/>
            <a:chOff x="1219200" y="5472112"/>
            <a:chExt cx="1731764" cy="281940"/>
          </a:xfrm>
        </p:grpSpPr>
        <p:sp>
          <p:nvSpPr>
            <p:cNvPr id="126" name="Weave text 131: 8:40 1"/>
            <p:cNvSpPr txBox="1"/>
            <p:nvPr/>
          </p:nvSpPr>
          <p:spPr>
            <a:xfrm>
              <a:off x="1219200" y="5472112"/>
              <a:ext cx="48250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8:40 1</a:t>
              </a:r>
              <a:endParaRPr sz="1200" b="0" i="0" spc="0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27" name="Weave text 131: 층"/>
            <p:cNvSpPr txBox="1"/>
            <p:nvPr/>
          </p:nvSpPr>
          <p:spPr>
            <a:xfrm>
              <a:off x="1663601" y="5472112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층</a:t>
              </a:r>
              <a:endParaRPr sz="1200" b="0" i="0" spc="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28" name="Weave text 131:  "/>
            <p:cNvSpPr txBox="1"/>
            <p:nvPr/>
          </p:nvSpPr>
          <p:spPr>
            <a:xfrm>
              <a:off x="1803797" y="5472112"/>
              <a:ext cx="78879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200" b="0" i="0" spc="0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29" name="Weave text 131: 로비"/>
            <p:cNvSpPr txBox="1"/>
            <p:nvPr/>
          </p:nvSpPr>
          <p:spPr>
            <a:xfrm>
              <a:off x="1844427" y="547211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로비</a:t>
              </a:r>
              <a:endParaRPr sz="1200" b="0" i="0" spc="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30" name="Weave text 131: ·"/>
            <p:cNvSpPr txBox="1"/>
            <p:nvPr/>
          </p:nvSpPr>
          <p:spPr>
            <a:xfrm>
              <a:off x="2124819" y="5472112"/>
              <a:ext cx="8438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·</a:t>
              </a:r>
              <a:endParaRPr sz="1200" b="0" i="0" spc="0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31" name="Weave text 131: 충전"/>
            <p:cNvSpPr txBox="1"/>
            <p:nvPr/>
          </p:nvSpPr>
          <p:spPr>
            <a:xfrm>
              <a:off x="2170956" y="547211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충전</a:t>
              </a:r>
              <a:endParaRPr sz="1200" b="0" i="0" spc="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32" name="Weave text 131:  "/>
            <p:cNvSpPr txBox="1"/>
            <p:nvPr/>
          </p:nvSpPr>
          <p:spPr>
            <a:xfrm>
              <a:off x="2451348" y="5472112"/>
              <a:ext cx="78879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200" b="0" i="0" spc="0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33" name="Weave text 131: 어댑터"/>
            <p:cNvSpPr txBox="1"/>
            <p:nvPr/>
          </p:nvSpPr>
          <p:spPr>
            <a:xfrm>
              <a:off x="2491978" y="5472112"/>
              <a:ext cx="458986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어댑터</a:t>
              </a:r>
              <a:endParaRPr sz="1200" b="0" i="0" spc="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134" name="Line 132: 카카오톡 · 나와의 채팅"/>
          <p:cNvGrpSpPr/>
          <p:nvPr/>
        </p:nvGrpSpPr>
        <p:grpSpPr>
          <a:xfrm>
            <a:off x="1219200" y="5700712"/>
            <a:ext cx="1113979" cy="220980"/>
            <a:chOff x="1219200" y="5700712"/>
            <a:chExt cx="1113979" cy="220980"/>
          </a:xfrm>
        </p:grpSpPr>
        <p:sp>
          <p:nvSpPr>
            <p:cNvPr id="135" name="Weave text 132: 카카오톡"/>
            <p:cNvSpPr txBox="1"/>
            <p:nvPr/>
          </p:nvSpPr>
          <p:spPr>
            <a:xfrm>
              <a:off x="1219200" y="5700712"/>
              <a:ext cx="458837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카카오톡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6" name="Weave text 132:  · "/>
            <p:cNvSpPr txBox="1"/>
            <p:nvPr/>
          </p:nvSpPr>
          <p:spPr>
            <a:xfrm>
              <a:off x="1639788" y="5700712"/>
              <a:ext cx="135434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7" name="Weave text 132: 나와의"/>
            <p:cNvSpPr txBox="1"/>
            <p:nvPr/>
          </p:nvSpPr>
          <p:spPr>
            <a:xfrm>
              <a:off x="1736973" y="5700712"/>
              <a:ext cx="353764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나와의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8" name="Weave text 132:  "/>
            <p:cNvSpPr txBox="1"/>
            <p:nvPr/>
          </p:nvSpPr>
          <p:spPr>
            <a:xfrm>
              <a:off x="2052489" y="5700712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9" name="Weave text 132: 채팅"/>
            <p:cNvSpPr txBox="1"/>
            <p:nvPr/>
          </p:nvSpPr>
          <p:spPr>
            <a:xfrm>
              <a:off x="2084636" y="5700712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채팅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40" name="Line 133: 연결된 원래 기록"/>
          <p:cNvGrpSpPr/>
          <p:nvPr/>
        </p:nvGrpSpPr>
        <p:grpSpPr>
          <a:xfrm>
            <a:off x="6591300" y="1762125"/>
            <a:ext cx="955328" cy="220980"/>
            <a:chOff x="6591300" y="1762125"/>
            <a:chExt cx="955328" cy="220980"/>
          </a:xfrm>
        </p:grpSpPr>
        <p:sp>
          <p:nvSpPr>
            <p:cNvPr id="141" name="Weave text 133: 연결된"/>
            <p:cNvSpPr txBox="1"/>
            <p:nvPr/>
          </p:nvSpPr>
          <p:spPr>
            <a:xfrm>
              <a:off x="6591300" y="1762125"/>
              <a:ext cx="394841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108" kern="0" lang="ko-KR" altLang="en-US" dirty="0">
                  <a:solidFill>
                    <a:srgbClr val="9CAAC3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900" b="0" i="0" spc="108" kern="0" lang="ko-KR" altLang="en-US" dirty="0">
                  <a:solidFill>
                    <a:srgbClr val="9CAAC3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연결된</a:t>
              </a:r>
              <a:endParaRPr sz="900" b="0" i="0" spc="108" kern="0" lang="ko-KR" altLang="en-US" dirty="0">
                <a:solidFill>
                  <a:srgbClr val="9CAAC3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42" name="Weave text 133:  "/>
            <p:cNvSpPr txBox="1"/>
            <p:nvPr/>
          </p:nvSpPr>
          <p:spPr>
            <a:xfrm>
              <a:off x="6947892" y="1762125"/>
              <a:ext cx="80665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108" kern="0" lang="ko-KR" altLang="en-US" dirty="0">
                  <a:solidFill>
                    <a:srgbClr val="9CAAC3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900" b="0" i="0" spc="108" kern="0" lang="ko-KR" altLang="en-US" dirty="0">
                  <a:solidFill>
                    <a:srgbClr val="9CAAC3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900" b="0" i="0" spc="108" kern="0" lang="ko-KR" altLang="en-US" dirty="0">
                <a:solidFill>
                  <a:srgbClr val="9CAAC3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43" name="Weave text 133: 원래"/>
            <p:cNvSpPr txBox="1"/>
            <p:nvPr/>
          </p:nvSpPr>
          <p:spPr>
            <a:xfrm>
              <a:off x="6990308" y="1762125"/>
              <a:ext cx="276076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108" kern="0" lang="ko-KR" altLang="en-US" dirty="0">
                  <a:solidFill>
                    <a:srgbClr val="9CAAC3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900" b="0" i="0" spc="108" kern="0" lang="ko-KR" altLang="en-US" dirty="0">
                  <a:solidFill>
                    <a:srgbClr val="9CAAC3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원래</a:t>
              </a:r>
              <a:endParaRPr sz="900" b="0" i="0" spc="108" kern="0" lang="ko-KR" altLang="en-US" dirty="0">
                <a:solidFill>
                  <a:srgbClr val="9CAAC3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44" name="Weave text 133:  "/>
            <p:cNvSpPr txBox="1"/>
            <p:nvPr/>
          </p:nvSpPr>
          <p:spPr>
            <a:xfrm>
              <a:off x="7228136" y="1762125"/>
              <a:ext cx="80665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108" kern="0" lang="ko-KR" altLang="en-US" dirty="0">
                  <a:solidFill>
                    <a:srgbClr val="9CAAC3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900" b="0" i="0" spc="108" kern="0" lang="ko-KR" altLang="en-US" dirty="0">
                  <a:solidFill>
                    <a:srgbClr val="9CAAC3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900" b="0" i="0" spc="108" kern="0" lang="ko-KR" altLang="en-US" dirty="0">
                <a:solidFill>
                  <a:srgbClr val="9CAAC3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45" name="Weave text 133: 기록"/>
            <p:cNvSpPr txBox="1"/>
            <p:nvPr/>
          </p:nvSpPr>
          <p:spPr>
            <a:xfrm>
              <a:off x="7270552" y="1762125"/>
              <a:ext cx="276076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108" kern="0" lang="ko-KR" altLang="en-US" dirty="0">
                  <a:solidFill>
                    <a:srgbClr val="9CAAC3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900" b="0" i="0" spc="108" kern="0" lang="ko-KR" altLang="en-US" dirty="0">
                  <a:solidFill>
                    <a:srgbClr val="9CAAC3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기록</a:t>
              </a:r>
              <a:endParaRPr sz="900" b="0" i="0" spc="108" kern="0" lang="ko-KR" altLang="en-US" dirty="0">
                <a:solidFill>
                  <a:srgbClr val="9CAAC3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146" name="Line 134: 삼성노트"/>
          <p:cNvGrpSpPr/>
          <p:nvPr/>
        </p:nvGrpSpPr>
        <p:grpSpPr>
          <a:xfrm>
            <a:off x="6791325" y="2181225"/>
            <a:ext cx="528935" cy="251460"/>
            <a:chOff x="6791325" y="2181225"/>
            <a:chExt cx="528935" cy="251460"/>
          </a:xfrm>
        </p:grpSpPr>
        <p:sp>
          <p:nvSpPr>
            <p:cNvPr id="147" name="Weave text 134: 삼성노트"/>
            <p:cNvSpPr txBox="1"/>
            <p:nvPr/>
          </p:nvSpPr>
          <p:spPr>
            <a:xfrm>
              <a:off x="6791325" y="2181225"/>
              <a:ext cx="528935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삼성노트</a:t>
              </a:r>
              <a:endParaRPr sz="105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148" name="Line 135: 원문 보기"/>
          <p:cNvGrpSpPr/>
          <p:nvPr/>
        </p:nvGrpSpPr>
        <p:grpSpPr>
          <a:xfrm>
            <a:off x="10910441" y="2185988"/>
            <a:ext cx="490984" cy="220980"/>
            <a:chOff x="10910441" y="2185988"/>
            <a:chExt cx="490984" cy="220980"/>
          </a:xfrm>
        </p:grpSpPr>
        <p:sp>
          <p:nvSpPr>
            <p:cNvPr id="149" name="Weave text 135: 원문"/>
            <p:cNvSpPr txBox="1"/>
            <p:nvPr/>
          </p:nvSpPr>
          <p:spPr>
            <a:xfrm>
              <a:off x="10910441" y="2185988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원문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0" name="Weave text 135:  "/>
            <p:cNvSpPr txBox="1"/>
            <p:nvPr/>
          </p:nvSpPr>
          <p:spPr>
            <a:xfrm>
              <a:off x="11120735" y="2185988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1" name="Weave text 135: 보기"/>
            <p:cNvSpPr txBox="1"/>
            <p:nvPr/>
          </p:nvSpPr>
          <p:spPr>
            <a:xfrm>
              <a:off x="11152882" y="2185988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보기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52" name="Line 136: A사 시연 준비회의"/>
          <p:cNvGrpSpPr/>
          <p:nvPr/>
        </p:nvGrpSpPr>
        <p:grpSpPr>
          <a:xfrm>
            <a:off x="6791325" y="2457450"/>
            <a:ext cx="1442442" cy="342900"/>
            <a:chOff x="6791325" y="2457450"/>
            <a:chExt cx="1442442" cy="342900"/>
          </a:xfrm>
        </p:grpSpPr>
        <p:sp>
          <p:nvSpPr>
            <p:cNvPr id="153" name="Weave text 136: A"/>
            <p:cNvSpPr txBox="1"/>
            <p:nvPr/>
          </p:nvSpPr>
          <p:spPr>
            <a:xfrm>
              <a:off x="6791325" y="2457450"/>
              <a:ext cx="171004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A</a:t>
              </a:r>
              <a:endParaRPr sz="1500" b="0" i="0" spc="-4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54" name="Weave text 136: 사"/>
            <p:cNvSpPr txBox="1"/>
            <p:nvPr/>
          </p:nvSpPr>
          <p:spPr>
            <a:xfrm>
              <a:off x="6924080" y="2457450"/>
              <a:ext cx="207913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사</a:t>
              </a:r>
              <a:endParaRPr sz="1500" b="0" i="0" spc="-4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55" name="Weave text 136:  "/>
            <p:cNvSpPr txBox="1"/>
            <p:nvPr/>
          </p:nvSpPr>
          <p:spPr>
            <a:xfrm>
              <a:off x="7093744" y="2457450"/>
              <a:ext cx="80516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00" b="0" i="0" spc="-4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56" name="Weave text 136: 시연"/>
            <p:cNvSpPr txBox="1"/>
            <p:nvPr/>
          </p:nvSpPr>
          <p:spPr>
            <a:xfrm>
              <a:off x="7136011" y="2457450"/>
              <a:ext cx="377279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시연</a:t>
              </a:r>
              <a:endParaRPr sz="1500" b="0" i="0" spc="-4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57" name="Weave text 136:  "/>
            <p:cNvSpPr txBox="1"/>
            <p:nvPr/>
          </p:nvSpPr>
          <p:spPr>
            <a:xfrm>
              <a:off x="7475041" y="2457450"/>
              <a:ext cx="80516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00" b="0" i="0" spc="-4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58" name="Weave text 136: 준비회의"/>
            <p:cNvSpPr txBox="1"/>
            <p:nvPr/>
          </p:nvSpPr>
          <p:spPr>
            <a:xfrm>
              <a:off x="7517309" y="2457450"/>
              <a:ext cx="716459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준비회의</a:t>
              </a:r>
              <a:endParaRPr sz="1500" b="0" i="0" spc="-4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159" name="Line 137: 설치 · 연결 · 사용 예시 / 전체 시연 5분"/>
          <p:cNvGrpSpPr/>
          <p:nvPr/>
        </p:nvGrpSpPr>
        <p:grpSpPr>
          <a:xfrm>
            <a:off x="6791325" y="2781300"/>
            <a:ext cx="2632323" cy="297180"/>
            <a:chOff x="6791325" y="2781300"/>
            <a:chExt cx="2632323" cy="297180"/>
          </a:xfrm>
        </p:grpSpPr>
        <p:sp>
          <p:nvSpPr>
            <p:cNvPr id="160" name="Weave text 137: 설치"/>
            <p:cNvSpPr txBox="1"/>
            <p:nvPr/>
          </p:nvSpPr>
          <p:spPr>
            <a:xfrm>
              <a:off x="6791325" y="2781300"/>
              <a:ext cx="336054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설치</a:t>
              </a:r>
              <a:endParaRPr sz="1275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1" name="Weave text 137:  · "/>
            <p:cNvSpPr txBox="1"/>
            <p:nvPr/>
          </p:nvSpPr>
          <p:spPr>
            <a:xfrm>
              <a:off x="7089130" y="2781300"/>
              <a:ext cx="176064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1275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2" name="Weave text 137: 연결"/>
            <p:cNvSpPr txBox="1"/>
            <p:nvPr/>
          </p:nvSpPr>
          <p:spPr>
            <a:xfrm>
              <a:off x="7226945" y="278130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연결</a:t>
              </a:r>
              <a:endParaRPr sz="1275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3" name="Weave text 137:  · "/>
            <p:cNvSpPr txBox="1"/>
            <p:nvPr/>
          </p:nvSpPr>
          <p:spPr>
            <a:xfrm>
              <a:off x="7524899" y="2781300"/>
              <a:ext cx="175915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1275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4" name="Weave text 137: 사용"/>
            <p:cNvSpPr txBox="1"/>
            <p:nvPr/>
          </p:nvSpPr>
          <p:spPr>
            <a:xfrm>
              <a:off x="7662565" y="278130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사용</a:t>
              </a:r>
              <a:endParaRPr sz="1275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5" name="Weave text 137:  "/>
            <p:cNvSpPr txBox="1"/>
            <p:nvPr/>
          </p:nvSpPr>
          <p:spPr>
            <a:xfrm>
              <a:off x="7960519" y="278130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6" name="Weave text 137: 예시"/>
            <p:cNvSpPr txBox="1"/>
            <p:nvPr/>
          </p:nvSpPr>
          <p:spPr>
            <a:xfrm>
              <a:off x="8006060" y="278130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예시</a:t>
              </a:r>
              <a:endParaRPr sz="1275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7" name="Weave text 137:  / "/>
            <p:cNvSpPr txBox="1"/>
            <p:nvPr/>
          </p:nvSpPr>
          <p:spPr>
            <a:xfrm>
              <a:off x="8304014" y="2781300"/>
              <a:ext cx="187672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 / </a:t>
              </a:r>
              <a:endParaRPr sz="1275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8" name="Weave text 137: 전체"/>
            <p:cNvSpPr txBox="1"/>
            <p:nvPr/>
          </p:nvSpPr>
          <p:spPr>
            <a:xfrm>
              <a:off x="8453438" y="278130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전체</a:t>
              </a:r>
              <a:endParaRPr sz="1275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9" name="Weave text 137:  "/>
            <p:cNvSpPr txBox="1"/>
            <p:nvPr/>
          </p:nvSpPr>
          <p:spPr>
            <a:xfrm>
              <a:off x="8751391" y="278130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0" name="Weave text 137: 시연"/>
            <p:cNvSpPr txBox="1"/>
            <p:nvPr/>
          </p:nvSpPr>
          <p:spPr>
            <a:xfrm>
              <a:off x="8796933" y="278130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시연</a:t>
              </a:r>
              <a:endParaRPr sz="1275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1" name="Weave text 137:  5"/>
            <p:cNvSpPr txBox="1"/>
            <p:nvPr/>
          </p:nvSpPr>
          <p:spPr>
            <a:xfrm>
              <a:off x="9094887" y="2781300"/>
              <a:ext cx="179784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 5</a:t>
              </a:r>
              <a:endParaRPr sz="1275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2" name="Weave text 137: 분"/>
            <p:cNvSpPr txBox="1"/>
            <p:nvPr/>
          </p:nvSpPr>
          <p:spPr>
            <a:xfrm>
              <a:off x="9236422" y="2781300"/>
              <a:ext cx="187226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분</a:t>
              </a:r>
              <a:endParaRPr sz="1275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73" name="Line 138: 메일 · 나에게 보냄"/>
          <p:cNvGrpSpPr/>
          <p:nvPr/>
        </p:nvGrpSpPr>
        <p:grpSpPr>
          <a:xfrm>
            <a:off x="6791325" y="3457575"/>
            <a:ext cx="1044029" cy="251460"/>
            <a:chOff x="6791325" y="3457575"/>
            <a:chExt cx="1044029" cy="251460"/>
          </a:xfrm>
        </p:grpSpPr>
        <p:sp>
          <p:nvSpPr>
            <p:cNvPr id="174" name="Weave text 138: 메일"/>
            <p:cNvSpPr txBox="1"/>
            <p:nvPr/>
          </p:nvSpPr>
          <p:spPr>
            <a:xfrm>
              <a:off x="6791325" y="3457575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메일</a:t>
              </a:r>
              <a:endParaRPr sz="105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75" name="Weave text 138:  · "/>
            <p:cNvSpPr txBox="1"/>
            <p:nvPr/>
          </p:nvSpPr>
          <p:spPr>
            <a:xfrm>
              <a:off x="7036594" y="3457575"/>
              <a:ext cx="149870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rPr>
                <a:t xml:space="preserve"> · </a:t>
              </a:r>
              <a:endParaRPr sz="1050" b="0" i="0" spc="0" kern="0" lang="ko-KR" altLang="en-US" dirty="0">
                <a:solidFill>
                  <a:srgbClr val="B8A2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76" name="Weave text 138: 나에게"/>
            <p:cNvSpPr txBox="1"/>
            <p:nvPr/>
          </p:nvSpPr>
          <p:spPr>
            <a:xfrm>
              <a:off x="7148215" y="3457575"/>
              <a:ext cx="406301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나에게</a:t>
              </a:r>
              <a:endParaRPr sz="105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77" name="Weave text 138:  "/>
            <p:cNvSpPr txBox="1"/>
            <p:nvPr/>
          </p:nvSpPr>
          <p:spPr>
            <a:xfrm>
              <a:off x="7516267" y="3457575"/>
              <a:ext cx="73670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050" b="0" i="0" spc="0" kern="0" lang="ko-KR" altLang="en-US" dirty="0">
                <a:solidFill>
                  <a:srgbClr val="B8A2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78" name="Weave text 138: 보냄"/>
            <p:cNvSpPr txBox="1"/>
            <p:nvPr/>
          </p:nvSpPr>
          <p:spPr>
            <a:xfrm>
              <a:off x="7551688" y="3457575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보냄</a:t>
              </a:r>
              <a:endParaRPr sz="105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179" name="Line 139: 메일 보기"/>
          <p:cNvGrpSpPr/>
          <p:nvPr/>
        </p:nvGrpSpPr>
        <p:grpSpPr>
          <a:xfrm>
            <a:off x="10910441" y="3462338"/>
            <a:ext cx="490984" cy="220980"/>
            <a:chOff x="10910441" y="3462338"/>
            <a:chExt cx="490984" cy="220980"/>
          </a:xfrm>
        </p:grpSpPr>
        <p:sp>
          <p:nvSpPr>
            <p:cNvPr id="180" name="Weave text 139: 메일"/>
            <p:cNvSpPr txBox="1"/>
            <p:nvPr/>
          </p:nvSpPr>
          <p:spPr>
            <a:xfrm>
              <a:off x="10910441" y="3462338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메일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1" name="Weave text 139:  "/>
            <p:cNvSpPr txBox="1"/>
            <p:nvPr/>
          </p:nvSpPr>
          <p:spPr>
            <a:xfrm>
              <a:off x="11120735" y="3462338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2" name="Weave text 139: 보기"/>
            <p:cNvSpPr txBox="1"/>
            <p:nvPr/>
          </p:nvSpPr>
          <p:spPr>
            <a:xfrm>
              <a:off x="11152882" y="3462338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보기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83" name="Line 140: A사 시연 자료 — 내일 수정할 것"/>
          <p:cNvGrpSpPr/>
          <p:nvPr/>
        </p:nvGrpSpPr>
        <p:grpSpPr>
          <a:xfrm>
            <a:off x="6791325" y="3733800"/>
            <a:ext cx="2474565" cy="342900"/>
            <a:chOff x="6791325" y="3733800"/>
            <a:chExt cx="2474565" cy="342900"/>
          </a:xfrm>
        </p:grpSpPr>
        <p:sp>
          <p:nvSpPr>
            <p:cNvPr id="184" name="Weave text 140: A"/>
            <p:cNvSpPr txBox="1"/>
            <p:nvPr/>
          </p:nvSpPr>
          <p:spPr>
            <a:xfrm>
              <a:off x="6791325" y="3733800"/>
              <a:ext cx="171004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A</a:t>
              </a:r>
              <a:endParaRPr sz="1500" b="0" i="0" spc="-4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85" name="Weave text 140: 사"/>
            <p:cNvSpPr txBox="1"/>
            <p:nvPr/>
          </p:nvSpPr>
          <p:spPr>
            <a:xfrm>
              <a:off x="6924080" y="3733800"/>
              <a:ext cx="207913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사</a:t>
              </a:r>
              <a:endParaRPr sz="1500" b="0" i="0" spc="-4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86" name="Weave text 140:  "/>
            <p:cNvSpPr txBox="1"/>
            <p:nvPr/>
          </p:nvSpPr>
          <p:spPr>
            <a:xfrm>
              <a:off x="7093744" y="3733800"/>
              <a:ext cx="80516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00" b="0" i="0" spc="-4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87" name="Weave text 140: 시연"/>
            <p:cNvSpPr txBox="1"/>
            <p:nvPr/>
          </p:nvSpPr>
          <p:spPr>
            <a:xfrm>
              <a:off x="7136011" y="3733800"/>
              <a:ext cx="377279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시연</a:t>
              </a:r>
              <a:endParaRPr sz="1500" b="0" i="0" spc="-4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88" name="Weave text 140:  "/>
            <p:cNvSpPr txBox="1"/>
            <p:nvPr/>
          </p:nvSpPr>
          <p:spPr>
            <a:xfrm>
              <a:off x="7475041" y="3733800"/>
              <a:ext cx="80516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00" b="0" i="0" spc="-4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89" name="Weave text 140: 자료"/>
            <p:cNvSpPr txBox="1"/>
            <p:nvPr/>
          </p:nvSpPr>
          <p:spPr>
            <a:xfrm>
              <a:off x="7517309" y="3733800"/>
              <a:ext cx="377428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자료</a:t>
              </a:r>
              <a:endParaRPr sz="1500" b="0" i="0" spc="-4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90" name="Weave text 140:  — "/>
            <p:cNvSpPr txBox="1"/>
            <p:nvPr/>
          </p:nvSpPr>
          <p:spPr>
            <a:xfrm>
              <a:off x="7856488" y="3733800"/>
              <a:ext cx="307479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— </a:t>
              </a:r>
              <a:endParaRPr sz="1500" b="0" i="0" spc="-4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91" name="Weave text 140: 내일"/>
            <p:cNvSpPr txBox="1"/>
            <p:nvPr/>
          </p:nvSpPr>
          <p:spPr>
            <a:xfrm>
              <a:off x="8125718" y="3733800"/>
              <a:ext cx="377428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내일</a:t>
              </a:r>
              <a:endParaRPr sz="1500" b="0" i="0" spc="-4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92" name="Weave text 140:  "/>
            <p:cNvSpPr txBox="1"/>
            <p:nvPr/>
          </p:nvSpPr>
          <p:spPr>
            <a:xfrm>
              <a:off x="8464897" y="3733800"/>
              <a:ext cx="80516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00" b="0" i="0" spc="-4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93" name="Weave text 140: 수정할"/>
            <p:cNvSpPr txBox="1"/>
            <p:nvPr/>
          </p:nvSpPr>
          <p:spPr>
            <a:xfrm>
              <a:off x="8507164" y="3733800"/>
              <a:ext cx="546795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수정할</a:t>
              </a:r>
              <a:endParaRPr sz="1500" b="0" i="0" spc="-4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94" name="Weave text 140:  "/>
            <p:cNvSpPr txBox="1"/>
            <p:nvPr/>
          </p:nvSpPr>
          <p:spPr>
            <a:xfrm>
              <a:off x="9015710" y="3733800"/>
              <a:ext cx="80665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00" b="0" i="0" spc="-4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95" name="Weave text 140: 것"/>
            <p:cNvSpPr txBox="1"/>
            <p:nvPr/>
          </p:nvSpPr>
          <p:spPr>
            <a:xfrm>
              <a:off x="9058126" y="3733800"/>
              <a:ext cx="207764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것</a:t>
              </a:r>
              <a:endParaRPr sz="1500" b="0" i="0" spc="-4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196" name="Line 141: 7쪽: 연결 화면 캡처 교체 · 9쪽: 설명 세 문장으로 축약"/>
          <p:cNvGrpSpPr/>
          <p:nvPr/>
        </p:nvGrpSpPr>
        <p:grpSpPr>
          <a:xfrm>
            <a:off x="6791325" y="4067175"/>
            <a:ext cx="3443288" cy="281940"/>
            <a:chOff x="6791325" y="4067175"/>
            <a:chExt cx="3443288" cy="281940"/>
          </a:xfrm>
        </p:grpSpPr>
        <p:sp>
          <p:nvSpPr>
            <p:cNvPr id="197" name="Weave text 141: 7"/>
            <p:cNvSpPr txBox="1"/>
            <p:nvPr/>
          </p:nvSpPr>
          <p:spPr>
            <a:xfrm>
              <a:off x="6791325" y="4067175"/>
              <a:ext cx="124420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7</a:t>
              </a:r>
              <a:endParaRPr sz="1200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8" name="Weave text 141: 쪽"/>
            <p:cNvSpPr txBox="1"/>
            <p:nvPr/>
          </p:nvSpPr>
          <p:spPr>
            <a:xfrm>
              <a:off x="6877496" y="4067175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쪽</a:t>
              </a:r>
              <a:endParaRPr sz="1200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9" name="Weave text 141: : "/>
            <p:cNvSpPr txBox="1"/>
            <p:nvPr/>
          </p:nvSpPr>
          <p:spPr>
            <a:xfrm>
              <a:off x="7017693" y="4067175"/>
              <a:ext cx="12501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: </a:t>
              </a:r>
              <a:endParaRPr sz="1200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0" name="Weave text 141: 연결"/>
            <p:cNvSpPr txBox="1"/>
            <p:nvPr/>
          </p:nvSpPr>
          <p:spPr>
            <a:xfrm>
              <a:off x="7104459" y="406717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연결</a:t>
              </a:r>
              <a:endParaRPr sz="1200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1" name="Weave text 141:  "/>
            <p:cNvSpPr txBox="1"/>
            <p:nvPr/>
          </p:nvSpPr>
          <p:spPr>
            <a:xfrm>
              <a:off x="7384852" y="406717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2" name="Weave text 141: 화면"/>
            <p:cNvSpPr txBox="1"/>
            <p:nvPr/>
          </p:nvSpPr>
          <p:spPr>
            <a:xfrm>
              <a:off x="7427714" y="406717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화면</a:t>
              </a:r>
              <a:endParaRPr sz="1200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3" name="Weave text 141:  "/>
            <p:cNvSpPr txBox="1"/>
            <p:nvPr/>
          </p:nvSpPr>
          <p:spPr>
            <a:xfrm>
              <a:off x="7708106" y="406717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4" name="Weave text 141: 캡처"/>
            <p:cNvSpPr txBox="1"/>
            <p:nvPr/>
          </p:nvSpPr>
          <p:spPr>
            <a:xfrm>
              <a:off x="7750969" y="4067175"/>
              <a:ext cx="318790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캡처</a:t>
              </a:r>
              <a:endParaRPr sz="1200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5" name="Weave text 141:  "/>
            <p:cNvSpPr txBox="1"/>
            <p:nvPr/>
          </p:nvSpPr>
          <p:spPr>
            <a:xfrm>
              <a:off x="8031510" y="406717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6" name="Weave text 141: 교체"/>
            <p:cNvSpPr txBox="1"/>
            <p:nvPr/>
          </p:nvSpPr>
          <p:spPr>
            <a:xfrm>
              <a:off x="8074372" y="406717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교체</a:t>
              </a:r>
              <a:endParaRPr sz="1200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7" name="Weave text 141:  · 9"/>
            <p:cNvSpPr txBox="1"/>
            <p:nvPr/>
          </p:nvSpPr>
          <p:spPr>
            <a:xfrm>
              <a:off x="8354764" y="4067175"/>
              <a:ext cx="262384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 · 9</a:t>
              </a:r>
              <a:endParaRPr sz="1200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8" name="Weave text 141: 쪽"/>
            <p:cNvSpPr txBox="1"/>
            <p:nvPr/>
          </p:nvSpPr>
          <p:spPr>
            <a:xfrm>
              <a:off x="8578900" y="4067175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쪽</a:t>
              </a:r>
              <a:endParaRPr sz="1200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9" name="Weave text 141: : "/>
            <p:cNvSpPr txBox="1"/>
            <p:nvPr/>
          </p:nvSpPr>
          <p:spPr>
            <a:xfrm>
              <a:off x="8719096" y="4067175"/>
              <a:ext cx="12501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: </a:t>
              </a:r>
              <a:endParaRPr sz="1200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0" name="Weave text 141: 설명"/>
            <p:cNvSpPr txBox="1"/>
            <p:nvPr/>
          </p:nvSpPr>
          <p:spPr>
            <a:xfrm>
              <a:off x="8805862" y="406717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설명</a:t>
              </a:r>
              <a:endParaRPr sz="1200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1" name="Weave text 141:  "/>
            <p:cNvSpPr txBox="1"/>
            <p:nvPr/>
          </p:nvSpPr>
          <p:spPr>
            <a:xfrm>
              <a:off x="9086255" y="406717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2" name="Weave text 141: 세"/>
            <p:cNvSpPr txBox="1"/>
            <p:nvPr/>
          </p:nvSpPr>
          <p:spPr>
            <a:xfrm>
              <a:off x="9129117" y="4067175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세</a:t>
              </a:r>
              <a:endParaRPr sz="1200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3" name="Weave text 141:  "/>
            <p:cNvSpPr txBox="1"/>
            <p:nvPr/>
          </p:nvSpPr>
          <p:spPr>
            <a:xfrm>
              <a:off x="9269313" y="406717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4" name="Weave text 141: 문장으로"/>
            <p:cNvSpPr txBox="1"/>
            <p:nvPr/>
          </p:nvSpPr>
          <p:spPr>
            <a:xfrm>
              <a:off x="9312176" y="4067175"/>
              <a:ext cx="599033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문장으로</a:t>
              </a:r>
              <a:endParaRPr sz="1200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5" name="Weave text 141:  "/>
            <p:cNvSpPr txBox="1"/>
            <p:nvPr/>
          </p:nvSpPr>
          <p:spPr>
            <a:xfrm>
              <a:off x="9872960" y="406717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6" name="Weave text 141: 축약"/>
            <p:cNvSpPr txBox="1"/>
            <p:nvPr/>
          </p:nvSpPr>
          <p:spPr>
            <a:xfrm>
              <a:off x="9915823" y="4067175"/>
              <a:ext cx="318790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축약</a:t>
              </a:r>
              <a:endParaRPr sz="1200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217" name="Line 142: 자료 위치: 사내 문서함 링크"/>
          <p:cNvGrpSpPr/>
          <p:nvPr/>
        </p:nvGrpSpPr>
        <p:grpSpPr>
          <a:xfrm>
            <a:off x="6791325" y="4303365"/>
            <a:ext cx="1795760" cy="281940"/>
            <a:chOff x="6791325" y="4303365"/>
            <a:chExt cx="1795760" cy="281940"/>
          </a:xfrm>
        </p:grpSpPr>
        <p:sp>
          <p:nvSpPr>
            <p:cNvPr id="218" name="Weave text 142: 자료"/>
            <p:cNvSpPr txBox="1"/>
            <p:nvPr/>
          </p:nvSpPr>
          <p:spPr>
            <a:xfrm>
              <a:off x="6791325" y="430336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자료</a:t>
              </a:r>
              <a:endParaRPr sz="1200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9" name="Weave text 142:  "/>
            <p:cNvSpPr txBox="1"/>
            <p:nvPr/>
          </p:nvSpPr>
          <p:spPr>
            <a:xfrm>
              <a:off x="7071717" y="430336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20" name="Weave text 142: 위치"/>
            <p:cNvSpPr txBox="1"/>
            <p:nvPr/>
          </p:nvSpPr>
          <p:spPr>
            <a:xfrm>
              <a:off x="7114580" y="430336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위치</a:t>
              </a:r>
              <a:endParaRPr sz="1200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1" name="Weave text 142: : "/>
            <p:cNvSpPr txBox="1"/>
            <p:nvPr/>
          </p:nvSpPr>
          <p:spPr>
            <a:xfrm>
              <a:off x="7394972" y="4303365"/>
              <a:ext cx="12501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: </a:t>
              </a:r>
              <a:endParaRPr sz="1200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22" name="Weave text 142: 사내"/>
            <p:cNvSpPr txBox="1"/>
            <p:nvPr/>
          </p:nvSpPr>
          <p:spPr>
            <a:xfrm>
              <a:off x="7481739" y="430336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사내</a:t>
              </a:r>
              <a:endParaRPr sz="1200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3" name="Weave text 142:  "/>
            <p:cNvSpPr txBox="1"/>
            <p:nvPr/>
          </p:nvSpPr>
          <p:spPr>
            <a:xfrm>
              <a:off x="7762131" y="430336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24" name="Weave text 142: 문서함"/>
            <p:cNvSpPr txBox="1"/>
            <p:nvPr/>
          </p:nvSpPr>
          <p:spPr>
            <a:xfrm>
              <a:off x="7804993" y="4303365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문서함</a:t>
              </a:r>
              <a:endParaRPr sz="1200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5" name="Weave text 142:  "/>
            <p:cNvSpPr txBox="1"/>
            <p:nvPr/>
          </p:nvSpPr>
          <p:spPr>
            <a:xfrm>
              <a:off x="8225582" y="430336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26" name="Weave text 142: 링크"/>
            <p:cNvSpPr txBox="1"/>
            <p:nvPr/>
          </p:nvSpPr>
          <p:spPr>
            <a:xfrm>
              <a:off x="8268444" y="430336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링크</a:t>
              </a:r>
              <a:endParaRPr sz="1200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227" name="Line 143: 카카오톡 · 나와의 채팅"/>
          <p:cNvGrpSpPr/>
          <p:nvPr/>
        </p:nvGrpSpPr>
        <p:grpSpPr>
          <a:xfrm>
            <a:off x="6791325" y="4962525"/>
            <a:ext cx="1289447" cy="251460"/>
            <a:chOff x="6791325" y="4962525"/>
            <a:chExt cx="1289447" cy="251460"/>
          </a:xfrm>
        </p:grpSpPr>
        <p:sp>
          <p:nvSpPr>
            <p:cNvPr id="228" name="Weave text 143: 카카오톡"/>
            <p:cNvSpPr txBox="1"/>
            <p:nvPr/>
          </p:nvSpPr>
          <p:spPr>
            <a:xfrm>
              <a:off x="6791325" y="4962525"/>
              <a:ext cx="528935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카카오톡</a:t>
              </a:r>
              <a:endParaRPr sz="105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229" name="Weave text 143:  · "/>
            <p:cNvSpPr txBox="1"/>
            <p:nvPr/>
          </p:nvSpPr>
          <p:spPr>
            <a:xfrm>
              <a:off x="7282011" y="4962525"/>
              <a:ext cx="149721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rPr>
                <a:t xml:space="preserve"> · </a:t>
              </a:r>
              <a:endParaRPr sz="1050" b="0" i="0" spc="0" kern="0" lang="ko-KR" altLang="en-US" dirty="0">
                <a:solidFill>
                  <a:srgbClr val="B8A2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230" name="Weave text 143: 나와의"/>
            <p:cNvSpPr txBox="1"/>
            <p:nvPr/>
          </p:nvSpPr>
          <p:spPr>
            <a:xfrm>
              <a:off x="7393484" y="4962525"/>
              <a:ext cx="406301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나와의</a:t>
              </a:r>
              <a:endParaRPr sz="105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231" name="Weave text 143:  "/>
            <p:cNvSpPr txBox="1"/>
            <p:nvPr/>
          </p:nvSpPr>
          <p:spPr>
            <a:xfrm>
              <a:off x="7761536" y="4962525"/>
              <a:ext cx="73819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050" b="0" i="0" spc="0" kern="0" lang="ko-KR" altLang="en-US" dirty="0">
                <a:solidFill>
                  <a:srgbClr val="B8A2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232" name="Weave text 143: 채팅"/>
            <p:cNvSpPr txBox="1"/>
            <p:nvPr/>
          </p:nvSpPr>
          <p:spPr>
            <a:xfrm>
              <a:off x="7797105" y="4962525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채팅</a:t>
              </a:r>
              <a:endParaRPr sz="105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233" name="Line 144: 가져온 기록"/>
          <p:cNvGrpSpPr/>
          <p:nvPr/>
        </p:nvGrpSpPr>
        <p:grpSpPr>
          <a:xfrm>
            <a:off x="10805368" y="4967288"/>
            <a:ext cx="596057" cy="220980"/>
            <a:chOff x="10805368" y="4967288"/>
            <a:chExt cx="596057" cy="220980"/>
          </a:xfrm>
        </p:grpSpPr>
        <p:sp>
          <p:nvSpPr>
            <p:cNvPr id="234" name="Weave text 144: 가져온"/>
            <p:cNvSpPr txBox="1"/>
            <p:nvPr/>
          </p:nvSpPr>
          <p:spPr>
            <a:xfrm>
              <a:off x="10805368" y="4967288"/>
              <a:ext cx="353616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가져온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35" name="Weave text 144:  "/>
            <p:cNvSpPr txBox="1"/>
            <p:nvPr/>
          </p:nvSpPr>
          <p:spPr>
            <a:xfrm>
              <a:off x="11120735" y="4967288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6" name="Weave text 144: 기록"/>
            <p:cNvSpPr txBox="1"/>
            <p:nvPr/>
          </p:nvSpPr>
          <p:spPr>
            <a:xfrm>
              <a:off x="11152882" y="4967288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기록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237" name="Line 145: A사 시연 집합 안내"/>
          <p:cNvGrpSpPr/>
          <p:nvPr/>
        </p:nvGrpSpPr>
        <p:grpSpPr>
          <a:xfrm>
            <a:off x="6791325" y="5238750"/>
            <a:ext cx="1484709" cy="342900"/>
            <a:chOff x="6791325" y="5238750"/>
            <a:chExt cx="1484709" cy="342900"/>
          </a:xfrm>
        </p:grpSpPr>
        <p:sp>
          <p:nvSpPr>
            <p:cNvPr id="238" name="Weave text 145: A"/>
            <p:cNvSpPr txBox="1"/>
            <p:nvPr/>
          </p:nvSpPr>
          <p:spPr>
            <a:xfrm>
              <a:off x="6791325" y="5238750"/>
              <a:ext cx="171004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A</a:t>
              </a:r>
              <a:endParaRPr sz="1500" b="0" i="0" spc="-4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239" name="Weave text 145: 사"/>
            <p:cNvSpPr txBox="1"/>
            <p:nvPr/>
          </p:nvSpPr>
          <p:spPr>
            <a:xfrm>
              <a:off x="6924080" y="5238750"/>
              <a:ext cx="207913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사</a:t>
              </a:r>
              <a:endParaRPr sz="1500" b="0" i="0" spc="-4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40" name="Weave text 145:  "/>
            <p:cNvSpPr txBox="1"/>
            <p:nvPr/>
          </p:nvSpPr>
          <p:spPr>
            <a:xfrm>
              <a:off x="7093744" y="5238750"/>
              <a:ext cx="80516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00" b="0" i="0" spc="-4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241" name="Weave text 145: 시연"/>
            <p:cNvSpPr txBox="1"/>
            <p:nvPr/>
          </p:nvSpPr>
          <p:spPr>
            <a:xfrm>
              <a:off x="7136011" y="5238750"/>
              <a:ext cx="377279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시연</a:t>
              </a:r>
              <a:endParaRPr sz="1500" b="0" i="0" spc="-4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42" name="Weave text 145:  "/>
            <p:cNvSpPr txBox="1"/>
            <p:nvPr/>
          </p:nvSpPr>
          <p:spPr>
            <a:xfrm>
              <a:off x="7475041" y="5238750"/>
              <a:ext cx="80516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00" b="0" i="0" spc="-4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243" name="Weave text 145: 집합"/>
            <p:cNvSpPr txBox="1"/>
            <p:nvPr/>
          </p:nvSpPr>
          <p:spPr>
            <a:xfrm>
              <a:off x="7517309" y="5238750"/>
              <a:ext cx="377428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집합</a:t>
              </a:r>
              <a:endParaRPr sz="1500" b="0" i="0" spc="-4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44" name="Weave text 145:  "/>
            <p:cNvSpPr txBox="1"/>
            <p:nvPr/>
          </p:nvSpPr>
          <p:spPr>
            <a:xfrm>
              <a:off x="7856488" y="5238750"/>
              <a:ext cx="80516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00" b="0" i="0" spc="-4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245" name="Weave text 145: 안내"/>
            <p:cNvSpPr txBox="1"/>
            <p:nvPr/>
          </p:nvSpPr>
          <p:spPr>
            <a:xfrm>
              <a:off x="7898755" y="5238750"/>
              <a:ext cx="377279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안내</a:t>
              </a:r>
              <a:endParaRPr sz="1500" b="0" i="0" spc="-4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246" name="Line 146: “내일 8:40 1층 로비. 충전 어댑터 챙기기.”"/>
          <p:cNvGrpSpPr/>
          <p:nvPr/>
        </p:nvGrpSpPr>
        <p:grpSpPr>
          <a:xfrm>
            <a:off x="6791325" y="5562600"/>
            <a:ext cx="2894261" cy="297180"/>
            <a:chOff x="6791325" y="5562600"/>
            <a:chExt cx="2894261" cy="297180"/>
          </a:xfrm>
        </p:grpSpPr>
        <p:sp>
          <p:nvSpPr>
            <p:cNvPr id="247" name="Weave text 146: “"/>
            <p:cNvSpPr txBox="1"/>
            <p:nvPr/>
          </p:nvSpPr>
          <p:spPr>
            <a:xfrm>
              <a:off x="6791325" y="5562600"/>
              <a:ext cx="109538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“</a:t>
              </a:r>
              <a:endParaRPr sz="1275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48" name="Weave text 146: 내일"/>
            <p:cNvSpPr txBox="1"/>
            <p:nvPr/>
          </p:nvSpPr>
          <p:spPr>
            <a:xfrm>
              <a:off x="6862614" y="556260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내일</a:t>
              </a:r>
              <a:endParaRPr sz="1275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49" name="Weave text 146:  8:40 1"/>
            <p:cNvSpPr txBox="1"/>
            <p:nvPr/>
          </p:nvSpPr>
          <p:spPr>
            <a:xfrm>
              <a:off x="7160568" y="5562600"/>
              <a:ext cx="548729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 8:40 1</a:t>
              </a:r>
              <a:endParaRPr sz="1275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50" name="Weave text 146: 층"/>
            <p:cNvSpPr txBox="1"/>
            <p:nvPr/>
          </p:nvSpPr>
          <p:spPr>
            <a:xfrm>
              <a:off x="7671048" y="5562600"/>
              <a:ext cx="187226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층</a:t>
              </a:r>
              <a:endParaRPr sz="1275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51" name="Weave text 146:  "/>
            <p:cNvSpPr txBox="1"/>
            <p:nvPr/>
          </p:nvSpPr>
          <p:spPr>
            <a:xfrm>
              <a:off x="7820025" y="556260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52" name="Weave text 146: 로비"/>
            <p:cNvSpPr txBox="1"/>
            <p:nvPr/>
          </p:nvSpPr>
          <p:spPr>
            <a:xfrm>
              <a:off x="7865566" y="556260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로비</a:t>
              </a:r>
              <a:endParaRPr sz="1275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53" name="Weave text 146: . "/>
            <p:cNvSpPr txBox="1"/>
            <p:nvPr/>
          </p:nvSpPr>
          <p:spPr>
            <a:xfrm>
              <a:off x="8163520" y="5562600"/>
              <a:ext cx="130373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. </a:t>
              </a:r>
              <a:endParaRPr sz="1275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54" name="Weave text 146: 충전"/>
            <p:cNvSpPr txBox="1"/>
            <p:nvPr/>
          </p:nvSpPr>
          <p:spPr>
            <a:xfrm>
              <a:off x="8255645" y="556260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충전</a:t>
              </a:r>
              <a:endParaRPr sz="1275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55" name="Weave text 146:  "/>
            <p:cNvSpPr txBox="1"/>
            <p:nvPr/>
          </p:nvSpPr>
          <p:spPr>
            <a:xfrm>
              <a:off x="8553599" y="556260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56" name="Weave text 146: 어댑터"/>
            <p:cNvSpPr txBox="1"/>
            <p:nvPr/>
          </p:nvSpPr>
          <p:spPr>
            <a:xfrm>
              <a:off x="8599140" y="5562600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어댑터</a:t>
              </a:r>
              <a:endParaRPr sz="1275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57" name="Weave text 146:  "/>
            <p:cNvSpPr txBox="1"/>
            <p:nvPr/>
          </p:nvSpPr>
          <p:spPr>
            <a:xfrm>
              <a:off x="9046071" y="556260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58" name="Weave text 146: 챙기기"/>
            <p:cNvSpPr txBox="1"/>
            <p:nvPr/>
          </p:nvSpPr>
          <p:spPr>
            <a:xfrm>
              <a:off x="9091612" y="5562600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챙기기</a:t>
              </a:r>
              <a:endParaRPr sz="1275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59" name="Weave text 146: .”"/>
            <p:cNvSpPr txBox="1"/>
            <p:nvPr/>
          </p:nvSpPr>
          <p:spPr>
            <a:xfrm>
              <a:off x="9538543" y="5562600"/>
              <a:ext cx="147042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.”</a:t>
              </a:r>
              <a:endParaRPr sz="1275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60" name="Line 147: 앱을 다시 열어 찾아다니지 않고, 필요한 기록과 출처를 함께 확인합니다."/>
          <p:cNvGrpSpPr/>
          <p:nvPr/>
        </p:nvGrpSpPr>
        <p:grpSpPr>
          <a:xfrm>
            <a:off x="609600" y="6162675"/>
            <a:ext cx="4455914" cy="281940"/>
            <a:chOff x="609600" y="6162675"/>
            <a:chExt cx="4455914" cy="281940"/>
          </a:xfrm>
        </p:grpSpPr>
        <p:sp>
          <p:nvSpPr>
            <p:cNvPr id="261" name="Weave text 147: 앱을"/>
            <p:cNvSpPr txBox="1"/>
            <p:nvPr/>
          </p:nvSpPr>
          <p:spPr>
            <a:xfrm>
              <a:off x="609600" y="6162675"/>
              <a:ext cx="31253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앱을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62" name="Weave text 147:  "/>
            <p:cNvSpPr txBox="1"/>
            <p:nvPr/>
          </p:nvSpPr>
          <p:spPr>
            <a:xfrm>
              <a:off x="883890" y="6162675"/>
              <a:ext cx="7798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63" name="Weave text 147: 다시"/>
            <p:cNvSpPr txBox="1"/>
            <p:nvPr/>
          </p:nvSpPr>
          <p:spPr>
            <a:xfrm>
              <a:off x="923627" y="6162675"/>
              <a:ext cx="31253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다시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64" name="Weave text 147:  "/>
            <p:cNvSpPr txBox="1"/>
            <p:nvPr/>
          </p:nvSpPr>
          <p:spPr>
            <a:xfrm>
              <a:off x="1197918" y="6162675"/>
              <a:ext cx="78135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65" name="Weave text 147: 열어"/>
            <p:cNvSpPr txBox="1"/>
            <p:nvPr/>
          </p:nvSpPr>
          <p:spPr>
            <a:xfrm>
              <a:off x="1237804" y="6162675"/>
              <a:ext cx="31253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열어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66" name="Weave text 147:  "/>
            <p:cNvSpPr txBox="1"/>
            <p:nvPr/>
          </p:nvSpPr>
          <p:spPr>
            <a:xfrm>
              <a:off x="1512094" y="6162675"/>
              <a:ext cx="78135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67" name="Weave text 147: 찾아다니지"/>
            <p:cNvSpPr txBox="1"/>
            <p:nvPr/>
          </p:nvSpPr>
          <p:spPr>
            <a:xfrm>
              <a:off x="1551980" y="6162675"/>
              <a:ext cx="72404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찾아다니지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68" name="Weave text 147:  "/>
            <p:cNvSpPr txBox="1"/>
            <p:nvPr/>
          </p:nvSpPr>
          <p:spPr>
            <a:xfrm>
              <a:off x="2237780" y="6162675"/>
              <a:ext cx="7798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69" name="Weave text 147: 않고"/>
            <p:cNvSpPr txBox="1"/>
            <p:nvPr/>
          </p:nvSpPr>
          <p:spPr>
            <a:xfrm>
              <a:off x="2277517" y="6162675"/>
              <a:ext cx="31253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않고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70" name="Weave text 147: , "/>
            <p:cNvSpPr txBox="1"/>
            <p:nvPr/>
          </p:nvSpPr>
          <p:spPr>
            <a:xfrm>
              <a:off x="2551807" y="6162675"/>
              <a:ext cx="118914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1" name="Weave text 147: 필요한"/>
            <p:cNvSpPr txBox="1"/>
            <p:nvPr/>
          </p:nvSpPr>
          <p:spPr>
            <a:xfrm>
              <a:off x="2632472" y="6162675"/>
              <a:ext cx="44975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필요한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72" name="Weave text 147:  "/>
            <p:cNvSpPr txBox="1"/>
            <p:nvPr/>
          </p:nvSpPr>
          <p:spPr>
            <a:xfrm>
              <a:off x="3043982" y="6162675"/>
              <a:ext cx="78135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3" name="Weave text 147: 기록과"/>
            <p:cNvSpPr txBox="1"/>
            <p:nvPr/>
          </p:nvSpPr>
          <p:spPr>
            <a:xfrm>
              <a:off x="3083868" y="6162675"/>
              <a:ext cx="44975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기록과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74" name="Weave text 147:  "/>
            <p:cNvSpPr txBox="1"/>
            <p:nvPr/>
          </p:nvSpPr>
          <p:spPr>
            <a:xfrm>
              <a:off x="3495377" y="6162675"/>
              <a:ext cx="7798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5" name="Weave text 147: 출처를"/>
            <p:cNvSpPr txBox="1"/>
            <p:nvPr/>
          </p:nvSpPr>
          <p:spPr>
            <a:xfrm>
              <a:off x="3535114" y="6162675"/>
              <a:ext cx="44975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출처를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76" name="Weave text 147:  "/>
            <p:cNvSpPr txBox="1"/>
            <p:nvPr/>
          </p:nvSpPr>
          <p:spPr>
            <a:xfrm>
              <a:off x="3946624" y="6162675"/>
              <a:ext cx="7798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7" name="Weave text 147: 함께"/>
            <p:cNvSpPr txBox="1"/>
            <p:nvPr/>
          </p:nvSpPr>
          <p:spPr>
            <a:xfrm>
              <a:off x="3986361" y="6162675"/>
              <a:ext cx="312688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함께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78" name="Weave text 147:  "/>
            <p:cNvSpPr txBox="1"/>
            <p:nvPr/>
          </p:nvSpPr>
          <p:spPr>
            <a:xfrm>
              <a:off x="4260800" y="6162675"/>
              <a:ext cx="7798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9" name="Weave text 147: 확인합니다"/>
            <p:cNvSpPr txBox="1"/>
            <p:nvPr/>
          </p:nvSpPr>
          <p:spPr>
            <a:xfrm>
              <a:off x="4300538" y="6162675"/>
              <a:ext cx="72404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확인합니다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80" name="Weave text 147: ."/>
            <p:cNvSpPr txBox="1"/>
            <p:nvPr/>
          </p:nvSpPr>
          <p:spPr>
            <a:xfrm>
              <a:off x="4986338" y="6162675"/>
              <a:ext cx="79177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81" name="Line 148: WEAVE ASSIST / GALAXY AI CONCEPT"/>
          <p:cNvGrpSpPr/>
          <p:nvPr/>
        </p:nvGrpSpPr>
        <p:grpSpPr>
          <a:xfrm>
            <a:off x="609600" y="6496050"/>
            <a:ext cx="2437507" cy="190500"/>
            <a:chOff x="609600" y="6496050"/>
            <a:chExt cx="2437507" cy="190500"/>
          </a:xfrm>
        </p:grpSpPr>
        <p:sp>
          <p:nvSpPr>
            <p:cNvPr id="282" name="Weave text 148: WEAVE ASSIST / GALAXY AI CONCEPT"/>
            <p:cNvSpPr txBox="1"/>
            <p:nvPr/>
          </p:nvSpPr>
          <p:spPr>
            <a:xfrm>
              <a:off x="609600" y="6496050"/>
              <a:ext cx="2437507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150" kern="0" lang="ko-KR" altLang="en-US" dirty="0">
                  <a:solidFill>
                    <a:srgbClr val="9CAAC3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750" b="0" i="0" spc="150" kern="0" lang="ko-KR" altLang="en-US" dirty="0">
                  <a:solidFill>
                    <a:srgbClr val="9CAAC3"/>
                  </a:solidFill>
                  <a:latin typeface="Inter Medium"/>
                  <a:ea typeface="Inter Medium"/>
                  <a:cs typeface="Inter Medium"/>
                </a:rPr>
                <a:t xml:space="preserve">WEAVE ASSIST / GALAXY AI CONCEPT</a:t>
              </a:r>
              <a:endParaRPr sz="750" b="0" i="0" spc="150" kern="0" lang="ko-KR" altLang="en-US" dirty="0">
                <a:solidFill>
                  <a:srgbClr val="9CAAC3"/>
                </a:solidFill>
                <a:latin typeface="Inter Medium"/>
                <a:ea typeface="Inter Medium"/>
                <a:cs typeface="Inter Medium"/>
              </a:endParaRPr>
            </a:p>
          </p:txBody>
        </p:sp>
      </p:grpSp>
      <p:grpSp>
        <p:nvGrpSpPr>
          <p:cNvPr id="283" name="Line 149: 05 / 11"/>
          <p:cNvGrpSpPr/>
          <p:nvPr/>
        </p:nvGrpSpPr>
        <p:grpSpPr>
          <a:xfrm>
            <a:off x="11218366" y="6496050"/>
            <a:ext cx="402134" cy="190500"/>
            <a:chOff x="11218366" y="6496050"/>
            <a:chExt cx="402134" cy="190500"/>
          </a:xfrm>
        </p:grpSpPr>
        <p:sp>
          <p:nvSpPr>
            <p:cNvPr id="284" name="Weave text 149: 05 / 11"/>
            <p:cNvSpPr txBox="1"/>
            <p:nvPr/>
          </p:nvSpPr>
          <p:spPr>
            <a:xfrm>
              <a:off x="11218366" y="6496050"/>
              <a:ext cx="402134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90" kern="0" lang="ko-KR" altLang="en-US" dirty="0">
                  <a:solidFill>
                    <a:srgbClr val="9CAAC3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750" b="0" i="0" spc="90" kern="0" lang="ko-KR" altLang="en-US" dirty="0">
                  <a:solidFill>
                    <a:srgbClr val="9CAAC3"/>
                  </a:solidFill>
                  <a:latin typeface="Inter Medium"/>
                  <a:ea typeface="Inter Medium"/>
                  <a:cs typeface="Inter Medium"/>
                </a:rPr>
                <a:t xml:space="preserve">05 / 11</a:t>
              </a:r>
              <a:endParaRPr sz="750" b="0" i="0" spc="90" kern="0" lang="ko-KR" altLang="en-US" dirty="0">
                <a:solidFill>
                  <a:srgbClr val="9CAAC3"/>
                </a:solidFill>
                <a:latin typeface="Inter Medium"/>
                <a:ea typeface="Inter Medium"/>
                <a:cs typeface="Inter Medium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TML visual layer (text is separately editable)"/>
          <p:cNvPicPr>
            <a:picLocks noChangeAspect="1"/>
          </p:cNvPicPr>
          <p:nvPr/>
        </p:nvPicPr>
        <p:blipFill>
          <a:blip r:embed="rIdWeaveVisualLayer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3" name="Line 150: 06 / CONTEXTUAL COMPLETION"/>
          <p:cNvGrpSpPr/>
          <p:nvPr/>
        </p:nvGrpSpPr>
        <p:grpSpPr>
          <a:xfrm>
            <a:off x="609600" y="390525"/>
            <a:ext cx="2463850" cy="220980"/>
            <a:chOff x="609600" y="390525"/>
            <a:chExt cx="2463850" cy="220980"/>
          </a:xfrm>
        </p:grpSpPr>
        <p:sp>
          <p:nvSpPr>
            <p:cNvPr id="4" name="Weave text 150: 06 / CONTEXTUAL COMPLETION"/>
            <p:cNvSpPr txBox="1"/>
            <p:nvPr/>
          </p:nvSpPr>
          <p:spPr>
            <a:xfrm>
              <a:off x="609600" y="390525"/>
              <a:ext cx="2463850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180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900" b="0" i="0" spc="180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rPr>
                <a:t xml:space="preserve">06 / CONTEXTUAL COMPLETION</a:t>
              </a:r>
              <a:endParaRPr sz="900" b="0" i="0" spc="180" kern="0" lang="ko-KR" altLang="en-US" dirty="0">
                <a:solidFill>
                  <a:srgbClr val="B8A2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5" name="Line 151: 기억나는 말이, 정확한 검색어가 됩니다."/>
          <p:cNvGrpSpPr/>
          <p:nvPr/>
        </p:nvGrpSpPr>
        <p:grpSpPr>
          <a:xfrm>
            <a:off x="609600" y="676275"/>
            <a:ext cx="5930354" cy="647700"/>
            <a:chOff x="609600" y="676275"/>
            <a:chExt cx="5930354" cy="647700"/>
          </a:xfrm>
        </p:grpSpPr>
        <p:sp>
          <p:nvSpPr>
            <p:cNvPr id="6" name="Weave text 151: 기억나는"/>
            <p:cNvSpPr txBox="1"/>
            <p:nvPr/>
          </p:nvSpPr>
          <p:spPr>
            <a:xfrm>
              <a:off x="609600" y="676275"/>
              <a:ext cx="137933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기억나는</a:t>
              </a:r>
              <a:endParaRPr sz="3000" b="0" i="0" spc="-12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7" name="Weave text 151:  "/>
            <p:cNvSpPr txBox="1"/>
            <p:nvPr/>
          </p:nvSpPr>
          <p:spPr>
            <a:xfrm>
              <a:off x="1950690" y="676275"/>
              <a:ext cx="118914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2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8" name="Weave text 151: 말이"/>
            <p:cNvSpPr txBox="1"/>
            <p:nvPr/>
          </p:nvSpPr>
          <p:spPr>
            <a:xfrm>
              <a:off x="2031355" y="676275"/>
              <a:ext cx="708868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말이</a:t>
              </a:r>
              <a:endParaRPr sz="3000" b="0" i="0" spc="-12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9" name="Weave text 151: , "/>
            <p:cNvSpPr txBox="1"/>
            <p:nvPr/>
          </p:nvSpPr>
          <p:spPr>
            <a:xfrm>
              <a:off x="2701975" y="676275"/>
              <a:ext cx="217438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, </a:t>
              </a:r>
              <a:endParaRPr sz="3000" b="0" i="0" spc="-12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0" name="Weave text 151: 정확한"/>
            <p:cNvSpPr txBox="1"/>
            <p:nvPr/>
          </p:nvSpPr>
          <p:spPr>
            <a:xfrm>
              <a:off x="2881164" y="676275"/>
              <a:ext cx="104402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정확한</a:t>
              </a:r>
              <a:endParaRPr sz="3000" b="0" i="0" spc="-12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1" name="Weave text 151:  "/>
            <p:cNvSpPr txBox="1"/>
            <p:nvPr/>
          </p:nvSpPr>
          <p:spPr>
            <a:xfrm>
              <a:off x="3886944" y="676275"/>
              <a:ext cx="119062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2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2" name="Weave text 151: 검색어가"/>
            <p:cNvSpPr txBox="1"/>
            <p:nvPr/>
          </p:nvSpPr>
          <p:spPr>
            <a:xfrm>
              <a:off x="3967758" y="676275"/>
              <a:ext cx="137933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검색어가</a:t>
              </a:r>
              <a:endParaRPr sz="3000" b="0" i="0" spc="-12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3" name="Weave text 151:  "/>
            <p:cNvSpPr txBox="1"/>
            <p:nvPr/>
          </p:nvSpPr>
          <p:spPr>
            <a:xfrm>
              <a:off x="5308848" y="676275"/>
              <a:ext cx="119062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2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4" name="Weave text 151: 됩니다"/>
            <p:cNvSpPr txBox="1"/>
            <p:nvPr/>
          </p:nvSpPr>
          <p:spPr>
            <a:xfrm>
              <a:off x="5389662" y="676275"/>
              <a:ext cx="104402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됩니다</a:t>
              </a:r>
              <a:endParaRPr sz="3000" b="0" i="0" spc="-12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5" name="Weave text 151: ."/>
            <p:cNvSpPr txBox="1"/>
            <p:nvPr/>
          </p:nvSpPr>
          <p:spPr>
            <a:xfrm>
              <a:off x="6395442" y="676275"/>
              <a:ext cx="144512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.</a:t>
              </a:r>
              <a:endParaRPr sz="3000" b="0" i="0" spc="-12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6" name="Line 152: 일정에서 찾은 날짜로 사진을 확인하고, 라벨에서 찾은 이름을 작성 중인 "/>
          <p:cNvGrpSpPr/>
          <p:nvPr/>
        </p:nvGrpSpPr>
        <p:grpSpPr>
          <a:xfrm>
            <a:off x="609600" y="1276350"/>
            <a:ext cx="6293346" cy="297180"/>
            <a:chOff x="609600" y="1276350"/>
            <a:chExt cx="6293346" cy="297180"/>
          </a:xfrm>
        </p:grpSpPr>
        <p:sp>
          <p:nvSpPr>
            <p:cNvPr id="17" name="Weave text 152: 일정에서"/>
            <p:cNvSpPr txBox="1"/>
            <p:nvPr/>
          </p:nvSpPr>
          <p:spPr>
            <a:xfrm>
              <a:off x="609600" y="1276350"/>
              <a:ext cx="634008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일정에서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" name="Weave text 152:  "/>
            <p:cNvSpPr txBox="1"/>
            <p:nvPr/>
          </p:nvSpPr>
          <p:spPr>
            <a:xfrm>
              <a:off x="1205359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" name="Weave text 152: 찾은"/>
            <p:cNvSpPr txBox="1"/>
            <p:nvPr/>
          </p:nvSpPr>
          <p:spPr>
            <a:xfrm>
              <a:off x="1250900" y="127635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찾은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" name="Weave text 152:  "/>
            <p:cNvSpPr txBox="1"/>
            <p:nvPr/>
          </p:nvSpPr>
          <p:spPr>
            <a:xfrm>
              <a:off x="1548854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" name="Weave text 152: 날짜로"/>
            <p:cNvSpPr txBox="1"/>
            <p:nvPr/>
          </p:nvSpPr>
          <p:spPr>
            <a:xfrm>
              <a:off x="1594396" y="1276350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날짜로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" name="Weave text 152:  "/>
            <p:cNvSpPr txBox="1"/>
            <p:nvPr/>
          </p:nvSpPr>
          <p:spPr>
            <a:xfrm>
              <a:off x="2041327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" name="Weave text 152: 사진을"/>
            <p:cNvSpPr txBox="1"/>
            <p:nvPr/>
          </p:nvSpPr>
          <p:spPr>
            <a:xfrm>
              <a:off x="2086868" y="1276350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사진을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4" name="Weave text 152:  "/>
            <p:cNvSpPr txBox="1"/>
            <p:nvPr/>
          </p:nvSpPr>
          <p:spPr>
            <a:xfrm>
              <a:off x="2533799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5" name="Weave text 152: 확인하고"/>
            <p:cNvSpPr txBox="1"/>
            <p:nvPr/>
          </p:nvSpPr>
          <p:spPr>
            <a:xfrm>
              <a:off x="2579340" y="1276350"/>
              <a:ext cx="63415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확인하고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6" name="Weave text 152: , "/>
            <p:cNvSpPr txBox="1"/>
            <p:nvPr/>
          </p:nvSpPr>
          <p:spPr>
            <a:xfrm>
              <a:off x="3175248" y="1276350"/>
              <a:ext cx="130373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" name="Weave text 152: 라벨에서"/>
            <p:cNvSpPr txBox="1"/>
            <p:nvPr/>
          </p:nvSpPr>
          <p:spPr>
            <a:xfrm>
              <a:off x="3267373" y="1276350"/>
              <a:ext cx="63415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라벨에서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8" name="Weave text 152:  "/>
            <p:cNvSpPr txBox="1"/>
            <p:nvPr/>
          </p:nvSpPr>
          <p:spPr>
            <a:xfrm>
              <a:off x="3863280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9" name="Weave text 152: 찾은"/>
            <p:cNvSpPr txBox="1"/>
            <p:nvPr/>
          </p:nvSpPr>
          <p:spPr>
            <a:xfrm>
              <a:off x="3908822" y="127635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찾은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0" name="Weave text 152:  "/>
            <p:cNvSpPr txBox="1"/>
            <p:nvPr/>
          </p:nvSpPr>
          <p:spPr>
            <a:xfrm>
              <a:off x="4206776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1" name="Weave text 152: 이름을"/>
            <p:cNvSpPr txBox="1"/>
            <p:nvPr/>
          </p:nvSpPr>
          <p:spPr>
            <a:xfrm>
              <a:off x="4252317" y="1276350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이름을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2" name="Weave text 152:  "/>
            <p:cNvSpPr txBox="1"/>
            <p:nvPr/>
          </p:nvSpPr>
          <p:spPr>
            <a:xfrm>
              <a:off x="4699248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3" name="Weave text 152: 작성"/>
            <p:cNvSpPr txBox="1"/>
            <p:nvPr/>
          </p:nvSpPr>
          <p:spPr>
            <a:xfrm>
              <a:off x="4744789" y="127635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작성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4" name="Weave text 152:  "/>
            <p:cNvSpPr txBox="1"/>
            <p:nvPr/>
          </p:nvSpPr>
          <p:spPr>
            <a:xfrm>
              <a:off x="5042743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5" name="Weave text 152: 중인"/>
            <p:cNvSpPr txBox="1"/>
            <p:nvPr/>
          </p:nvSpPr>
          <p:spPr>
            <a:xfrm>
              <a:off x="5088285" y="127635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중인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6" name="Weave text 152:  "/>
            <p:cNvSpPr txBox="1"/>
            <p:nvPr/>
          </p:nvSpPr>
          <p:spPr>
            <a:xfrm>
              <a:off x="5386239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7" name="Weave text 152: 검색창에"/>
            <p:cNvSpPr txBox="1"/>
            <p:nvPr/>
          </p:nvSpPr>
          <p:spPr>
            <a:xfrm>
              <a:off x="5431780" y="1276350"/>
              <a:ext cx="63415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검색창에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8" name="Weave text 152:  "/>
            <p:cNvSpPr txBox="1"/>
            <p:nvPr/>
          </p:nvSpPr>
          <p:spPr>
            <a:xfrm>
              <a:off x="6027688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9" name="Weave text 152: 연결합니다"/>
            <p:cNvSpPr txBox="1"/>
            <p:nvPr/>
          </p:nvSpPr>
          <p:spPr>
            <a:xfrm>
              <a:off x="6073229" y="1276350"/>
              <a:ext cx="782985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연결합니다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0" name="Weave text 152: ."/>
            <p:cNvSpPr txBox="1"/>
            <p:nvPr/>
          </p:nvSpPr>
          <p:spPr>
            <a:xfrm>
              <a:off x="6817965" y="1276350"/>
              <a:ext cx="84981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41" name="Line 153: 삼성 캘린더"/>
          <p:cNvGrpSpPr/>
          <p:nvPr/>
        </p:nvGrpSpPr>
        <p:grpSpPr>
          <a:xfrm>
            <a:off x="1247775" y="2312194"/>
            <a:ext cx="735657" cy="266700"/>
            <a:chOff x="1247775" y="2312194"/>
            <a:chExt cx="735657" cy="266700"/>
          </a:xfrm>
        </p:grpSpPr>
        <p:sp>
          <p:nvSpPr>
            <p:cNvPr id="42" name="Weave text 153: 삼성"/>
            <p:cNvSpPr txBox="1"/>
            <p:nvPr/>
          </p:nvSpPr>
          <p:spPr>
            <a:xfrm>
              <a:off x="1247775" y="2312194"/>
              <a:ext cx="301079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rPr>
                <a:t xml:space="preserve">삼성</a:t>
              </a:r>
              <a:endParaRPr sz="1125" b="0" i="0" spc="0" kern="0" lang="ko-KR" altLang="en-US" dirty="0">
                <a:solidFill>
                  <a:srgbClr val="B8A2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3" name="Weave text 153:  "/>
            <p:cNvSpPr txBox="1"/>
            <p:nvPr/>
          </p:nvSpPr>
          <p:spPr>
            <a:xfrm>
              <a:off x="1510605" y="2312194"/>
              <a:ext cx="78432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125" b="0" i="0" spc="0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4" name="Weave text 153: 캘린더"/>
            <p:cNvSpPr txBox="1"/>
            <p:nvPr/>
          </p:nvSpPr>
          <p:spPr>
            <a:xfrm>
              <a:off x="1550789" y="2312194"/>
              <a:ext cx="432643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rPr>
                <a:t xml:space="preserve">캘린더</a:t>
              </a:r>
              <a:endParaRPr sz="1125" b="0" i="0" spc="0" kern="0" lang="ko-KR" altLang="en-US" dirty="0">
                <a:solidFill>
                  <a:srgbClr val="B8A2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45" name="Line 154: 지난주 일요일"/>
          <p:cNvGrpSpPr/>
          <p:nvPr/>
        </p:nvGrpSpPr>
        <p:grpSpPr>
          <a:xfrm>
            <a:off x="819150" y="2752725"/>
            <a:ext cx="977503" cy="297180"/>
            <a:chOff x="819150" y="2752725"/>
            <a:chExt cx="977503" cy="297180"/>
          </a:xfrm>
        </p:grpSpPr>
        <p:sp>
          <p:nvSpPr>
            <p:cNvPr id="46" name="Weave text 154: 지난주"/>
            <p:cNvSpPr txBox="1"/>
            <p:nvPr/>
          </p:nvSpPr>
          <p:spPr>
            <a:xfrm>
              <a:off x="819150" y="2752725"/>
              <a:ext cx="485031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지난주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7" name="Weave text 154:  "/>
            <p:cNvSpPr txBox="1"/>
            <p:nvPr/>
          </p:nvSpPr>
          <p:spPr>
            <a:xfrm>
              <a:off x="1265932" y="27527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8" name="Weave text 154: 일요일"/>
            <p:cNvSpPr txBox="1"/>
            <p:nvPr/>
          </p:nvSpPr>
          <p:spPr>
            <a:xfrm>
              <a:off x="1311473" y="2752725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일요일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49" name="Line 155: 지은 집들이"/>
          <p:cNvGrpSpPr/>
          <p:nvPr/>
        </p:nvGrpSpPr>
        <p:grpSpPr>
          <a:xfrm>
            <a:off x="819150" y="3033712"/>
            <a:ext cx="1143595" cy="419100"/>
            <a:chOff x="819150" y="3033712"/>
            <a:chExt cx="1143595" cy="419100"/>
          </a:xfrm>
        </p:grpSpPr>
        <p:sp>
          <p:nvSpPr>
            <p:cNvPr id="50" name="Weave text 155: 지은"/>
            <p:cNvSpPr txBox="1"/>
            <p:nvPr/>
          </p:nvSpPr>
          <p:spPr>
            <a:xfrm>
              <a:off x="819150" y="3033712"/>
              <a:ext cx="459730" cy="3829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66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875" b="0" i="0" spc="-66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지은</a:t>
              </a:r>
              <a:endParaRPr sz="1875" b="0" i="0" spc="-66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51" name="Weave text 155:  "/>
            <p:cNvSpPr txBox="1"/>
            <p:nvPr/>
          </p:nvSpPr>
          <p:spPr>
            <a:xfrm>
              <a:off x="1240631" y="3033712"/>
              <a:ext cx="89892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66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875" b="0" i="0" spc="-66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875" b="0" i="0" spc="-66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52" name="Weave text 155: 집들이"/>
            <p:cNvSpPr txBox="1"/>
            <p:nvPr/>
          </p:nvSpPr>
          <p:spPr>
            <a:xfrm>
              <a:off x="1292275" y="3033712"/>
              <a:ext cx="670471" cy="3829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66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875" b="0" i="0" spc="-66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집들이</a:t>
              </a:r>
              <a:endParaRPr sz="1875" b="0" i="0" spc="-66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53" name="Line 156: 첫 번째 단서"/>
          <p:cNvGrpSpPr/>
          <p:nvPr/>
        </p:nvGrpSpPr>
        <p:grpSpPr>
          <a:xfrm>
            <a:off x="3429000" y="1790700"/>
            <a:ext cx="774204" cy="236220"/>
            <a:chOff x="3429000" y="1790700"/>
            <a:chExt cx="774204" cy="236220"/>
          </a:xfrm>
        </p:grpSpPr>
        <p:sp>
          <p:nvSpPr>
            <p:cNvPr id="54" name="Weave text 156: 첫"/>
            <p:cNvSpPr txBox="1"/>
            <p:nvPr/>
          </p:nvSpPr>
          <p:spPr>
            <a:xfrm>
              <a:off x="3429000" y="1790700"/>
              <a:ext cx="166985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117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975" b="0" i="0" spc="117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첫</a:t>
              </a:r>
              <a:endParaRPr sz="975" b="0" i="0" spc="117" kern="0" lang="ko-KR" altLang="en-US" dirty="0">
                <a:solidFill>
                  <a:srgbClr val="B8A2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55" name="Weave text 156:  "/>
            <p:cNvSpPr txBox="1"/>
            <p:nvPr/>
          </p:nvSpPr>
          <p:spPr>
            <a:xfrm>
              <a:off x="3557736" y="1790700"/>
              <a:ext cx="84237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117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975" b="0" i="0" spc="117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975" b="0" i="0" spc="117" kern="0" lang="ko-KR" altLang="en-US" dirty="0">
                <a:solidFill>
                  <a:srgbClr val="B8A2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56" name="Weave text 156: 번째"/>
            <p:cNvSpPr txBox="1"/>
            <p:nvPr/>
          </p:nvSpPr>
          <p:spPr>
            <a:xfrm>
              <a:off x="3603724" y="1790700"/>
              <a:ext cx="295870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117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975" b="0" i="0" spc="117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번째</a:t>
              </a:r>
              <a:endParaRPr sz="975" b="0" i="0" spc="117" kern="0" lang="ko-KR" altLang="en-US" dirty="0">
                <a:solidFill>
                  <a:srgbClr val="B8A2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57" name="Weave text 156:  "/>
            <p:cNvSpPr txBox="1"/>
            <p:nvPr/>
          </p:nvSpPr>
          <p:spPr>
            <a:xfrm>
              <a:off x="3861346" y="1790700"/>
              <a:ext cx="84237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117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975" b="0" i="0" spc="117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975" b="0" i="0" spc="117" kern="0" lang="ko-KR" altLang="en-US" dirty="0">
                <a:solidFill>
                  <a:srgbClr val="B8A2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58" name="Weave text 156: 단서"/>
            <p:cNvSpPr txBox="1"/>
            <p:nvPr/>
          </p:nvSpPr>
          <p:spPr>
            <a:xfrm>
              <a:off x="3907334" y="1790700"/>
              <a:ext cx="295870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117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975" b="0" i="0" spc="117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단서</a:t>
              </a:r>
              <a:endParaRPr sz="975" b="0" i="0" spc="117" kern="0" lang="ko-KR" altLang="en-US" dirty="0">
                <a:solidFill>
                  <a:srgbClr val="B8A2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59" name="Line 157: 언제 찍은 사진인지"/>
          <p:cNvGrpSpPr/>
          <p:nvPr/>
        </p:nvGrpSpPr>
        <p:grpSpPr>
          <a:xfrm>
            <a:off x="3429000" y="2071688"/>
            <a:ext cx="1629370" cy="373380"/>
            <a:chOff x="3429000" y="2071688"/>
            <a:chExt cx="1629370" cy="373380"/>
          </a:xfrm>
        </p:grpSpPr>
        <p:sp>
          <p:nvSpPr>
            <p:cNvPr id="60" name="Weave text 157: 언제"/>
            <p:cNvSpPr txBox="1"/>
            <p:nvPr/>
          </p:nvSpPr>
          <p:spPr>
            <a:xfrm>
              <a:off x="3429000" y="2071688"/>
              <a:ext cx="411212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650" b="0" i="0" spc="-5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언제</a:t>
              </a:r>
              <a:endParaRPr sz="1650" b="0" i="0" spc="-5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61" name="Weave text 157:  "/>
            <p:cNvSpPr txBox="1"/>
            <p:nvPr/>
          </p:nvSpPr>
          <p:spPr>
            <a:xfrm>
              <a:off x="3801963" y="2071688"/>
              <a:ext cx="87809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650" b="0" i="0" spc="-5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650" b="0" i="0" spc="-50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62" name="Weave text 157: 찍은"/>
            <p:cNvSpPr txBox="1"/>
            <p:nvPr/>
          </p:nvSpPr>
          <p:spPr>
            <a:xfrm>
              <a:off x="3851523" y="2071688"/>
              <a:ext cx="411212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650" b="0" i="0" spc="-5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찍은</a:t>
              </a:r>
              <a:endParaRPr sz="1650" b="0" i="0" spc="-5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63" name="Weave text 157:  "/>
            <p:cNvSpPr txBox="1"/>
            <p:nvPr/>
          </p:nvSpPr>
          <p:spPr>
            <a:xfrm>
              <a:off x="4224486" y="2071688"/>
              <a:ext cx="87809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650" b="0" i="0" spc="-5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650" b="0" i="0" spc="-50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64" name="Weave text 157: 사진인지"/>
            <p:cNvSpPr txBox="1"/>
            <p:nvPr/>
          </p:nvSpPr>
          <p:spPr>
            <a:xfrm>
              <a:off x="4274046" y="2071688"/>
              <a:ext cx="784324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650" b="0" i="0" spc="-5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사진인지</a:t>
              </a:r>
              <a:endParaRPr sz="1650" b="0" i="0" spc="-5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65" name="Line 158: 알게 됩니다."/>
          <p:cNvGrpSpPr/>
          <p:nvPr/>
        </p:nvGrpSpPr>
        <p:grpSpPr>
          <a:xfrm>
            <a:off x="3429000" y="2386012"/>
            <a:ext cx="1077516" cy="373380"/>
            <a:chOff x="3429000" y="2386012"/>
            <a:chExt cx="1077516" cy="373380"/>
          </a:xfrm>
        </p:grpSpPr>
        <p:sp>
          <p:nvSpPr>
            <p:cNvPr id="66" name="Weave text 158: 알게"/>
            <p:cNvSpPr txBox="1"/>
            <p:nvPr/>
          </p:nvSpPr>
          <p:spPr>
            <a:xfrm>
              <a:off x="3429000" y="2386012"/>
              <a:ext cx="411212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650" b="0" i="0" spc="-5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알게</a:t>
              </a:r>
              <a:endParaRPr sz="1650" b="0" i="0" spc="-5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67" name="Weave text 158:  "/>
            <p:cNvSpPr txBox="1"/>
            <p:nvPr/>
          </p:nvSpPr>
          <p:spPr>
            <a:xfrm>
              <a:off x="3801963" y="2386012"/>
              <a:ext cx="87809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650" b="0" i="0" spc="-5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650" b="0" i="0" spc="-50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68" name="Weave text 158: 됩니다"/>
            <p:cNvSpPr txBox="1"/>
            <p:nvPr/>
          </p:nvSpPr>
          <p:spPr>
            <a:xfrm>
              <a:off x="3851523" y="2386012"/>
              <a:ext cx="597694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650" b="0" i="0" spc="-5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됩니다</a:t>
              </a:r>
              <a:endParaRPr sz="1650" b="0" i="0" spc="-5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69" name="Weave text 158: ."/>
            <p:cNvSpPr txBox="1"/>
            <p:nvPr/>
          </p:nvSpPr>
          <p:spPr>
            <a:xfrm>
              <a:off x="4410968" y="2386012"/>
              <a:ext cx="95548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650" b="0" i="0" spc="-5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.</a:t>
              </a:r>
              <a:endParaRPr sz="1650" b="0" i="0" spc="-50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</p:grpSp>
      <p:grpSp>
        <p:nvGrpSpPr>
          <p:cNvPr id="70" name="Line 159: 두 번째 단서"/>
          <p:cNvGrpSpPr/>
          <p:nvPr/>
        </p:nvGrpSpPr>
        <p:grpSpPr>
          <a:xfrm>
            <a:off x="619125" y="4238625"/>
            <a:ext cx="774204" cy="236220"/>
            <a:chOff x="619125" y="4238625"/>
            <a:chExt cx="774204" cy="236220"/>
          </a:xfrm>
        </p:grpSpPr>
        <p:sp>
          <p:nvSpPr>
            <p:cNvPr id="71" name="Weave text 159: 두"/>
            <p:cNvSpPr txBox="1"/>
            <p:nvPr/>
          </p:nvSpPr>
          <p:spPr>
            <a:xfrm>
              <a:off x="619125" y="4238625"/>
              <a:ext cx="166985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117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975" b="0" i="0" spc="117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두</a:t>
              </a:r>
              <a:endParaRPr sz="975" b="0" i="0" spc="117" kern="0" lang="ko-KR" altLang="en-US" dirty="0">
                <a:solidFill>
                  <a:srgbClr val="B8A2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72" name="Weave text 159:  "/>
            <p:cNvSpPr txBox="1"/>
            <p:nvPr/>
          </p:nvSpPr>
          <p:spPr>
            <a:xfrm>
              <a:off x="747861" y="4238625"/>
              <a:ext cx="84237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117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975" b="0" i="0" spc="117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975" b="0" i="0" spc="117" kern="0" lang="ko-KR" altLang="en-US" dirty="0">
                <a:solidFill>
                  <a:srgbClr val="B8A2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73" name="Weave text 159: 번째"/>
            <p:cNvSpPr txBox="1"/>
            <p:nvPr/>
          </p:nvSpPr>
          <p:spPr>
            <a:xfrm>
              <a:off x="793849" y="4238625"/>
              <a:ext cx="295870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117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975" b="0" i="0" spc="117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번째</a:t>
              </a:r>
              <a:endParaRPr sz="975" b="0" i="0" spc="117" kern="0" lang="ko-KR" altLang="en-US" dirty="0">
                <a:solidFill>
                  <a:srgbClr val="B8A2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74" name="Weave text 159:  "/>
            <p:cNvSpPr txBox="1"/>
            <p:nvPr/>
          </p:nvSpPr>
          <p:spPr>
            <a:xfrm>
              <a:off x="1051471" y="4238625"/>
              <a:ext cx="84237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117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975" b="0" i="0" spc="117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975" b="0" i="0" spc="117" kern="0" lang="ko-KR" altLang="en-US" dirty="0">
                <a:solidFill>
                  <a:srgbClr val="B8A2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75" name="Weave text 159: 단서"/>
            <p:cNvSpPr txBox="1"/>
            <p:nvPr/>
          </p:nvSpPr>
          <p:spPr>
            <a:xfrm>
              <a:off x="1097459" y="4238625"/>
              <a:ext cx="295870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117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975" b="0" i="0" spc="117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단서</a:t>
              </a:r>
              <a:endParaRPr sz="975" b="0" i="0" spc="117" kern="0" lang="ko-KR" altLang="en-US" dirty="0">
                <a:solidFill>
                  <a:srgbClr val="B8A2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76" name="Line 160: 사진에 남아 있던"/>
          <p:cNvGrpSpPr/>
          <p:nvPr/>
        </p:nvGrpSpPr>
        <p:grpSpPr>
          <a:xfrm>
            <a:off x="619125" y="4543425"/>
            <a:ext cx="1442889" cy="373380"/>
            <a:chOff x="619125" y="4543425"/>
            <a:chExt cx="1442889" cy="373380"/>
          </a:xfrm>
        </p:grpSpPr>
        <p:sp>
          <p:nvSpPr>
            <p:cNvPr id="77" name="Weave text 160: 사진에"/>
            <p:cNvSpPr txBox="1"/>
            <p:nvPr/>
          </p:nvSpPr>
          <p:spPr>
            <a:xfrm>
              <a:off x="619125" y="4543425"/>
              <a:ext cx="597694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650" b="0" i="0" spc="-5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사진에</a:t>
              </a:r>
              <a:endParaRPr sz="1650" b="0" i="0" spc="-5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78" name="Weave text 160:  "/>
            <p:cNvSpPr txBox="1"/>
            <p:nvPr/>
          </p:nvSpPr>
          <p:spPr>
            <a:xfrm>
              <a:off x="1178570" y="4543425"/>
              <a:ext cx="87809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650" b="0" i="0" spc="-5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650" b="0" i="0" spc="-50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79" name="Weave text 160: 남아"/>
            <p:cNvSpPr txBox="1"/>
            <p:nvPr/>
          </p:nvSpPr>
          <p:spPr>
            <a:xfrm>
              <a:off x="1228130" y="4543425"/>
              <a:ext cx="411212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650" b="0" i="0" spc="-5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남아</a:t>
              </a:r>
              <a:endParaRPr sz="1650" b="0" i="0" spc="-5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80" name="Weave text 160:  "/>
            <p:cNvSpPr txBox="1"/>
            <p:nvPr/>
          </p:nvSpPr>
          <p:spPr>
            <a:xfrm>
              <a:off x="1601093" y="4543425"/>
              <a:ext cx="87809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650" b="0" i="0" spc="-5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650" b="0" i="0" spc="-50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81" name="Weave text 160: 있던"/>
            <p:cNvSpPr txBox="1"/>
            <p:nvPr/>
          </p:nvSpPr>
          <p:spPr>
            <a:xfrm>
              <a:off x="1650653" y="4543425"/>
              <a:ext cx="411361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650" b="0" i="0" spc="-5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있던</a:t>
              </a:r>
              <a:endParaRPr sz="1650" b="0" i="0" spc="-5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82" name="Line 161: 이름을 읽습니다."/>
          <p:cNvGrpSpPr/>
          <p:nvPr/>
        </p:nvGrpSpPr>
        <p:grpSpPr>
          <a:xfrm>
            <a:off x="619125" y="4857750"/>
            <a:ext cx="1450479" cy="373380"/>
            <a:chOff x="619125" y="4857750"/>
            <a:chExt cx="1450479" cy="373380"/>
          </a:xfrm>
        </p:grpSpPr>
        <p:sp>
          <p:nvSpPr>
            <p:cNvPr id="83" name="Weave text 161: 이름을"/>
            <p:cNvSpPr txBox="1"/>
            <p:nvPr/>
          </p:nvSpPr>
          <p:spPr>
            <a:xfrm>
              <a:off x="619125" y="4857750"/>
              <a:ext cx="597694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650" b="0" i="0" spc="-5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이름을</a:t>
              </a:r>
              <a:endParaRPr sz="1650" b="0" i="0" spc="-5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84" name="Weave text 161:  "/>
            <p:cNvSpPr txBox="1"/>
            <p:nvPr/>
          </p:nvSpPr>
          <p:spPr>
            <a:xfrm>
              <a:off x="1178570" y="4857750"/>
              <a:ext cx="87809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650" b="0" i="0" spc="-5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650" b="0" i="0" spc="-50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85" name="Weave text 161: 읽습니다"/>
            <p:cNvSpPr txBox="1"/>
            <p:nvPr/>
          </p:nvSpPr>
          <p:spPr>
            <a:xfrm>
              <a:off x="1228130" y="4857750"/>
              <a:ext cx="784324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650" b="0" i="0" spc="-5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읽습니다</a:t>
              </a:r>
              <a:endParaRPr sz="1650" b="0" i="0" spc="-5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86" name="Weave text 161: ."/>
            <p:cNvSpPr txBox="1"/>
            <p:nvPr/>
          </p:nvSpPr>
          <p:spPr>
            <a:xfrm>
              <a:off x="1974205" y="4857750"/>
              <a:ext cx="95399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650" b="0" i="0" spc="-5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.</a:t>
              </a:r>
              <a:endParaRPr sz="1650" b="0" i="0" spc="-50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</p:grpSp>
      <p:grpSp>
        <p:nvGrpSpPr>
          <p:cNvPr id="87" name="Line 162: 갤러리 · 같은 날의 와인 사진"/>
          <p:cNvGrpSpPr/>
          <p:nvPr/>
        </p:nvGrpSpPr>
        <p:grpSpPr>
          <a:xfrm>
            <a:off x="3448050" y="4119562"/>
            <a:ext cx="1613595" cy="251460"/>
            <a:chOff x="3448050" y="4119562"/>
            <a:chExt cx="1613595" cy="251460"/>
          </a:xfrm>
        </p:grpSpPr>
        <p:sp>
          <p:nvSpPr>
            <p:cNvPr id="88" name="Weave text 162: 갤러리"/>
            <p:cNvSpPr txBox="1"/>
            <p:nvPr/>
          </p:nvSpPr>
          <p:spPr>
            <a:xfrm>
              <a:off x="3448050" y="4119562"/>
              <a:ext cx="406152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rPr>
                <a:t xml:space="preserve">갤러리</a:t>
              </a:r>
              <a:endParaRPr sz="1050" b="0" i="0" spc="0" kern="0" lang="ko-KR" altLang="en-US" dirty="0">
                <a:solidFill>
                  <a:srgbClr val="B8A2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9" name="Weave text 162:  · "/>
            <p:cNvSpPr txBox="1"/>
            <p:nvPr/>
          </p:nvSpPr>
          <p:spPr>
            <a:xfrm>
              <a:off x="3815953" y="4119562"/>
              <a:ext cx="151805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1050" b="0" i="0" spc="0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0" name="Weave text 162: 같은"/>
            <p:cNvSpPr txBox="1"/>
            <p:nvPr/>
          </p:nvSpPr>
          <p:spPr>
            <a:xfrm>
              <a:off x="3929509" y="4119562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rPr>
                <a:t xml:space="preserve">같은</a:t>
              </a:r>
              <a:endParaRPr sz="1050" b="0" i="0" spc="0" kern="0" lang="ko-KR" altLang="en-US" dirty="0">
                <a:solidFill>
                  <a:srgbClr val="B8A2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1" name="Weave text 162:  "/>
            <p:cNvSpPr txBox="1"/>
            <p:nvPr/>
          </p:nvSpPr>
          <p:spPr>
            <a:xfrm>
              <a:off x="4174778" y="4119562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2" name="Weave text 162: 날의"/>
            <p:cNvSpPr txBox="1"/>
            <p:nvPr/>
          </p:nvSpPr>
          <p:spPr>
            <a:xfrm>
              <a:off x="4212282" y="4119562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rPr>
                <a:t xml:space="preserve">날의</a:t>
              </a:r>
              <a:endParaRPr sz="1050" b="0" i="0" spc="0" kern="0" lang="ko-KR" altLang="en-US" dirty="0">
                <a:solidFill>
                  <a:srgbClr val="B8A2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3" name="Weave text 162:  "/>
            <p:cNvSpPr txBox="1"/>
            <p:nvPr/>
          </p:nvSpPr>
          <p:spPr>
            <a:xfrm>
              <a:off x="4457700" y="4119562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4" name="Weave text 162: 와인"/>
            <p:cNvSpPr txBox="1"/>
            <p:nvPr/>
          </p:nvSpPr>
          <p:spPr>
            <a:xfrm>
              <a:off x="4495205" y="4119562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rPr>
                <a:t xml:space="preserve">와인</a:t>
              </a:r>
              <a:endParaRPr sz="1050" b="0" i="0" spc="0" kern="0" lang="ko-KR" altLang="en-US" dirty="0">
                <a:solidFill>
                  <a:srgbClr val="B8A2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5" name="Weave text 162:  "/>
            <p:cNvSpPr txBox="1"/>
            <p:nvPr/>
          </p:nvSpPr>
          <p:spPr>
            <a:xfrm>
              <a:off x="4740473" y="4119562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6" name="Weave text 162: 사진"/>
            <p:cNvSpPr txBox="1"/>
            <p:nvPr/>
          </p:nvSpPr>
          <p:spPr>
            <a:xfrm>
              <a:off x="4777978" y="4119562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rPr>
                <a:t xml:space="preserve">사진</a:t>
              </a:r>
              <a:endParaRPr sz="1050" b="0" i="0" spc="0" kern="0" lang="ko-KR" altLang="en-US" dirty="0">
                <a:solidFill>
                  <a:srgbClr val="B8A2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97" name="Line 163: 사진 속 라벨에서 읽은 이름"/>
          <p:cNvGrpSpPr/>
          <p:nvPr/>
        </p:nvGrpSpPr>
        <p:grpSpPr>
          <a:xfrm>
            <a:off x="3622328" y="4600575"/>
            <a:ext cx="1508820" cy="205740"/>
            <a:chOff x="3622328" y="4600575"/>
            <a:chExt cx="1508820" cy="205740"/>
          </a:xfrm>
        </p:grpSpPr>
        <p:sp>
          <p:nvSpPr>
            <p:cNvPr id="98" name="Weave text 163: 사진"/>
            <p:cNvSpPr txBox="1"/>
            <p:nvPr/>
          </p:nvSpPr>
          <p:spPr>
            <a:xfrm>
              <a:off x="3622328" y="4600575"/>
              <a:ext cx="270718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157" kern="0" lang="ko-KR" altLang="en-US" dirty="0">
                  <a:solidFill>
                    <a:srgbClr val="34322B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825" b="0" i="0" spc="157" kern="0" lang="ko-KR" altLang="en-US" dirty="0">
                  <a:solidFill>
                    <a:srgbClr val="34322B"/>
                  </a:solidFill>
                  <a:latin typeface="Noto Sans KR Medium"/>
                  <a:ea typeface="Noto Sans KR Medium"/>
                  <a:cs typeface="Noto Sans KR Medium"/>
                </a:rPr>
                <a:t xml:space="preserve">사진</a:t>
              </a:r>
              <a:endParaRPr sz="825" b="0" i="0" spc="157" kern="0" lang="ko-KR" altLang="en-US" dirty="0">
                <a:solidFill>
                  <a:srgbClr val="34322B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99" name="Weave text 163:  "/>
            <p:cNvSpPr txBox="1"/>
            <p:nvPr/>
          </p:nvSpPr>
          <p:spPr>
            <a:xfrm>
              <a:off x="3854797" y="4600575"/>
              <a:ext cx="86171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157" kern="0" lang="ko-KR" altLang="en-US" dirty="0">
                  <a:solidFill>
                    <a:srgbClr val="34322B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825" b="0" i="0" spc="157" kern="0" lang="ko-KR" altLang="en-US" dirty="0">
                  <a:solidFill>
                    <a:srgbClr val="34322B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825" b="0" i="0" spc="157" kern="0" lang="ko-KR" altLang="en-US" dirty="0">
                <a:solidFill>
                  <a:srgbClr val="34322B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00" name="Weave text 163: 속"/>
            <p:cNvSpPr txBox="1"/>
            <p:nvPr/>
          </p:nvSpPr>
          <p:spPr>
            <a:xfrm>
              <a:off x="3902720" y="4600575"/>
              <a:ext cx="154484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157" kern="0" lang="ko-KR" altLang="en-US" dirty="0">
                  <a:solidFill>
                    <a:srgbClr val="34322B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825" b="0" i="0" spc="157" kern="0" lang="ko-KR" altLang="en-US" dirty="0">
                  <a:solidFill>
                    <a:srgbClr val="34322B"/>
                  </a:solidFill>
                  <a:latin typeface="Noto Sans KR Medium"/>
                  <a:ea typeface="Noto Sans KR Medium"/>
                  <a:cs typeface="Noto Sans KR Medium"/>
                </a:rPr>
                <a:t xml:space="preserve">속</a:t>
              </a:r>
              <a:endParaRPr sz="825" b="0" i="0" spc="157" kern="0" lang="ko-KR" altLang="en-US" dirty="0">
                <a:solidFill>
                  <a:srgbClr val="34322B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01" name="Weave text 163:  "/>
            <p:cNvSpPr txBox="1"/>
            <p:nvPr/>
          </p:nvSpPr>
          <p:spPr>
            <a:xfrm>
              <a:off x="4018955" y="4600575"/>
              <a:ext cx="86171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157" kern="0" lang="ko-KR" altLang="en-US" dirty="0">
                  <a:solidFill>
                    <a:srgbClr val="34322B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825" b="0" i="0" spc="157" kern="0" lang="ko-KR" altLang="en-US" dirty="0">
                  <a:solidFill>
                    <a:srgbClr val="34322B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825" b="0" i="0" spc="157" kern="0" lang="ko-KR" altLang="en-US" dirty="0">
                <a:solidFill>
                  <a:srgbClr val="34322B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02" name="Weave text 163: 라벨에서"/>
            <p:cNvSpPr txBox="1"/>
            <p:nvPr/>
          </p:nvSpPr>
          <p:spPr>
            <a:xfrm>
              <a:off x="4066877" y="4600575"/>
              <a:ext cx="503337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157" kern="0" lang="ko-KR" altLang="en-US" dirty="0">
                  <a:solidFill>
                    <a:srgbClr val="34322B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825" b="0" i="0" spc="157" kern="0" lang="ko-KR" altLang="en-US" dirty="0">
                  <a:solidFill>
                    <a:srgbClr val="34322B"/>
                  </a:solidFill>
                  <a:latin typeface="Noto Sans KR Medium"/>
                  <a:ea typeface="Noto Sans KR Medium"/>
                  <a:cs typeface="Noto Sans KR Medium"/>
                </a:rPr>
                <a:t xml:space="preserve">라벨에서</a:t>
              </a:r>
              <a:endParaRPr sz="825" b="0" i="0" spc="157" kern="0" lang="ko-KR" altLang="en-US" dirty="0">
                <a:solidFill>
                  <a:srgbClr val="34322B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03" name="Weave text 163:  "/>
            <p:cNvSpPr txBox="1"/>
            <p:nvPr/>
          </p:nvSpPr>
          <p:spPr>
            <a:xfrm>
              <a:off x="4531965" y="4600575"/>
              <a:ext cx="86171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157" kern="0" lang="ko-KR" altLang="en-US" dirty="0">
                  <a:solidFill>
                    <a:srgbClr val="34322B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825" b="0" i="0" spc="157" kern="0" lang="ko-KR" altLang="en-US" dirty="0">
                  <a:solidFill>
                    <a:srgbClr val="34322B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825" b="0" i="0" spc="157" kern="0" lang="ko-KR" altLang="en-US" dirty="0">
                <a:solidFill>
                  <a:srgbClr val="34322B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04" name="Weave text 163: 읽은"/>
            <p:cNvSpPr txBox="1"/>
            <p:nvPr/>
          </p:nvSpPr>
          <p:spPr>
            <a:xfrm>
              <a:off x="4579888" y="4600575"/>
              <a:ext cx="270867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157" kern="0" lang="ko-KR" altLang="en-US" dirty="0">
                  <a:solidFill>
                    <a:srgbClr val="34322B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825" b="0" i="0" spc="157" kern="0" lang="ko-KR" altLang="en-US" dirty="0">
                  <a:solidFill>
                    <a:srgbClr val="34322B"/>
                  </a:solidFill>
                  <a:latin typeface="Noto Sans KR Medium"/>
                  <a:ea typeface="Noto Sans KR Medium"/>
                  <a:cs typeface="Noto Sans KR Medium"/>
                </a:rPr>
                <a:t xml:space="preserve">읽은</a:t>
              </a:r>
              <a:endParaRPr sz="825" b="0" i="0" spc="157" kern="0" lang="ko-KR" altLang="en-US" dirty="0">
                <a:solidFill>
                  <a:srgbClr val="34322B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05" name="Weave text 163:  "/>
            <p:cNvSpPr txBox="1"/>
            <p:nvPr/>
          </p:nvSpPr>
          <p:spPr>
            <a:xfrm>
              <a:off x="4812506" y="4600575"/>
              <a:ext cx="86023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157" kern="0" lang="ko-KR" altLang="en-US" dirty="0">
                  <a:solidFill>
                    <a:srgbClr val="34322B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825" b="0" i="0" spc="157" kern="0" lang="ko-KR" altLang="en-US" dirty="0">
                  <a:solidFill>
                    <a:srgbClr val="34322B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825" b="0" i="0" spc="157" kern="0" lang="ko-KR" altLang="en-US" dirty="0">
                <a:solidFill>
                  <a:srgbClr val="34322B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06" name="Weave text 163: 이름"/>
            <p:cNvSpPr txBox="1"/>
            <p:nvPr/>
          </p:nvSpPr>
          <p:spPr>
            <a:xfrm>
              <a:off x="4860280" y="4600575"/>
              <a:ext cx="270867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157" kern="0" lang="ko-KR" altLang="en-US" dirty="0">
                  <a:solidFill>
                    <a:srgbClr val="34322B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825" b="0" i="0" spc="157" kern="0" lang="ko-KR" altLang="en-US" dirty="0">
                  <a:solidFill>
                    <a:srgbClr val="34322B"/>
                  </a:solidFill>
                  <a:latin typeface="Noto Sans KR Medium"/>
                  <a:ea typeface="Noto Sans KR Medium"/>
                  <a:cs typeface="Noto Sans KR Medium"/>
                </a:rPr>
                <a:t xml:space="preserve">이름</a:t>
              </a:r>
              <a:endParaRPr sz="825" b="0" i="0" spc="157" kern="0" lang="ko-KR" altLang="en-US" dirty="0">
                <a:solidFill>
                  <a:srgbClr val="34322B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107" name="Line 164: BABICH"/>
          <p:cNvGrpSpPr/>
          <p:nvPr/>
        </p:nvGrpSpPr>
        <p:grpSpPr>
          <a:xfrm>
            <a:off x="3725019" y="4786312"/>
            <a:ext cx="1303437" cy="510540"/>
            <a:chOff x="3725019" y="4786312"/>
            <a:chExt cx="1303437" cy="510540"/>
          </a:xfrm>
        </p:grpSpPr>
        <p:sp>
          <p:nvSpPr>
            <p:cNvPr id="108" name="Weave text 164: BABICH"/>
            <p:cNvSpPr txBox="1"/>
            <p:nvPr/>
          </p:nvSpPr>
          <p:spPr>
            <a:xfrm>
              <a:off x="3725019" y="4786312"/>
              <a:ext cx="1303437" cy="3953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325" b="0" i="0" spc="186" kern="0" lang="ko-KR" altLang="en-US" dirty="0">
                  <a:solidFill>
                    <a:srgbClr val="34322B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2325" b="0" i="0" spc="186" kern="0" lang="ko-KR" altLang="en-US" dirty="0">
                  <a:solidFill>
                    <a:srgbClr val="34322B"/>
                  </a:solidFill>
                  <a:latin typeface="Inter SemiBold"/>
                  <a:ea typeface="Inter SemiBold"/>
                  <a:cs typeface="Inter SemiBold"/>
                </a:rPr>
                <a:t xml:space="preserve">BABICH</a:t>
              </a:r>
              <a:endParaRPr sz="2325" b="0" i="0" spc="186" kern="0" lang="ko-KR" altLang="en-US" dirty="0">
                <a:solidFill>
                  <a:srgbClr val="34322B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09" name="Line 165: SAUVIGNON BLANC"/>
          <p:cNvGrpSpPr/>
          <p:nvPr/>
        </p:nvGrpSpPr>
        <p:grpSpPr>
          <a:xfrm>
            <a:off x="3663702" y="5215830"/>
            <a:ext cx="1425922" cy="236220"/>
            <a:chOff x="3663702" y="5215830"/>
            <a:chExt cx="1425922" cy="236220"/>
          </a:xfrm>
        </p:grpSpPr>
        <p:sp>
          <p:nvSpPr>
            <p:cNvPr id="110" name="Weave text 165: SAUVIGNON BLANC"/>
            <p:cNvSpPr txBox="1"/>
            <p:nvPr/>
          </p:nvSpPr>
          <p:spPr>
            <a:xfrm>
              <a:off x="3663702" y="5215830"/>
              <a:ext cx="1425922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98" kern="0" lang="ko-KR" altLang="en-US" dirty="0">
                  <a:solidFill>
                    <a:srgbClr val="34322B"/>
                  </a:solidFill>
                  <a:latin typeface="Inter"/>
                  <a:ea typeface="Inter"/>
                  <a:cs typeface="Inter"/>
                </a:defRPr>
              </a:pPr>
              <a:r>
                <a:rPr sz="975" b="0" i="0" spc="98" kern="0" lang="ko-KR" altLang="en-US" dirty="0">
                  <a:solidFill>
                    <a:srgbClr val="34322B"/>
                  </a:solidFill>
                  <a:latin typeface="Inter"/>
                  <a:ea typeface="Inter"/>
                  <a:cs typeface="Inter"/>
                </a:rPr>
                <a:t xml:space="preserve">SAUVIGNON BLANC</a:t>
              </a:r>
              <a:endParaRPr sz="975" b="0" i="0" spc="98" kern="0" lang="ko-KR" altLang="en-US" dirty="0">
                <a:solidFill>
                  <a:srgbClr val="34322B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11" name="Line 166: 라벨 인식 영역을 재구성한 화면"/>
          <p:cNvGrpSpPr/>
          <p:nvPr/>
        </p:nvGrpSpPr>
        <p:grpSpPr>
          <a:xfrm>
            <a:off x="3672185" y="5629275"/>
            <a:ext cx="1409105" cy="205740"/>
            <a:chOff x="3672185" y="5629275"/>
            <a:chExt cx="1409105" cy="205740"/>
          </a:xfrm>
        </p:grpSpPr>
        <p:sp>
          <p:nvSpPr>
            <p:cNvPr id="112" name="Weave text 166: 라벨"/>
            <p:cNvSpPr txBox="1"/>
            <p:nvPr/>
          </p:nvSpPr>
          <p:spPr>
            <a:xfrm>
              <a:off x="3672185" y="5629275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라벨</a:t>
              </a:r>
              <a:endParaRPr sz="82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3" name="Weave text 166:  "/>
            <p:cNvSpPr txBox="1"/>
            <p:nvPr/>
          </p:nvSpPr>
          <p:spPr>
            <a:xfrm>
              <a:off x="3864918" y="5629275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4" name="Weave text 166: 인식"/>
            <p:cNvSpPr txBox="1"/>
            <p:nvPr/>
          </p:nvSpPr>
          <p:spPr>
            <a:xfrm>
              <a:off x="3894386" y="5629275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인식</a:t>
              </a:r>
              <a:endParaRPr sz="82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5" name="Weave text 166:  "/>
            <p:cNvSpPr txBox="1"/>
            <p:nvPr/>
          </p:nvSpPr>
          <p:spPr>
            <a:xfrm>
              <a:off x="4087118" y="5629275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6" name="Weave text 166: 영역을"/>
            <p:cNvSpPr txBox="1"/>
            <p:nvPr/>
          </p:nvSpPr>
          <p:spPr>
            <a:xfrm>
              <a:off x="4116586" y="5629275"/>
              <a:ext cx="32742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영역을</a:t>
              </a:r>
              <a:endParaRPr sz="82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7" name="Weave text 166:  "/>
            <p:cNvSpPr txBox="1"/>
            <p:nvPr/>
          </p:nvSpPr>
          <p:spPr>
            <a:xfrm>
              <a:off x="4405759" y="5629275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8" name="Weave text 166: 재구성한"/>
            <p:cNvSpPr txBox="1"/>
            <p:nvPr/>
          </p:nvSpPr>
          <p:spPr>
            <a:xfrm>
              <a:off x="4435227" y="5629275"/>
              <a:ext cx="42386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재구성한</a:t>
              </a:r>
              <a:endParaRPr sz="82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9" name="Weave text 166:  "/>
            <p:cNvSpPr txBox="1"/>
            <p:nvPr/>
          </p:nvSpPr>
          <p:spPr>
            <a:xfrm>
              <a:off x="4820841" y="5629275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0" name="Weave text 166: 화면"/>
            <p:cNvSpPr txBox="1"/>
            <p:nvPr/>
          </p:nvSpPr>
          <p:spPr>
            <a:xfrm>
              <a:off x="4850309" y="5629275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화면</a:t>
              </a:r>
              <a:endParaRPr sz="82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21" name="Line 167: Google"/>
          <p:cNvGrpSpPr/>
          <p:nvPr/>
        </p:nvGrpSpPr>
        <p:grpSpPr>
          <a:xfrm>
            <a:off x="7153275" y="2009775"/>
            <a:ext cx="648742" cy="342900"/>
            <a:chOff x="7153275" y="2009775"/>
            <a:chExt cx="648742" cy="342900"/>
          </a:xfrm>
        </p:grpSpPr>
        <p:sp>
          <p:nvSpPr>
            <p:cNvPr id="122" name="Weave text 167: Google"/>
            <p:cNvSpPr txBox="1"/>
            <p:nvPr/>
          </p:nvSpPr>
          <p:spPr>
            <a:xfrm>
              <a:off x="7153275" y="2009775"/>
              <a:ext cx="648742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6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00" b="0" i="0" spc="-6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Google</a:t>
              </a:r>
              <a:endParaRPr sz="1500" b="0" i="0" spc="-6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23" name="Line 168: 검색 화면 유지"/>
          <p:cNvGrpSpPr/>
          <p:nvPr/>
        </p:nvGrpSpPr>
        <p:grpSpPr>
          <a:xfrm>
            <a:off x="10648950" y="2057400"/>
            <a:ext cx="733425" cy="220980"/>
            <a:chOff x="10648950" y="2057400"/>
            <a:chExt cx="733425" cy="220980"/>
          </a:xfrm>
        </p:grpSpPr>
        <p:sp>
          <p:nvSpPr>
            <p:cNvPr id="124" name="Weave text 168: 검색"/>
            <p:cNvSpPr txBox="1"/>
            <p:nvPr/>
          </p:nvSpPr>
          <p:spPr>
            <a:xfrm>
              <a:off x="10648950" y="2057400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검색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5" name="Weave text 168:  "/>
            <p:cNvSpPr txBox="1"/>
            <p:nvPr/>
          </p:nvSpPr>
          <p:spPr>
            <a:xfrm>
              <a:off x="10859244" y="2057400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6" name="Weave text 168: 화면"/>
            <p:cNvSpPr txBox="1"/>
            <p:nvPr/>
          </p:nvSpPr>
          <p:spPr>
            <a:xfrm>
              <a:off x="10891391" y="2057400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화면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7" name="Weave text 168:  "/>
            <p:cNvSpPr txBox="1"/>
            <p:nvPr/>
          </p:nvSpPr>
          <p:spPr>
            <a:xfrm>
              <a:off x="11101685" y="2057400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8" name="Weave text 168: 유지"/>
            <p:cNvSpPr txBox="1"/>
            <p:nvPr/>
          </p:nvSpPr>
          <p:spPr>
            <a:xfrm>
              <a:off x="11133832" y="2057400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유지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29" name="Line 169: 지은이네 집들이 때 마신 와인"/>
          <p:cNvGrpSpPr/>
          <p:nvPr/>
        </p:nvGrpSpPr>
        <p:grpSpPr>
          <a:xfrm>
            <a:off x="7629525" y="2516981"/>
            <a:ext cx="1930301" cy="297180"/>
            <a:chOff x="7629525" y="2516981"/>
            <a:chExt cx="1930301" cy="297180"/>
          </a:xfrm>
        </p:grpSpPr>
        <p:sp>
          <p:nvSpPr>
            <p:cNvPr id="130" name="Weave text 169: 지은이네"/>
            <p:cNvSpPr txBox="1"/>
            <p:nvPr/>
          </p:nvSpPr>
          <p:spPr>
            <a:xfrm>
              <a:off x="7629525" y="2516981"/>
              <a:ext cx="61466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38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-38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지은이네</a:t>
              </a:r>
              <a:endParaRPr sz="1275" b="0" i="0" spc="-38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1" name="Weave text 169:  "/>
            <p:cNvSpPr txBox="1"/>
            <p:nvPr/>
          </p:nvSpPr>
          <p:spPr>
            <a:xfrm>
              <a:off x="8205936" y="2516981"/>
              <a:ext cx="78879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38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-38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-38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2" name="Weave text 169: 집들이"/>
            <p:cNvSpPr txBox="1"/>
            <p:nvPr/>
          </p:nvSpPr>
          <p:spPr>
            <a:xfrm>
              <a:off x="8246566" y="2516981"/>
              <a:ext cx="470595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38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-38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집들이</a:t>
              </a:r>
              <a:endParaRPr sz="1275" b="0" i="0" spc="-38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3" name="Weave text 169:  "/>
            <p:cNvSpPr txBox="1"/>
            <p:nvPr/>
          </p:nvSpPr>
          <p:spPr>
            <a:xfrm>
              <a:off x="8678912" y="2516981"/>
              <a:ext cx="78879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38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-38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-38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4" name="Weave text 169: 때"/>
            <p:cNvSpPr txBox="1"/>
            <p:nvPr/>
          </p:nvSpPr>
          <p:spPr>
            <a:xfrm>
              <a:off x="8719542" y="2516981"/>
              <a:ext cx="18246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38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-38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때</a:t>
              </a:r>
              <a:endParaRPr sz="1275" b="0" i="0" spc="-38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5" name="Weave text 169:  "/>
            <p:cNvSpPr txBox="1"/>
            <p:nvPr/>
          </p:nvSpPr>
          <p:spPr>
            <a:xfrm>
              <a:off x="8863757" y="2516981"/>
              <a:ext cx="78879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38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-38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-38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6" name="Weave text 169: 마신"/>
            <p:cNvSpPr txBox="1"/>
            <p:nvPr/>
          </p:nvSpPr>
          <p:spPr>
            <a:xfrm>
              <a:off x="8904387" y="2516981"/>
              <a:ext cx="326529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38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-38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마신</a:t>
              </a:r>
              <a:endParaRPr sz="1275" b="0" i="0" spc="-38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7" name="Weave text 169:  "/>
            <p:cNvSpPr txBox="1"/>
            <p:nvPr/>
          </p:nvSpPr>
          <p:spPr>
            <a:xfrm>
              <a:off x="9192667" y="2516981"/>
              <a:ext cx="78879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38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-38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-38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8" name="Weave text 169: 와인"/>
            <p:cNvSpPr txBox="1"/>
            <p:nvPr/>
          </p:nvSpPr>
          <p:spPr>
            <a:xfrm>
              <a:off x="9233297" y="2516981"/>
              <a:ext cx="326529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38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-38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와인</a:t>
              </a:r>
              <a:endParaRPr sz="1275" b="0" i="0" spc="-38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39" name="Line 170: Weave"/>
          <p:cNvGrpSpPr/>
          <p:nvPr/>
        </p:nvGrpSpPr>
        <p:grpSpPr>
          <a:xfrm>
            <a:off x="7534275" y="3133725"/>
            <a:ext cx="532656" cy="281940"/>
            <a:chOff x="7534275" y="3133725"/>
            <a:chExt cx="532656" cy="281940"/>
          </a:xfrm>
        </p:grpSpPr>
        <p:sp>
          <p:nvSpPr>
            <p:cNvPr id="140" name="Weave text 170: Weave"/>
            <p:cNvSpPr txBox="1"/>
            <p:nvPr/>
          </p:nvSpPr>
          <p:spPr>
            <a:xfrm>
              <a:off x="7534275" y="3133725"/>
              <a:ext cx="53265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Weave</a:t>
              </a:r>
              <a:endParaRPr sz="1200" b="0" i="0" spc="0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</p:grpSp>
      <p:grpSp>
        <p:nvGrpSpPr>
          <p:cNvPr id="141" name="Line 171: 버튼을 눌러 확인"/>
          <p:cNvGrpSpPr/>
          <p:nvPr/>
        </p:nvGrpSpPr>
        <p:grpSpPr>
          <a:xfrm>
            <a:off x="10505629" y="3145631"/>
            <a:ext cx="905321" cy="236220"/>
            <a:chOff x="10505629" y="3145631"/>
            <a:chExt cx="905321" cy="236220"/>
          </a:xfrm>
        </p:grpSpPr>
        <p:sp>
          <p:nvSpPr>
            <p:cNvPr id="142" name="Weave text 171: 버튼을"/>
            <p:cNvSpPr txBox="1"/>
            <p:nvPr/>
          </p:nvSpPr>
          <p:spPr>
            <a:xfrm>
              <a:off x="10505629" y="3145631"/>
              <a:ext cx="379958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버튼을</a:t>
              </a:r>
              <a:endParaRPr sz="9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3" name="Weave text 171:  "/>
            <p:cNvSpPr txBox="1"/>
            <p:nvPr/>
          </p:nvSpPr>
          <p:spPr>
            <a:xfrm>
              <a:off x="10847338" y="3145631"/>
              <a:ext cx="73075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4" name="Weave text 171: 눌러"/>
            <p:cNvSpPr txBox="1"/>
            <p:nvPr/>
          </p:nvSpPr>
          <p:spPr>
            <a:xfrm>
              <a:off x="10882164" y="3145631"/>
              <a:ext cx="266105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눌러</a:t>
              </a:r>
              <a:endParaRPr sz="9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5" name="Weave text 171:  "/>
            <p:cNvSpPr txBox="1"/>
            <p:nvPr/>
          </p:nvSpPr>
          <p:spPr>
            <a:xfrm>
              <a:off x="11110020" y="3145631"/>
              <a:ext cx="73075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6" name="Weave text 171: 확인"/>
            <p:cNvSpPr txBox="1"/>
            <p:nvPr/>
          </p:nvSpPr>
          <p:spPr>
            <a:xfrm>
              <a:off x="11144845" y="3145631"/>
              <a:ext cx="266105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확인</a:t>
              </a:r>
              <a:endParaRPr sz="9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47" name="Line 172: 자동 완성 후보"/>
          <p:cNvGrpSpPr/>
          <p:nvPr/>
        </p:nvGrpSpPr>
        <p:grpSpPr>
          <a:xfrm>
            <a:off x="7315200" y="3667125"/>
            <a:ext cx="772418" cy="220980"/>
            <a:chOff x="7315200" y="3667125"/>
            <a:chExt cx="772418" cy="220980"/>
          </a:xfrm>
        </p:grpSpPr>
        <p:sp>
          <p:nvSpPr>
            <p:cNvPr id="148" name="Weave text 172: 자동"/>
            <p:cNvSpPr txBox="1"/>
            <p:nvPr/>
          </p:nvSpPr>
          <p:spPr>
            <a:xfrm>
              <a:off x="7315200" y="3667125"/>
              <a:ext cx="259854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45" kern="0" lang="ko-KR" altLang="en-US" dirty="0">
                  <a:solidFill>
                    <a:srgbClr val="C9BAF7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900" b="0" i="0" spc="45" kern="0" lang="ko-KR" altLang="en-US" dirty="0">
                  <a:solidFill>
                    <a:srgbClr val="C9BAF7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자동</a:t>
              </a:r>
              <a:endParaRPr sz="900" b="0" i="0" spc="45" kern="0" lang="ko-KR" altLang="en-US" dirty="0">
                <a:solidFill>
                  <a:srgbClr val="C9BAF7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49" name="Weave text 172:  "/>
            <p:cNvSpPr txBox="1"/>
            <p:nvPr/>
          </p:nvSpPr>
          <p:spPr>
            <a:xfrm>
              <a:off x="7536805" y="3667125"/>
              <a:ext cx="72777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45" kern="0" lang="ko-KR" altLang="en-US" dirty="0">
                  <a:solidFill>
                    <a:srgbClr val="C9BAF7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900" b="0" i="0" spc="45" kern="0" lang="ko-KR" altLang="en-US" dirty="0">
                  <a:solidFill>
                    <a:srgbClr val="C9BAF7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900" b="0" i="0" spc="45" kern="0" lang="ko-KR" altLang="en-US" dirty="0">
                <a:solidFill>
                  <a:srgbClr val="C9BAF7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50" name="Weave text 172: 완성"/>
            <p:cNvSpPr txBox="1"/>
            <p:nvPr/>
          </p:nvSpPr>
          <p:spPr>
            <a:xfrm>
              <a:off x="7571333" y="3667125"/>
              <a:ext cx="26000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45" kern="0" lang="ko-KR" altLang="en-US" dirty="0">
                  <a:solidFill>
                    <a:srgbClr val="C9BAF7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900" b="0" i="0" spc="45" kern="0" lang="ko-KR" altLang="en-US" dirty="0">
                  <a:solidFill>
                    <a:srgbClr val="C9BAF7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완성</a:t>
              </a:r>
              <a:endParaRPr sz="900" b="0" i="0" spc="45" kern="0" lang="ko-KR" altLang="en-US" dirty="0">
                <a:solidFill>
                  <a:srgbClr val="C9BAF7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51" name="Weave text 172:  "/>
            <p:cNvSpPr txBox="1"/>
            <p:nvPr/>
          </p:nvSpPr>
          <p:spPr>
            <a:xfrm>
              <a:off x="7793087" y="3667125"/>
              <a:ext cx="72777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45" kern="0" lang="ko-KR" altLang="en-US" dirty="0">
                  <a:solidFill>
                    <a:srgbClr val="C9BAF7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900" b="0" i="0" spc="45" kern="0" lang="ko-KR" altLang="en-US" dirty="0">
                  <a:solidFill>
                    <a:srgbClr val="C9BAF7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900" b="0" i="0" spc="45" kern="0" lang="ko-KR" altLang="en-US" dirty="0">
                <a:solidFill>
                  <a:srgbClr val="C9BAF7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52" name="Weave text 172: 후보"/>
            <p:cNvSpPr txBox="1"/>
            <p:nvPr/>
          </p:nvSpPr>
          <p:spPr>
            <a:xfrm>
              <a:off x="7827615" y="3667125"/>
              <a:ext cx="26000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45" kern="0" lang="ko-KR" altLang="en-US" dirty="0">
                  <a:solidFill>
                    <a:srgbClr val="C9BAF7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900" b="0" i="0" spc="45" kern="0" lang="ko-KR" altLang="en-US" dirty="0">
                  <a:solidFill>
                    <a:srgbClr val="C9BAF7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후보</a:t>
              </a:r>
              <a:endParaRPr sz="900" b="0" i="0" spc="45" kern="0" lang="ko-KR" altLang="en-US" dirty="0">
                <a:solidFill>
                  <a:srgbClr val="C9BAF7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153" name="Line 173: 배비치 소비뇽 블랑"/>
          <p:cNvGrpSpPr/>
          <p:nvPr/>
        </p:nvGrpSpPr>
        <p:grpSpPr>
          <a:xfrm>
            <a:off x="7315200" y="3914775"/>
            <a:ext cx="2015430" cy="464820"/>
            <a:chOff x="7315200" y="3914775"/>
            <a:chExt cx="2015430" cy="464820"/>
          </a:xfrm>
        </p:grpSpPr>
        <p:sp>
          <p:nvSpPr>
            <p:cNvPr id="154" name="Weave text 173: 배비치"/>
            <p:cNvSpPr txBox="1"/>
            <p:nvPr/>
          </p:nvSpPr>
          <p:spPr>
            <a:xfrm>
              <a:off x="7315200" y="3914775"/>
              <a:ext cx="738336" cy="4242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100" b="0" i="0" spc="-94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2100" b="0" i="0" spc="-94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배비치</a:t>
              </a:r>
              <a:endParaRPr sz="2100" b="0" i="0" spc="-94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55" name="Weave text 173:  "/>
            <p:cNvSpPr txBox="1"/>
            <p:nvPr/>
          </p:nvSpPr>
          <p:spPr>
            <a:xfrm>
              <a:off x="8015288" y="3914775"/>
              <a:ext cx="93315" cy="36079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100" b="0" i="0" spc="-94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2100" b="0" i="0" spc="-94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2100" b="0" i="0" spc="-94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56" name="Weave text 173: 소비뇽"/>
            <p:cNvSpPr txBox="1"/>
            <p:nvPr/>
          </p:nvSpPr>
          <p:spPr>
            <a:xfrm>
              <a:off x="8070354" y="3914775"/>
              <a:ext cx="738336" cy="4242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100" b="0" i="0" spc="-94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2100" b="0" i="0" spc="-94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소비뇽</a:t>
              </a:r>
              <a:endParaRPr sz="2100" b="0" i="0" spc="-94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57" name="Weave text 173:  "/>
            <p:cNvSpPr txBox="1"/>
            <p:nvPr/>
          </p:nvSpPr>
          <p:spPr>
            <a:xfrm>
              <a:off x="8770441" y="3914775"/>
              <a:ext cx="93464" cy="36079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100" b="0" i="0" spc="-94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2100" b="0" i="0" spc="-94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2100" b="0" i="0" spc="-94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58" name="Weave text 173: 블랑"/>
            <p:cNvSpPr txBox="1"/>
            <p:nvPr/>
          </p:nvSpPr>
          <p:spPr>
            <a:xfrm>
              <a:off x="8825657" y="3914775"/>
              <a:ext cx="504974" cy="4242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100" b="0" i="0" spc="-94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2100" b="0" i="0" spc="-94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블랑</a:t>
              </a:r>
              <a:endParaRPr sz="2100" b="0" i="0" spc="-94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159" name="Line 174: 출처: ‘지은 집들이’ 일정 · 와인 라벨 사진"/>
          <p:cNvGrpSpPr/>
          <p:nvPr/>
        </p:nvGrpSpPr>
        <p:grpSpPr>
          <a:xfrm>
            <a:off x="7315200" y="4371975"/>
            <a:ext cx="2287339" cy="251460"/>
            <a:chOff x="7315200" y="4371975"/>
            <a:chExt cx="2287339" cy="251460"/>
          </a:xfrm>
        </p:grpSpPr>
        <p:sp>
          <p:nvSpPr>
            <p:cNvPr id="160" name="Weave text 174: 출처"/>
            <p:cNvSpPr txBox="1"/>
            <p:nvPr/>
          </p:nvSpPr>
          <p:spPr>
            <a:xfrm>
              <a:off x="7315200" y="4371975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rPr>
                <a:t xml:space="preserve">출처</a:t>
              </a:r>
              <a:endParaRPr sz="1050" b="0" i="0" spc="0" kern="0" lang="ko-KR" altLang="en-US" dirty="0">
                <a:solidFill>
                  <a:srgbClr val="C1BDD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1" name="Weave text 174: : ‘"/>
            <p:cNvSpPr txBox="1"/>
            <p:nvPr/>
          </p:nvSpPr>
          <p:spPr>
            <a:xfrm>
              <a:off x="7560469" y="4371975"/>
              <a:ext cx="148977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C1BDD3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C1BDD3"/>
                  </a:solidFill>
                  <a:latin typeface="Inter"/>
                  <a:ea typeface="Inter"/>
                  <a:cs typeface="Inter"/>
                </a:rPr>
                <a:t xml:space="preserve">: ‘</a:t>
              </a:r>
              <a:endParaRPr sz="1050" b="0" i="0" spc="0" kern="0" lang="ko-KR" altLang="en-US" dirty="0">
                <a:solidFill>
                  <a:srgbClr val="C1BDD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2" name="Weave text 174: 지은"/>
            <p:cNvSpPr txBox="1"/>
            <p:nvPr/>
          </p:nvSpPr>
          <p:spPr>
            <a:xfrm>
              <a:off x="7671197" y="4371975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rPr>
                <a:t xml:space="preserve">지은</a:t>
              </a:r>
              <a:endParaRPr sz="1050" b="0" i="0" spc="0" kern="0" lang="ko-KR" altLang="en-US" dirty="0">
                <a:solidFill>
                  <a:srgbClr val="C1BDD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3" name="Weave text 174:  "/>
            <p:cNvSpPr txBox="1"/>
            <p:nvPr/>
          </p:nvSpPr>
          <p:spPr>
            <a:xfrm>
              <a:off x="7916614" y="4371975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C1BDD3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C1BDD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C1BDD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4" name="Weave text 174: 집들이"/>
            <p:cNvSpPr txBox="1"/>
            <p:nvPr/>
          </p:nvSpPr>
          <p:spPr>
            <a:xfrm>
              <a:off x="7954119" y="4371975"/>
              <a:ext cx="406152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rPr>
                <a:t xml:space="preserve">집들이</a:t>
              </a:r>
              <a:endParaRPr sz="1050" b="0" i="0" spc="0" kern="0" lang="ko-KR" altLang="en-US" dirty="0">
                <a:solidFill>
                  <a:srgbClr val="C1BDD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5" name="Weave text 174: ’ "/>
            <p:cNvSpPr txBox="1"/>
            <p:nvPr/>
          </p:nvSpPr>
          <p:spPr>
            <a:xfrm>
              <a:off x="8322022" y="4371975"/>
              <a:ext cx="110579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C1BDD3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C1BDD3"/>
                  </a:solidFill>
                  <a:latin typeface="Inter"/>
                  <a:ea typeface="Inter"/>
                  <a:cs typeface="Inter"/>
                </a:rPr>
                <a:t xml:space="preserve">’ </a:t>
              </a:r>
              <a:endParaRPr sz="1050" b="0" i="0" spc="0" kern="0" lang="ko-KR" altLang="en-US" dirty="0">
                <a:solidFill>
                  <a:srgbClr val="C1BDD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6" name="Weave text 174: 일정"/>
            <p:cNvSpPr txBox="1"/>
            <p:nvPr/>
          </p:nvSpPr>
          <p:spPr>
            <a:xfrm>
              <a:off x="8394353" y="4371975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rPr>
                <a:t xml:space="preserve">일정</a:t>
              </a:r>
              <a:endParaRPr sz="1050" b="0" i="0" spc="0" kern="0" lang="ko-KR" altLang="en-US" dirty="0">
                <a:solidFill>
                  <a:srgbClr val="C1BDD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7" name="Weave text 174:  · "/>
            <p:cNvSpPr txBox="1"/>
            <p:nvPr/>
          </p:nvSpPr>
          <p:spPr>
            <a:xfrm>
              <a:off x="8639770" y="4371975"/>
              <a:ext cx="151656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C1BDD3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C1BDD3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1050" b="0" i="0" spc="0" kern="0" lang="ko-KR" altLang="en-US" dirty="0">
                <a:solidFill>
                  <a:srgbClr val="C1BDD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8" name="Weave text 174: 와인"/>
            <p:cNvSpPr txBox="1"/>
            <p:nvPr/>
          </p:nvSpPr>
          <p:spPr>
            <a:xfrm>
              <a:off x="8753177" y="4371975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rPr>
                <a:t xml:space="preserve">와인</a:t>
              </a:r>
              <a:endParaRPr sz="1050" b="0" i="0" spc="0" kern="0" lang="ko-KR" altLang="en-US" dirty="0">
                <a:solidFill>
                  <a:srgbClr val="C1BDD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9" name="Weave text 174:  "/>
            <p:cNvSpPr txBox="1"/>
            <p:nvPr/>
          </p:nvSpPr>
          <p:spPr>
            <a:xfrm>
              <a:off x="8998446" y="4371975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C1BDD3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C1BDD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C1BDD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0" name="Weave text 174: 라벨"/>
            <p:cNvSpPr txBox="1"/>
            <p:nvPr/>
          </p:nvSpPr>
          <p:spPr>
            <a:xfrm>
              <a:off x="9035951" y="4371975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rPr>
                <a:t xml:space="preserve">라벨</a:t>
              </a:r>
              <a:endParaRPr sz="1050" b="0" i="0" spc="0" kern="0" lang="ko-KR" altLang="en-US" dirty="0">
                <a:solidFill>
                  <a:srgbClr val="C1BDD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1" name="Weave text 174:  "/>
            <p:cNvSpPr txBox="1"/>
            <p:nvPr/>
          </p:nvSpPr>
          <p:spPr>
            <a:xfrm>
              <a:off x="9281368" y="4371975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C1BDD3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C1BDD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C1BDD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2" name="Weave text 174: 사진"/>
            <p:cNvSpPr txBox="1"/>
            <p:nvPr/>
          </p:nvSpPr>
          <p:spPr>
            <a:xfrm>
              <a:off x="9318873" y="4371975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rPr>
                <a:t xml:space="preserve">사진</a:t>
              </a:r>
              <a:endParaRPr sz="1050" b="0" i="0" spc="0" kern="0" lang="ko-KR" altLang="en-US" dirty="0">
                <a:solidFill>
                  <a:srgbClr val="C1BDD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73" name="Line 175: 연결한 기록 보기"/>
          <p:cNvGrpSpPr/>
          <p:nvPr/>
        </p:nvGrpSpPr>
        <p:grpSpPr>
          <a:xfrm>
            <a:off x="7315200" y="4748212"/>
            <a:ext cx="838498" cy="220980"/>
            <a:chOff x="7315200" y="4748212"/>
            <a:chExt cx="838498" cy="220980"/>
          </a:xfrm>
        </p:grpSpPr>
        <p:sp>
          <p:nvSpPr>
            <p:cNvPr id="174" name="Weave text 175: 연결한"/>
            <p:cNvSpPr txBox="1"/>
            <p:nvPr/>
          </p:nvSpPr>
          <p:spPr>
            <a:xfrm>
              <a:off x="7315200" y="4748212"/>
              <a:ext cx="353616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rPr>
                <a:t xml:space="preserve">연결한</a:t>
              </a:r>
              <a:endParaRPr sz="900" b="0" i="0" spc="0" kern="0" lang="ko-KR" altLang="en-US" dirty="0">
                <a:solidFill>
                  <a:srgbClr val="C1BDD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5" name="Weave text 175:  "/>
            <p:cNvSpPr txBox="1"/>
            <p:nvPr/>
          </p:nvSpPr>
          <p:spPr>
            <a:xfrm>
              <a:off x="7630567" y="4748212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C1BDD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C1BDD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C1BDD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6" name="Weave text 175: 기록"/>
            <p:cNvSpPr txBox="1"/>
            <p:nvPr/>
          </p:nvSpPr>
          <p:spPr>
            <a:xfrm>
              <a:off x="7662714" y="4748212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rPr>
                <a:t xml:space="preserve">기록</a:t>
              </a:r>
              <a:endParaRPr sz="900" b="0" i="0" spc="0" kern="0" lang="ko-KR" altLang="en-US" dirty="0">
                <a:solidFill>
                  <a:srgbClr val="C1BDD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7" name="Weave text 175:  "/>
            <p:cNvSpPr txBox="1"/>
            <p:nvPr/>
          </p:nvSpPr>
          <p:spPr>
            <a:xfrm>
              <a:off x="7873008" y="4748212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C1BDD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C1BDD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C1BDD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8" name="Weave text 175: 보기"/>
            <p:cNvSpPr txBox="1"/>
            <p:nvPr/>
          </p:nvSpPr>
          <p:spPr>
            <a:xfrm>
              <a:off x="7905155" y="4748212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rPr>
                <a:t xml:space="preserve">보기</a:t>
              </a:r>
              <a:endParaRPr sz="900" b="0" i="0" spc="0" kern="0" lang="ko-KR" altLang="en-US" dirty="0">
                <a:solidFill>
                  <a:srgbClr val="C1BDD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79" name="Line 176: 검색창에 넣기"/>
          <p:cNvGrpSpPr/>
          <p:nvPr/>
        </p:nvGrpSpPr>
        <p:grpSpPr>
          <a:xfrm>
            <a:off x="10279261" y="4743450"/>
            <a:ext cx="807839" cy="251460"/>
            <a:chOff x="10279261" y="4743450"/>
            <a:chExt cx="807839" cy="251460"/>
          </a:xfrm>
        </p:grpSpPr>
        <p:sp>
          <p:nvSpPr>
            <p:cNvPr id="180" name="Weave text 176: 검색창에"/>
            <p:cNvSpPr txBox="1"/>
            <p:nvPr/>
          </p:nvSpPr>
          <p:spPr>
            <a:xfrm>
              <a:off x="10279261" y="4743450"/>
              <a:ext cx="528935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241C3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050" b="0" i="0" spc="0" kern="0" lang="ko-KR" altLang="en-US" dirty="0">
                  <a:solidFill>
                    <a:srgbClr val="241C3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검색창에</a:t>
              </a:r>
              <a:endParaRPr sz="1050" b="0" i="0" spc="0" kern="0" lang="ko-KR" altLang="en-US" dirty="0">
                <a:solidFill>
                  <a:srgbClr val="241C3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81" name="Weave text 176:  "/>
            <p:cNvSpPr txBox="1"/>
            <p:nvPr/>
          </p:nvSpPr>
          <p:spPr>
            <a:xfrm>
              <a:off x="10769947" y="4743450"/>
              <a:ext cx="7188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241C3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050" b="0" i="0" spc="0" kern="0" lang="ko-KR" altLang="en-US" dirty="0">
                  <a:solidFill>
                    <a:srgbClr val="241C3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050" b="0" i="0" spc="0" kern="0" lang="ko-KR" altLang="en-US" dirty="0">
                <a:solidFill>
                  <a:srgbClr val="241C3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82" name="Weave text 176: 넣기"/>
            <p:cNvSpPr txBox="1"/>
            <p:nvPr/>
          </p:nvSpPr>
          <p:spPr>
            <a:xfrm>
              <a:off x="10803582" y="4743450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241C3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050" b="0" i="0" spc="0" kern="0" lang="ko-KR" altLang="en-US" dirty="0">
                  <a:solidFill>
                    <a:srgbClr val="241C3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넣기</a:t>
              </a:r>
              <a:endParaRPr sz="1050" b="0" i="0" spc="0" kern="0" lang="ko-KR" altLang="en-US" dirty="0">
                <a:solidFill>
                  <a:srgbClr val="241C3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183" name="Line 177: 한/영"/>
          <p:cNvGrpSpPr/>
          <p:nvPr/>
        </p:nvGrpSpPr>
        <p:grpSpPr>
          <a:xfrm>
            <a:off x="7149405" y="5548312"/>
            <a:ext cx="331589" cy="251460"/>
            <a:chOff x="7149405" y="5548312"/>
            <a:chExt cx="331589" cy="251460"/>
          </a:xfrm>
        </p:grpSpPr>
        <p:sp>
          <p:nvSpPr>
            <p:cNvPr id="184" name="Weave text 177: 한"/>
            <p:cNvSpPr txBox="1"/>
            <p:nvPr/>
          </p:nvSpPr>
          <p:spPr>
            <a:xfrm>
              <a:off x="7149405" y="5548312"/>
              <a:ext cx="160883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ADB8CA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ADB8CA"/>
                  </a:solidFill>
                  <a:latin typeface="Noto Sans KR"/>
                  <a:ea typeface="Noto Sans KR"/>
                  <a:cs typeface="Noto Sans KR"/>
                </a:rPr>
                <a:t xml:space="preserve">한</a:t>
              </a:r>
              <a:endParaRPr sz="1050" b="0" i="0" spc="0" kern="0" lang="ko-KR" altLang="en-US" dirty="0">
                <a:solidFill>
                  <a:srgbClr val="ADB8CA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5" name="Weave text 177: /"/>
            <p:cNvSpPr txBox="1"/>
            <p:nvPr/>
          </p:nvSpPr>
          <p:spPr>
            <a:xfrm>
              <a:off x="7272040" y="5548312"/>
              <a:ext cx="86320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ADB8CA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ADB8CA"/>
                  </a:solidFill>
                  <a:latin typeface="Inter"/>
                  <a:ea typeface="Inter"/>
                  <a:cs typeface="Inter"/>
                </a:rPr>
                <a:t xml:space="preserve">/</a:t>
              </a:r>
              <a:endParaRPr sz="1050" b="0" i="0" spc="0" kern="0" lang="ko-KR" altLang="en-US" dirty="0">
                <a:solidFill>
                  <a:srgbClr val="ADB8CA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6" name="Weave text 177: 영"/>
            <p:cNvSpPr txBox="1"/>
            <p:nvPr/>
          </p:nvSpPr>
          <p:spPr>
            <a:xfrm>
              <a:off x="7320111" y="5548312"/>
              <a:ext cx="160883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ADB8CA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ADB8CA"/>
                  </a:solidFill>
                  <a:latin typeface="Noto Sans KR"/>
                  <a:ea typeface="Noto Sans KR"/>
                  <a:cs typeface="Noto Sans KR"/>
                </a:rPr>
                <a:t xml:space="preserve">영</a:t>
              </a:r>
              <a:endParaRPr sz="1050" b="0" i="0" spc="0" kern="0" lang="ko-KR" altLang="en-US" dirty="0">
                <a:solidFill>
                  <a:srgbClr val="ADB8CA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87" name="Line 178: ,"/>
          <p:cNvGrpSpPr/>
          <p:nvPr/>
        </p:nvGrpSpPr>
        <p:grpSpPr>
          <a:xfrm>
            <a:off x="7676852" y="5548312"/>
            <a:ext cx="76646" cy="251460"/>
            <a:chOff x="7676852" y="5548312"/>
            <a:chExt cx="76646" cy="251460"/>
          </a:xfrm>
        </p:grpSpPr>
        <p:sp>
          <p:nvSpPr>
            <p:cNvPr id="188" name="Weave text 178: ,"/>
            <p:cNvSpPr txBox="1"/>
            <p:nvPr/>
          </p:nvSpPr>
          <p:spPr>
            <a:xfrm>
              <a:off x="7676852" y="5548312"/>
              <a:ext cx="76646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ADB8CA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ADB8CA"/>
                  </a:solidFill>
                  <a:latin typeface="Inter"/>
                  <a:ea typeface="Inter"/>
                  <a:cs typeface="Inter"/>
                </a:rPr>
                <a:t xml:space="preserve">,</a:t>
              </a:r>
              <a:endParaRPr sz="1050" b="0" i="0" spc="0" kern="0" lang="ko-KR" altLang="en-US" dirty="0">
                <a:solidFill>
                  <a:srgbClr val="ADB8CA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89" name="Line 179: 한국어"/>
          <p:cNvGrpSpPr/>
          <p:nvPr/>
        </p:nvGrpSpPr>
        <p:grpSpPr>
          <a:xfrm>
            <a:off x="8976717" y="5553075"/>
            <a:ext cx="353616" cy="220980"/>
            <a:chOff x="8976717" y="5553075"/>
            <a:chExt cx="353616" cy="220980"/>
          </a:xfrm>
        </p:grpSpPr>
        <p:sp>
          <p:nvSpPr>
            <p:cNvPr id="190" name="Weave text 179: 한국어"/>
            <p:cNvSpPr txBox="1"/>
            <p:nvPr/>
          </p:nvSpPr>
          <p:spPr>
            <a:xfrm>
              <a:off x="8976717" y="5553075"/>
              <a:ext cx="353616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ADB8CA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ADB8CA"/>
                  </a:solidFill>
                  <a:latin typeface="Noto Sans KR"/>
                  <a:ea typeface="Noto Sans KR"/>
                  <a:cs typeface="Noto Sans KR"/>
                </a:rPr>
                <a:t xml:space="preserve">한국어</a:t>
              </a:r>
              <a:endParaRPr sz="900" b="0" i="0" spc="0" kern="0" lang="ko-KR" altLang="en-US" dirty="0">
                <a:solidFill>
                  <a:srgbClr val="ADB8CA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91" name="Line 180: ."/>
          <p:cNvGrpSpPr/>
          <p:nvPr/>
        </p:nvGrpSpPr>
        <p:grpSpPr>
          <a:xfrm>
            <a:off x="10553402" y="5548312"/>
            <a:ext cx="76646" cy="251460"/>
            <a:chOff x="10553402" y="5548312"/>
            <a:chExt cx="76646" cy="251460"/>
          </a:xfrm>
        </p:grpSpPr>
        <p:sp>
          <p:nvSpPr>
            <p:cNvPr id="192" name="Weave text 180: ."/>
            <p:cNvSpPr txBox="1"/>
            <p:nvPr/>
          </p:nvSpPr>
          <p:spPr>
            <a:xfrm>
              <a:off x="10553402" y="5548312"/>
              <a:ext cx="76646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ADB8CA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ADB8CA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050" b="0" i="0" spc="0" kern="0" lang="ko-KR" altLang="en-US" dirty="0">
                <a:solidFill>
                  <a:srgbClr val="ADB8CA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93" name="Line 181: 검색"/>
          <p:cNvGrpSpPr/>
          <p:nvPr/>
        </p:nvGrpSpPr>
        <p:grpSpPr>
          <a:xfrm>
            <a:off x="10964317" y="5548312"/>
            <a:ext cx="283518" cy="251460"/>
            <a:chOff x="10964317" y="5548312"/>
            <a:chExt cx="283518" cy="251460"/>
          </a:xfrm>
        </p:grpSpPr>
        <p:sp>
          <p:nvSpPr>
            <p:cNvPr id="194" name="Weave text 181: 검색"/>
            <p:cNvSpPr txBox="1"/>
            <p:nvPr/>
          </p:nvSpPr>
          <p:spPr>
            <a:xfrm>
              <a:off x="10964317" y="5548312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DCD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DCD2FF"/>
                  </a:solidFill>
                  <a:latin typeface="Noto Sans KR"/>
                  <a:ea typeface="Noto Sans KR"/>
                  <a:cs typeface="Noto Sans KR"/>
                </a:rPr>
                <a:t xml:space="preserve">검색</a:t>
              </a:r>
              <a:endParaRPr sz="1050" b="0" i="0" spc="0" kern="0" lang="ko-KR" altLang="en-US" dirty="0">
                <a:solidFill>
                  <a:srgbClr val="DCD2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95" name="Line 182: 후보와 출처를 확인한 뒤 선택하면 입력됩니다. 작성 중인 내용은 임의로 "/>
          <p:cNvGrpSpPr/>
          <p:nvPr/>
        </p:nvGrpSpPr>
        <p:grpSpPr>
          <a:xfrm>
            <a:off x="609600" y="6162675"/>
            <a:ext cx="5495627" cy="281940"/>
            <a:chOff x="609600" y="6162675"/>
            <a:chExt cx="5495627" cy="281940"/>
          </a:xfrm>
        </p:grpSpPr>
        <p:sp>
          <p:nvSpPr>
            <p:cNvPr id="196" name="Weave text 182: 후보와"/>
            <p:cNvSpPr txBox="1"/>
            <p:nvPr/>
          </p:nvSpPr>
          <p:spPr>
            <a:xfrm>
              <a:off x="609600" y="6162675"/>
              <a:ext cx="449610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후보와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7" name="Weave text 182:  "/>
            <p:cNvSpPr txBox="1"/>
            <p:nvPr/>
          </p:nvSpPr>
          <p:spPr>
            <a:xfrm>
              <a:off x="1020961" y="6162675"/>
              <a:ext cx="78135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8" name="Weave text 182: 출처를"/>
            <p:cNvSpPr txBox="1"/>
            <p:nvPr/>
          </p:nvSpPr>
          <p:spPr>
            <a:xfrm>
              <a:off x="1060847" y="6162675"/>
              <a:ext cx="44975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출처를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9" name="Weave text 182:  "/>
            <p:cNvSpPr txBox="1"/>
            <p:nvPr/>
          </p:nvSpPr>
          <p:spPr>
            <a:xfrm>
              <a:off x="1472357" y="6162675"/>
              <a:ext cx="7798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0" name="Weave text 182: 확인한"/>
            <p:cNvSpPr txBox="1"/>
            <p:nvPr/>
          </p:nvSpPr>
          <p:spPr>
            <a:xfrm>
              <a:off x="1512094" y="6162675"/>
              <a:ext cx="44975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확인한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1" name="Weave text 182:  "/>
            <p:cNvSpPr txBox="1"/>
            <p:nvPr/>
          </p:nvSpPr>
          <p:spPr>
            <a:xfrm>
              <a:off x="1923604" y="6162675"/>
              <a:ext cx="7798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2" name="Weave text 182: 뒤"/>
            <p:cNvSpPr txBox="1"/>
            <p:nvPr/>
          </p:nvSpPr>
          <p:spPr>
            <a:xfrm>
              <a:off x="1963341" y="6162675"/>
              <a:ext cx="175468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뒤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3" name="Weave text 182:  "/>
            <p:cNvSpPr txBox="1"/>
            <p:nvPr/>
          </p:nvSpPr>
          <p:spPr>
            <a:xfrm>
              <a:off x="2100560" y="6162675"/>
              <a:ext cx="78135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4" name="Weave text 182: 선택하면"/>
            <p:cNvSpPr txBox="1"/>
            <p:nvPr/>
          </p:nvSpPr>
          <p:spPr>
            <a:xfrm>
              <a:off x="2140446" y="6162675"/>
              <a:ext cx="58682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선택하면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5" name="Weave text 182:  "/>
            <p:cNvSpPr txBox="1"/>
            <p:nvPr/>
          </p:nvSpPr>
          <p:spPr>
            <a:xfrm>
              <a:off x="2689027" y="6162675"/>
              <a:ext cx="78135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6" name="Weave text 182: 입력됩니다"/>
            <p:cNvSpPr txBox="1"/>
            <p:nvPr/>
          </p:nvSpPr>
          <p:spPr>
            <a:xfrm>
              <a:off x="2728912" y="6162675"/>
              <a:ext cx="72404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입력됩니다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7" name="Weave text 182: . "/>
            <p:cNvSpPr txBox="1"/>
            <p:nvPr/>
          </p:nvSpPr>
          <p:spPr>
            <a:xfrm>
              <a:off x="3414712" y="6162675"/>
              <a:ext cx="118914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.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8" name="Weave text 182: 작성"/>
            <p:cNvSpPr txBox="1"/>
            <p:nvPr/>
          </p:nvSpPr>
          <p:spPr>
            <a:xfrm>
              <a:off x="3495377" y="6162675"/>
              <a:ext cx="31253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작성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9" name="Weave text 182:  "/>
            <p:cNvSpPr txBox="1"/>
            <p:nvPr/>
          </p:nvSpPr>
          <p:spPr>
            <a:xfrm>
              <a:off x="3769668" y="6162675"/>
              <a:ext cx="7798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0" name="Weave text 182: 중인"/>
            <p:cNvSpPr txBox="1"/>
            <p:nvPr/>
          </p:nvSpPr>
          <p:spPr>
            <a:xfrm>
              <a:off x="3809405" y="6162675"/>
              <a:ext cx="312688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중인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1" name="Weave text 182:  "/>
            <p:cNvSpPr txBox="1"/>
            <p:nvPr/>
          </p:nvSpPr>
          <p:spPr>
            <a:xfrm>
              <a:off x="4083844" y="6162675"/>
              <a:ext cx="7798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2" name="Weave text 182: 내용은"/>
            <p:cNvSpPr txBox="1"/>
            <p:nvPr/>
          </p:nvSpPr>
          <p:spPr>
            <a:xfrm>
              <a:off x="4123581" y="6162675"/>
              <a:ext cx="44975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내용은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3" name="Weave text 182:  "/>
            <p:cNvSpPr txBox="1"/>
            <p:nvPr/>
          </p:nvSpPr>
          <p:spPr>
            <a:xfrm>
              <a:off x="4535091" y="6162675"/>
              <a:ext cx="7798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4" name="Weave text 182: 임의로"/>
            <p:cNvSpPr txBox="1"/>
            <p:nvPr/>
          </p:nvSpPr>
          <p:spPr>
            <a:xfrm>
              <a:off x="4574828" y="6162675"/>
              <a:ext cx="44975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임의로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5" name="Weave text 182:  "/>
            <p:cNvSpPr txBox="1"/>
            <p:nvPr/>
          </p:nvSpPr>
          <p:spPr>
            <a:xfrm>
              <a:off x="4986338" y="6162675"/>
              <a:ext cx="78135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6" name="Weave text 182: 바뀌지"/>
            <p:cNvSpPr txBox="1"/>
            <p:nvPr/>
          </p:nvSpPr>
          <p:spPr>
            <a:xfrm>
              <a:off x="5026223" y="6162675"/>
              <a:ext cx="44975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바뀌지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7" name="Weave text 182:  "/>
            <p:cNvSpPr txBox="1"/>
            <p:nvPr/>
          </p:nvSpPr>
          <p:spPr>
            <a:xfrm>
              <a:off x="5437733" y="6162675"/>
              <a:ext cx="7798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8" name="Weave text 182: 않습니다"/>
            <p:cNvSpPr txBox="1"/>
            <p:nvPr/>
          </p:nvSpPr>
          <p:spPr>
            <a:xfrm>
              <a:off x="5477470" y="6162675"/>
              <a:ext cx="58682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않습니다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9" name="Weave text 182: ."/>
            <p:cNvSpPr txBox="1"/>
            <p:nvPr/>
          </p:nvSpPr>
          <p:spPr>
            <a:xfrm>
              <a:off x="6026051" y="6162675"/>
              <a:ext cx="79177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20" name="Line 183: WEAVE ASSIST / GALAXY AI CONCEPT"/>
          <p:cNvGrpSpPr/>
          <p:nvPr/>
        </p:nvGrpSpPr>
        <p:grpSpPr>
          <a:xfrm>
            <a:off x="609600" y="6496050"/>
            <a:ext cx="2437507" cy="190500"/>
            <a:chOff x="609600" y="6496050"/>
            <a:chExt cx="2437507" cy="190500"/>
          </a:xfrm>
        </p:grpSpPr>
        <p:sp>
          <p:nvSpPr>
            <p:cNvPr id="221" name="Weave text 183: WEAVE ASSIST / GALAXY AI CONCEPT"/>
            <p:cNvSpPr txBox="1"/>
            <p:nvPr/>
          </p:nvSpPr>
          <p:spPr>
            <a:xfrm>
              <a:off x="609600" y="6496050"/>
              <a:ext cx="2437507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150" kern="0" lang="ko-KR" altLang="en-US" dirty="0">
                  <a:solidFill>
                    <a:srgbClr val="9CAAC3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750" b="0" i="0" spc="150" kern="0" lang="ko-KR" altLang="en-US" dirty="0">
                  <a:solidFill>
                    <a:srgbClr val="9CAAC3"/>
                  </a:solidFill>
                  <a:latin typeface="Inter Medium"/>
                  <a:ea typeface="Inter Medium"/>
                  <a:cs typeface="Inter Medium"/>
                </a:rPr>
                <a:t xml:space="preserve">WEAVE ASSIST / GALAXY AI CONCEPT</a:t>
              </a:r>
              <a:endParaRPr sz="750" b="0" i="0" spc="150" kern="0" lang="ko-KR" altLang="en-US" dirty="0">
                <a:solidFill>
                  <a:srgbClr val="9CAAC3"/>
                </a:solidFill>
                <a:latin typeface="Inter Medium"/>
                <a:ea typeface="Inter Medium"/>
                <a:cs typeface="Inter Medium"/>
              </a:endParaRPr>
            </a:p>
          </p:txBody>
        </p:sp>
      </p:grpSp>
      <p:grpSp>
        <p:nvGrpSpPr>
          <p:cNvPr id="222" name="Line 184: 06 / 11"/>
          <p:cNvGrpSpPr/>
          <p:nvPr/>
        </p:nvGrpSpPr>
        <p:grpSpPr>
          <a:xfrm>
            <a:off x="11215836" y="6496050"/>
            <a:ext cx="404664" cy="190500"/>
            <a:chOff x="11215836" y="6496050"/>
            <a:chExt cx="404664" cy="190500"/>
          </a:xfrm>
        </p:grpSpPr>
        <p:sp>
          <p:nvSpPr>
            <p:cNvPr id="223" name="Weave text 184: 06 / 11"/>
            <p:cNvSpPr txBox="1"/>
            <p:nvPr/>
          </p:nvSpPr>
          <p:spPr>
            <a:xfrm>
              <a:off x="11215836" y="6496050"/>
              <a:ext cx="404664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90" kern="0" lang="ko-KR" altLang="en-US" dirty="0">
                  <a:solidFill>
                    <a:srgbClr val="9CAAC3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750" b="0" i="0" spc="90" kern="0" lang="ko-KR" altLang="en-US" dirty="0">
                  <a:solidFill>
                    <a:srgbClr val="9CAAC3"/>
                  </a:solidFill>
                  <a:latin typeface="Inter Medium"/>
                  <a:ea typeface="Inter Medium"/>
                  <a:cs typeface="Inter Medium"/>
                </a:rPr>
                <a:t xml:space="preserve">06 / 11</a:t>
              </a:r>
              <a:endParaRPr sz="750" b="0" i="0" spc="90" kern="0" lang="ko-KR" altLang="en-US" dirty="0">
                <a:solidFill>
                  <a:srgbClr val="9CAAC3"/>
                </a:solidFill>
                <a:latin typeface="Inter Medium"/>
                <a:ea typeface="Inter Medium"/>
                <a:cs typeface="Inter Medium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TML visual layer (text is separately editable)"/>
          <p:cNvPicPr>
            <a:picLocks noChangeAspect="1"/>
          </p:cNvPicPr>
          <p:nvPr/>
        </p:nvPicPr>
        <p:blipFill>
          <a:blip r:embed="rIdWeaveVisualLayer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3" name="Line 185: 07 / A MEMORY, RIGHT ON TIME"/>
          <p:cNvGrpSpPr/>
          <p:nvPr/>
        </p:nvGrpSpPr>
        <p:grpSpPr>
          <a:xfrm>
            <a:off x="609600" y="390525"/>
            <a:ext cx="2474119" cy="220980"/>
            <a:chOff x="609600" y="390525"/>
            <a:chExt cx="2474119" cy="220980"/>
          </a:xfrm>
        </p:grpSpPr>
        <p:sp>
          <p:nvSpPr>
            <p:cNvPr id="4" name="Weave text 185: 07 / A MEMORY, RIGHT ON TIME"/>
            <p:cNvSpPr txBox="1"/>
            <p:nvPr/>
          </p:nvSpPr>
          <p:spPr>
            <a:xfrm>
              <a:off x="609600" y="390525"/>
              <a:ext cx="2474119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180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900" b="0" i="0" spc="180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rPr>
                <a:t xml:space="preserve">07 / A MEMORY, RIGHT ON TIME</a:t>
              </a:r>
              <a:endParaRPr sz="900" b="0" i="0" spc="180" kern="0" lang="ko-KR" altLang="en-US" dirty="0">
                <a:solidFill>
                  <a:srgbClr val="B8A2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5" name="Line 186: 잊고 있던 약속을, 필요한 순간 건넵니다."/>
          <p:cNvGrpSpPr/>
          <p:nvPr/>
        </p:nvGrpSpPr>
        <p:grpSpPr>
          <a:xfrm>
            <a:off x="609600" y="676275"/>
            <a:ext cx="6011019" cy="647700"/>
            <a:chOff x="609600" y="676275"/>
            <a:chExt cx="6011019" cy="647700"/>
          </a:xfrm>
        </p:grpSpPr>
        <p:sp>
          <p:nvSpPr>
            <p:cNvPr id="6" name="Weave text 186: 잊고"/>
            <p:cNvSpPr txBox="1"/>
            <p:nvPr/>
          </p:nvSpPr>
          <p:spPr>
            <a:xfrm>
              <a:off x="609600" y="676275"/>
              <a:ext cx="708720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잊고</a:t>
              </a:r>
              <a:endParaRPr sz="3000" b="0" i="0" spc="-12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7" name="Weave text 186:  "/>
            <p:cNvSpPr txBox="1"/>
            <p:nvPr/>
          </p:nvSpPr>
          <p:spPr>
            <a:xfrm>
              <a:off x="1280071" y="676275"/>
              <a:ext cx="119062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2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8" name="Weave text 186: 있던"/>
            <p:cNvSpPr txBox="1"/>
            <p:nvPr/>
          </p:nvSpPr>
          <p:spPr>
            <a:xfrm>
              <a:off x="1360884" y="676275"/>
              <a:ext cx="708720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있던</a:t>
              </a:r>
              <a:endParaRPr sz="3000" b="0" i="0" spc="-12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9" name="Weave text 186:  "/>
            <p:cNvSpPr txBox="1"/>
            <p:nvPr/>
          </p:nvSpPr>
          <p:spPr>
            <a:xfrm>
              <a:off x="2031355" y="676275"/>
              <a:ext cx="119062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2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0" name="Weave text 186: 약속을"/>
            <p:cNvSpPr txBox="1"/>
            <p:nvPr/>
          </p:nvSpPr>
          <p:spPr>
            <a:xfrm>
              <a:off x="2112169" y="676275"/>
              <a:ext cx="104402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약속을</a:t>
              </a:r>
              <a:endParaRPr sz="3000" b="0" i="0" spc="-12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1" name="Weave text 186: , "/>
            <p:cNvSpPr txBox="1"/>
            <p:nvPr/>
          </p:nvSpPr>
          <p:spPr>
            <a:xfrm>
              <a:off x="3117949" y="676275"/>
              <a:ext cx="217438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, </a:t>
              </a:r>
              <a:endParaRPr sz="3000" b="0" i="0" spc="-12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2" name="Weave text 186: 필요한"/>
            <p:cNvSpPr txBox="1"/>
            <p:nvPr/>
          </p:nvSpPr>
          <p:spPr>
            <a:xfrm>
              <a:off x="3297138" y="676275"/>
              <a:ext cx="1044178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필요한</a:t>
              </a:r>
              <a:endParaRPr sz="3000" b="0" i="0" spc="-12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3" name="Weave text 186:  "/>
            <p:cNvSpPr txBox="1"/>
            <p:nvPr/>
          </p:nvSpPr>
          <p:spPr>
            <a:xfrm>
              <a:off x="4303068" y="676275"/>
              <a:ext cx="118914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2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4" name="Weave text 186: 순간"/>
            <p:cNvSpPr txBox="1"/>
            <p:nvPr/>
          </p:nvSpPr>
          <p:spPr>
            <a:xfrm>
              <a:off x="4383732" y="676275"/>
              <a:ext cx="708868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순간</a:t>
              </a:r>
              <a:endParaRPr sz="3000" b="0" i="0" spc="-12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5" name="Weave text 186:  "/>
            <p:cNvSpPr txBox="1"/>
            <p:nvPr/>
          </p:nvSpPr>
          <p:spPr>
            <a:xfrm>
              <a:off x="5054352" y="676275"/>
              <a:ext cx="118914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2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6" name="Weave text 186: 건넵니다"/>
            <p:cNvSpPr txBox="1"/>
            <p:nvPr/>
          </p:nvSpPr>
          <p:spPr>
            <a:xfrm>
              <a:off x="5135017" y="676275"/>
              <a:ext cx="1379488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건넵니다</a:t>
              </a:r>
              <a:endParaRPr sz="3000" b="0" i="0" spc="-12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7" name="Weave text 186: ."/>
            <p:cNvSpPr txBox="1"/>
            <p:nvPr/>
          </p:nvSpPr>
          <p:spPr>
            <a:xfrm>
              <a:off x="6476256" y="676275"/>
              <a:ext cx="14436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.</a:t>
              </a:r>
              <a:endParaRPr sz="3000" b="0" i="0" spc="-12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8" name="Line 187: 엄마에게 답장하는 지금, 2주 전의 약속이 현재 위치와 연결됩니다."/>
          <p:cNvGrpSpPr/>
          <p:nvPr/>
        </p:nvGrpSpPr>
        <p:grpSpPr>
          <a:xfrm>
            <a:off x="609600" y="1276350"/>
            <a:ext cx="4467820" cy="297180"/>
            <a:chOff x="609600" y="1276350"/>
            <a:chExt cx="4467820" cy="297180"/>
          </a:xfrm>
        </p:grpSpPr>
        <p:sp>
          <p:nvSpPr>
            <p:cNvPr id="19" name="Weave text 187: 엄마에게"/>
            <p:cNvSpPr txBox="1"/>
            <p:nvPr/>
          </p:nvSpPr>
          <p:spPr>
            <a:xfrm>
              <a:off x="609600" y="1276350"/>
              <a:ext cx="634008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엄마에게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" name="Weave text 187:  "/>
            <p:cNvSpPr txBox="1"/>
            <p:nvPr/>
          </p:nvSpPr>
          <p:spPr>
            <a:xfrm>
              <a:off x="1205359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" name="Weave text 187: 답장하는"/>
            <p:cNvSpPr txBox="1"/>
            <p:nvPr/>
          </p:nvSpPr>
          <p:spPr>
            <a:xfrm>
              <a:off x="1250900" y="1276350"/>
              <a:ext cx="63415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답장하는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" name="Weave text 187:  "/>
            <p:cNvSpPr txBox="1"/>
            <p:nvPr/>
          </p:nvSpPr>
          <p:spPr>
            <a:xfrm>
              <a:off x="1846808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" name="Weave text 187: 지금"/>
            <p:cNvSpPr txBox="1"/>
            <p:nvPr/>
          </p:nvSpPr>
          <p:spPr>
            <a:xfrm>
              <a:off x="1892350" y="127635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지금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4" name="Weave text 187: , 2"/>
            <p:cNvSpPr txBox="1"/>
            <p:nvPr/>
          </p:nvSpPr>
          <p:spPr>
            <a:xfrm>
              <a:off x="2190304" y="1276350"/>
              <a:ext cx="229195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, 2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5" name="Weave text 187: 주"/>
            <p:cNvSpPr txBox="1"/>
            <p:nvPr/>
          </p:nvSpPr>
          <p:spPr>
            <a:xfrm>
              <a:off x="2381250" y="1276350"/>
              <a:ext cx="187226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주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6" name="Weave text 187:  "/>
            <p:cNvSpPr txBox="1"/>
            <p:nvPr/>
          </p:nvSpPr>
          <p:spPr>
            <a:xfrm>
              <a:off x="2530227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" name="Weave text 187: 전의"/>
            <p:cNvSpPr txBox="1"/>
            <p:nvPr/>
          </p:nvSpPr>
          <p:spPr>
            <a:xfrm>
              <a:off x="2575768" y="127635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전의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8" name="Weave text 187:  "/>
            <p:cNvSpPr txBox="1"/>
            <p:nvPr/>
          </p:nvSpPr>
          <p:spPr>
            <a:xfrm>
              <a:off x="2873722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9" name="Weave text 187: 약속이"/>
            <p:cNvSpPr txBox="1"/>
            <p:nvPr/>
          </p:nvSpPr>
          <p:spPr>
            <a:xfrm>
              <a:off x="2919264" y="1276350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약속이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0" name="Weave text 187:  "/>
            <p:cNvSpPr txBox="1"/>
            <p:nvPr/>
          </p:nvSpPr>
          <p:spPr>
            <a:xfrm>
              <a:off x="3366195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1" name="Weave text 187: 현재"/>
            <p:cNvSpPr txBox="1"/>
            <p:nvPr/>
          </p:nvSpPr>
          <p:spPr>
            <a:xfrm>
              <a:off x="3411736" y="127635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현재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2" name="Weave text 187:  "/>
            <p:cNvSpPr txBox="1"/>
            <p:nvPr/>
          </p:nvSpPr>
          <p:spPr>
            <a:xfrm>
              <a:off x="3709690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3" name="Weave text 187: 위치와"/>
            <p:cNvSpPr txBox="1"/>
            <p:nvPr/>
          </p:nvSpPr>
          <p:spPr>
            <a:xfrm>
              <a:off x="3755231" y="1276350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위치와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4" name="Weave text 187:  "/>
            <p:cNvSpPr txBox="1"/>
            <p:nvPr/>
          </p:nvSpPr>
          <p:spPr>
            <a:xfrm>
              <a:off x="4202162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5" name="Weave text 187: 연결됩니다"/>
            <p:cNvSpPr txBox="1"/>
            <p:nvPr/>
          </p:nvSpPr>
          <p:spPr>
            <a:xfrm>
              <a:off x="4247704" y="1276350"/>
              <a:ext cx="782985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연결됩니다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6" name="Weave text 187: ."/>
            <p:cNvSpPr txBox="1"/>
            <p:nvPr/>
          </p:nvSpPr>
          <p:spPr>
            <a:xfrm>
              <a:off x="4992439" y="1276350"/>
              <a:ext cx="84981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37" name="Line 188: 2주 전 · 가족 단체방"/>
          <p:cNvGrpSpPr/>
          <p:nvPr/>
        </p:nvGrpSpPr>
        <p:grpSpPr>
          <a:xfrm>
            <a:off x="1257300" y="2300288"/>
            <a:ext cx="1322338" cy="281940"/>
            <a:chOff x="1257300" y="2300288"/>
            <a:chExt cx="1322338" cy="281940"/>
          </a:xfrm>
        </p:grpSpPr>
        <p:sp>
          <p:nvSpPr>
            <p:cNvPr id="38" name="Weave text 188: 2"/>
            <p:cNvSpPr txBox="1"/>
            <p:nvPr/>
          </p:nvSpPr>
          <p:spPr>
            <a:xfrm>
              <a:off x="1257300" y="2300288"/>
              <a:ext cx="1320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rPr>
                <a:t xml:space="preserve">2</a:t>
              </a:r>
              <a:endParaRPr sz="1200" b="0" i="0" spc="0" kern="0" lang="ko-KR" altLang="en-US" dirty="0">
                <a:solidFill>
                  <a:srgbClr val="B8A2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39" name="Weave text 188: 주"/>
            <p:cNvSpPr txBox="1"/>
            <p:nvPr/>
          </p:nvSpPr>
          <p:spPr>
            <a:xfrm>
              <a:off x="1351211" y="2300288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주</a:t>
              </a:r>
              <a:endParaRPr sz="120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40" name="Weave text 188:  "/>
            <p:cNvSpPr txBox="1"/>
            <p:nvPr/>
          </p:nvSpPr>
          <p:spPr>
            <a:xfrm>
              <a:off x="1491407" y="2300288"/>
              <a:ext cx="78879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200" b="0" i="0" spc="0" kern="0" lang="ko-KR" altLang="en-US" dirty="0">
                <a:solidFill>
                  <a:srgbClr val="B8A2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41" name="Weave text 188: 전"/>
            <p:cNvSpPr txBox="1"/>
            <p:nvPr/>
          </p:nvSpPr>
          <p:spPr>
            <a:xfrm>
              <a:off x="1532037" y="2300288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전</a:t>
              </a:r>
              <a:endParaRPr sz="120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42" name="Weave text 188:  · "/>
            <p:cNvSpPr txBox="1"/>
            <p:nvPr/>
          </p:nvSpPr>
          <p:spPr>
            <a:xfrm>
              <a:off x="1672233" y="2300288"/>
              <a:ext cx="16564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rPr>
                <a:t xml:space="preserve"> · </a:t>
              </a:r>
              <a:endParaRPr sz="1200" b="0" i="0" spc="0" kern="0" lang="ko-KR" altLang="en-US" dirty="0">
                <a:solidFill>
                  <a:srgbClr val="B8A2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43" name="Weave text 188: 가족"/>
            <p:cNvSpPr txBox="1"/>
            <p:nvPr/>
          </p:nvSpPr>
          <p:spPr>
            <a:xfrm>
              <a:off x="1799630" y="2300288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가족</a:t>
              </a:r>
              <a:endParaRPr sz="120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44" name="Weave text 188:  "/>
            <p:cNvSpPr txBox="1"/>
            <p:nvPr/>
          </p:nvSpPr>
          <p:spPr>
            <a:xfrm>
              <a:off x="2080022" y="2300288"/>
              <a:ext cx="78879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200" b="0" i="0" spc="0" kern="0" lang="ko-KR" altLang="en-US" dirty="0">
                <a:solidFill>
                  <a:srgbClr val="B8A2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45" name="Weave text 188: 단체방"/>
            <p:cNvSpPr txBox="1"/>
            <p:nvPr/>
          </p:nvSpPr>
          <p:spPr>
            <a:xfrm>
              <a:off x="2120652" y="2300288"/>
              <a:ext cx="458986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단체방</a:t>
              </a:r>
              <a:endParaRPr sz="120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46" name="Line 189: 엄마"/>
          <p:cNvGrpSpPr/>
          <p:nvPr/>
        </p:nvGrpSpPr>
        <p:grpSpPr>
          <a:xfrm>
            <a:off x="1009650" y="2743200"/>
            <a:ext cx="265956" cy="236220"/>
            <a:chOff x="1009650" y="2743200"/>
            <a:chExt cx="265956" cy="236220"/>
          </a:xfrm>
        </p:grpSpPr>
        <p:sp>
          <p:nvSpPr>
            <p:cNvPr id="47" name="Weave text 189: 엄마"/>
            <p:cNvSpPr txBox="1"/>
            <p:nvPr/>
          </p:nvSpPr>
          <p:spPr>
            <a:xfrm>
              <a:off x="1009650" y="2743200"/>
              <a:ext cx="265956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엄마</a:t>
              </a:r>
              <a:endParaRPr sz="9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48" name="Line 190: “이거 TV에서 봤어! 맛있겠다.”"/>
          <p:cNvGrpSpPr/>
          <p:nvPr/>
        </p:nvGrpSpPr>
        <p:grpSpPr>
          <a:xfrm>
            <a:off x="1009650" y="2967038"/>
            <a:ext cx="2229148" cy="312420"/>
            <a:chOff x="1009650" y="2967038"/>
            <a:chExt cx="2229148" cy="312420"/>
          </a:xfrm>
        </p:grpSpPr>
        <p:sp>
          <p:nvSpPr>
            <p:cNvPr id="49" name="Weave text 190: “"/>
            <p:cNvSpPr txBox="1"/>
            <p:nvPr/>
          </p:nvSpPr>
          <p:spPr>
            <a:xfrm>
              <a:off x="1009650" y="2967038"/>
              <a:ext cx="113705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“</a:t>
              </a:r>
              <a:endParaRPr sz="135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0" name="Weave text 190: 이거"/>
            <p:cNvSpPr txBox="1"/>
            <p:nvPr/>
          </p:nvSpPr>
          <p:spPr>
            <a:xfrm>
              <a:off x="1085106" y="2967038"/>
              <a:ext cx="35376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이거</a:t>
              </a:r>
              <a:endParaRPr sz="135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1" name="Weave text 190:  TV"/>
            <p:cNvSpPr txBox="1"/>
            <p:nvPr/>
          </p:nvSpPr>
          <p:spPr>
            <a:xfrm>
              <a:off x="1400621" y="2967038"/>
              <a:ext cx="315367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TV</a:t>
              </a:r>
              <a:endParaRPr sz="135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2" name="Weave text 190: 에서"/>
            <p:cNvSpPr txBox="1"/>
            <p:nvPr/>
          </p:nvSpPr>
          <p:spPr>
            <a:xfrm>
              <a:off x="1677739" y="2967038"/>
              <a:ext cx="35376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에서</a:t>
              </a:r>
              <a:endParaRPr sz="135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3" name="Weave text 190:  "/>
            <p:cNvSpPr txBox="1"/>
            <p:nvPr/>
          </p:nvSpPr>
          <p:spPr>
            <a:xfrm>
              <a:off x="1993255" y="2967038"/>
              <a:ext cx="8646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4" name="Weave text 190: 봤어"/>
            <p:cNvSpPr txBox="1"/>
            <p:nvPr/>
          </p:nvSpPr>
          <p:spPr>
            <a:xfrm>
              <a:off x="2041475" y="2967038"/>
              <a:ext cx="353616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봤어</a:t>
              </a:r>
              <a:endParaRPr sz="135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5" name="Weave text 190: ! "/>
            <p:cNvSpPr txBox="1"/>
            <p:nvPr/>
          </p:nvSpPr>
          <p:spPr>
            <a:xfrm>
              <a:off x="2356842" y="2967038"/>
              <a:ext cx="13588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! </a:t>
              </a:r>
              <a:endParaRPr sz="135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6" name="Weave text 190: 맛있겠다"/>
            <p:cNvSpPr txBox="1"/>
            <p:nvPr/>
          </p:nvSpPr>
          <p:spPr>
            <a:xfrm>
              <a:off x="2454473" y="2967038"/>
              <a:ext cx="669131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맛있겠다</a:t>
              </a:r>
              <a:endParaRPr sz="135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7" name="Weave text 190: .”"/>
            <p:cNvSpPr txBox="1"/>
            <p:nvPr/>
          </p:nvSpPr>
          <p:spPr>
            <a:xfrm>
              <a:off x="3085356" y="2967038"/>
              <a:ext cx="153442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.”</a:t>
              </a:r>
              <a:endParaRPr sz="135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58" name="Line 191: 나"/>
          <p:cNvGrpSpPr/>
          <p:nvPr/>
        </p:nvGrpSpPr>
        <p:grpSpPr>
          <a:xfrm>
            <a:off x="1009650" y="3357562"/>
            <a:ext cx="152102" cy="236220"/>
            <a:chOff x="1009650" y="3357562"/>
            <a:chExt cx="152102" cy="236220"/>
          </a:xfrm>
        </p:grpSpPr>
        <p:sp>
          <p:nvSpPr>
            <p:cNvPr id="59" name="Weave text 191: 나"/>
            <p:cNvSpPr txBox="1"/>
            <p:nvPr/>
          </p:nvSpPr>
          <p:spPr>
            <a:xfrm>
              <a:off x="1009650" y="3357562"/>
              <a:ext cx="152102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나</a:t>
              </a:r>
              <a:endParaRPr sz="9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60" name="Line 192: “성심당 무화과시루네."/>
          <p:cNvGrpSpPr/>
          <p:nvPr/>
        </p:nvGrpSpPr>
        <p:grpSpPr>
          <a:xfrm>
            <a:off x="1009650" y="3581400"/>
            <a:ext cx="1630859" cy="312420"/>
            <a:chOff x="1009650" y="3581400"/>
            <a:chExt cx="1630859" cy="312420"/>
          </a:xfrm>
        </p:grpSpPr>
        <p:sp>
          <p:nvSpPr>
            <p:cNvPr id="61" name="Weave text 192: “"/>
            <p:cNvSpPr txBox="1"/>
            <p:nvPr/>
          </p:nvSpPr>
          <p:spPr>
            <a:xfrm>
              <a:off x="1009650" y="3581400"/>
              <a:ext cx="113705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“</a:t>
              </a:r>
              <a:endParaRPr sz="135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2" name="Weave text 192: 성심당"/>
            <p:cNvSpPr txBox="1"/>
            <p:nvPr/>
          </p:nvSpPr>
          <p:spPr>
            <a:xfrm>
              <a:off x="1085106" y="3581400"/>
              <a:ext cx="511373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성심당</a:t>
              </a:r>
              <a:endParaRPr sz="135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3" name="Weave text 192:  "/>
            <p:cNvSpPr txBox="1"/>
            <p:nvPr/>
          </p:nvSpPr>
          <p:spPr>
            <a:xfrm>
              <a:off x="1558230" y="3581400"/>
              <a:ext cx="8646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4" name="Weave text 192: 무화과시루네"/>
            <p:cNvSpPr txBox="1"/>
            <p:nvPr/>
          </p:nvSpPr>
          <p:spPr>
            <a:xfrm>
              <a:off x="1606451" y="3581400"/>
              <a:ext cx="984647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무화과시루네</a:t>
              </a:r>
              <a:endParaRPr sz="135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5" name="Weave text 192: ."/>
            <p:cNvSpPr txBox="1"/>
            <p:nvPr/>
          </p:nvSpPr>
          <p:spPr>
            <a:xfrm>
              <a:off x="2552849" y="3581400"/>
              <a:ext cx="8766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35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66" name="Line 193: 다음에 대전 가면 사다줄게."/>
          <p:cNvGrpSpPr/>
          <p:nvPr/>
        </p:nvGrpSpPr>
        <p:grpSpPr>
          <a:xfrm>
            <a:off x="1009650" y="3838575"/>
            <a:ext cx="1957536" cy="312420"/>
            <a:chOff x="1009650" y="3838575"/>
            <a:chExt cx="1957536" cy="312420"/>
          </a:xfrm>
        </p:grpSpPr>
        <p:sp>
          <p:nvSpPr>
            <p:cNvPr id="67" name="Weave text 193: 다음에"/>
            <p:cNvSpPr txBox="1"/>
            <p:nvPr/>
          </p:nvSpPr>
          <p:spPr>
            <a:xfrm>
              <a:off x="1009650" y="3838575"/>
              <a:ext cx="511373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D7C8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D7C8FF"/>
                  </a:solidFill>
                  <a:latin typeface="Noto Sans KR"/>
                  <a:ea typeface="Noto Sans KR"/>
                  <a:cs typeface="Noto Sans KR"/>
                </a:rPr>
                <a:t xml:space="preserve">다음에</a:t>
              </a:r>
              <a:endParaRPr sz="1350" b="0" i="0" spc="0" kern="0" lang="ko-KR" altLang="en-US" dirty="0">
                <a:solidFill>
                  <a:srgbClr val="D7C8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8" name="Weave text 193:  "/>
            <p:cNvSpPr txBox="1"/>
            <p:nvPr/>
          </p:nvSpPr>
          <p:spPr>
            <a:xfrm>
              <a:off x="1482775" y="3838575"/>
              <a:ext cx="8646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D7C8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D7C8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0" kern="0" lang="ko-KR" altLang="en-US" dirty="0">
                <a:solidFill>
                  <a:srgbClr val="D7C8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9" name="Weave text 193: 대전"/>
            <p:cNvSpPr txBox="1"/>
            <p:nvPr/>
          </p:nvSpPr>
          <p:spPr>
            <a:xfrm>
              <a:off x="1530995" y="3838575"/>
              <a:ext cx="35376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D7C8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D7C8FF"/>
                  </a:solidFill>
                  <a:latin typeface="Noto Sans KR"/>
                  <a:ea typeface="Noto Sans KR"/>
                  <a:cs typeface="Noto Sans KR"/>
                </a:rPr>
                <a:t xml:space="preserve">대전</a:t>
              </a:r>
              <a:endParaRPr sz="1350" b="0" i="0" spc="0" kern="0" lang="ko-KR" altLang="en-US" dirty="0">
                <a:solidFill>
                  <a:srgbClr val="D7C8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0" name="Weave text 193:  "/>
            <p:cNvSpPr txBox="1"/>
            <p:nvPr/>
          </p:nvSpPr>
          <p:spPr>
            <a:xfrm>
              <a:off x="1846511" y="3838575"/>
              <a:ext cx="8646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D7C8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D7C8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0" kern="0" lang="ko-KR" altLang="en-US" dirty="0">
                <a:solidFill>
                  <a:srgbClr val="D7C8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1" name="Weave text 193: 가면"/>
            <p:cNvSpPr txBox="1"/>
            <p:nvPr/>
          </p:nvSpPr>
          <p:spPr>
            <a:xfrm>
              <a:off x="1894731" y="3838575"/>
              <a:ext cx="353616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D7C8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D7C8FF"/>
                  </a:solidFill>
                  <a:latin typeface="Noto Sans KR"/>
                  <a:ea typeface="Noto Sans KR"/>
                  <a:cs typeface="Noto Sans KR"/>
                </a:rPr>
                <a:t xml:space="preserve">가면</a:t>
              </a:r>
              <a:endParaRPr sz="1350" b="0" i="0" spc="0" kern="0" lang="ko-KR" altLang="en-US" dirty="0">
                <a:solidFill>
                  <a:srgbClr val="D7C8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2" name="Weave text 193:  "/>
            <p:cNvSpPr txBox="1"/>
            <p:nvPr/>
          </p:nvSpPr>
          <p:spPr>
            <a:xfrm>
              <a:off x="2210098" y="3838575"/>
              <a:ext cx="8646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D7C8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D7C8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0" kern="0" lang="ko-KR" altLang="en-US" dirty="0">
                <a:solidFill>
                  <a:srgbClr val="D7C8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3" name="Weave text 193: 사다줄게"/>
            <p:cNvSpPr txBox="1"/>
            <p:nvPr/>
          </p:nvSpPr>
          <p:spPr>
            <a:xfrm>
              <a:off x="2258318" y="3838575"/>
              <a:ext cx="669280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D7C8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D7C8FF"/>
                  </a:solidFill>
                  <a:latin typeface="Noto Sans KR"/>
                  <a:ea typeface="Noto Sans KR"/>
                  <a:cs typeface="Noto Sans KR"/>
                </a:rPr>
                <a:t xml:space="preserve">사다줄게</a:t>
              </a:r>
              <a:endParaRPr sz="1350" b="0" i="0" spc="0" kern="0" lang="ko-KR" altLang="en-US" dirty="0">
                <a:solidFill>
                  <a:srgbClr val="D7C8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4" name="Weave text 193: ."/>
            <p:cNvSpPr txBox="1"/>
            <p:nvPr/>
          </p:nvSpPr>
          <p:spPr>
            <a:xfrm>
              <a:off x="2889349" y="3838575"/>
              <a:ext cx="77837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D7C8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D7C8FF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350" b="0" i="0" spc="0" kern="0" lang="ko-KR" altLang="en-US" dirty="0">
                <a:solidFill>
                  <a:srgbClr val="D7C8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75" name="Line 194: ”"/>
          <p:cNvGrpSpPr/>
          <p:nvPr/>
        </p:nvGrpSpPr>
        <p:grpSpPr>
          <a:xfrm>
            <a:off x="2929086" y="3838575"/>
            <a:ext cx="113705" cy="312420"/>
            <a:chOff x="2929086" y="3838575"/>
            <a:chExt cx="113705" cy="312420"/>
          </a:xfrm>
        </p:grpSpPr>
        <p:sp>
          <p:nvSpPr>
            <p:cNvPr id="76" name="Weave text 194: ”"/>
            <p:cNvSpPr txBox="1"/>
            <p:nvPr/>
          </p:nvSpPr>
          <p:spPr>
            <a:xfrm>
              <a:off x="2929086" y="3838575"/>
              <a:ext cx="113705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”</a:t>
              </a:r>
              <a:endParaRPr sz="135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77" name="Line 195: 현재 위치"/>
          <p:cNvGrpSpPr/>
          <p:nvPr/>
        </p:nvGrpSpPr>
        <p:grpSpPr>
          <a:xfrm>
            <a:off x="1466850" y="4950619"/>
            <a:ext cx="566440" cy="251460"/>
            <a:chOff x="1466850" y="4950619"/>
            <a:chExt cx="566440" cy="251460"/>
          </a:xfrm>
        </p:grpSpPr>
        <p:sp>
          <p:nvSpPr>
            <p:cNvPr id="78" name="Weave text 195: 현재"/>
            <p:cNvSpPr txBox="1"/>
            <p:nvPr/>
          </p:nvSpPr>
          <p:spPr>
            <a:xfrm>
              <a:off x="1466850" y="4950619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현재</a:t>
              </a:r>
              <a:endParaRPr sz="105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9" name="Weave text 195:  "/>
            <p:cNvSpPr txBox="1"/>
            <p:nvPr/>
          </p:nvSpPr>
          <p:spPr>
            <a:xfrm>
              <a:off x="1712119" y="4950619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0" name="Weave text 195: 위치"/>
            <p:cNvSpPr txBox="1"/>
            <p:nvPr/>
          </p:nvSpPr>
          <p:spPr>
            <a:xfrm>
              <a:off x="1749623" y="4950619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위치</a:t>
              </a:r>
              <a:endParaRPr sz="105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81" name="Line 196: 대전역 근처"/>
          <p:cNvGrpSpPr/>
          <p:nvPr/>
        </p:nvGrpSpPr>
        <p:grpSpPr>
          <a:xfrm>
            <a:off x="1466850" y="5198269"/>
            <a:ext cx="1061740" cy="388620"/>
            <a:chOff x="1466850" y="5198269"/>
            <a:chExt cx="1061740" cy="388620"/>
          </a:xfrm>
        </p:grpSpPr>
        <p:sp>
          <p:nvSpPr>
            <p:cNvPr id="82" name="Weave text 196: 대전역"/>
            <p:cNvSpPr txBox="1"/>
            <p:nvPr/>
          </p:nvSpPr>
          <p:spPr>
            <a:xfrm>
              <a:off x="1466850" y="5198269"/>
              <a:ext cx="623143" cy="3553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725" b="0" i="0" spc="-52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725" b="0" i="0" spc="-52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대전역</a:t>
              </a:r>
              <a:endParaRPr sz="1725" b="0" i="0" spc="-52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83" name="Weave text 196:  "/>
            <p:cNvSpPr txBox="1"/>
            <p:nvPr/>
          </p:nvSpPr>
          <p:spPr>
            <a:xfrm>
              <a:off x="2051745" y="5198269"/>
              <a:ext cx="86767" cy="3031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725" b="0" i="0" spc="-52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725" b="0" i="0" spc="-52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725" b="0" i="0" spc="-52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84" name="Weave text 196: 근처"/>
            <p:cNvSpPr txBox="1"/>
            <p:nvPr/>
          </p:nvSpPr>
          <p:spPr>
            <a:xfrm>
              <a:off x="2100262" y="5198269"/>
              <a:ext cx="428327" cy="3553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725" b="0" i="0" spc="-52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725" b="0" i="0" spc="-52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근처</a:t>
              </a:r>
              <a:endParaRPr sz="1725" b="0" i="0" spc="-52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85" name="Line 197: 기억을 꺼낼"/>
          <p:cNvGrpSpPr/>
          <p:nvPr/>
        </p:nvGrpSpPr>
        <p:grpSpPr>
          <a:xfrm>
            <a:off x="5200650" y="2886075"/>
            <a:ext cx="733425" cy="266700"/>
            <a:chOff x="5200650" y="2886075"/>
            <a:chExt cx="733425" cy="266700"/>
          </a:xfrm>
        </p:grpSpPr>
        <p:sp>
          <p:nvSpPr>
            <p:cNvPr id="86" name="Weave text 197: 기억을"/>
            <p:cNvSpPr txBox="1"/>
            <p:nvPr/>
          </p:nvSpPr>
          <p:spPr>
            <a:xfrm>
              <a:off x="5200650" y="2886075"/>
              <a:ext cx="432495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기억을</a:t>
              </a:r>
              <a:endParaRPr sz="1125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87" name="Weave text 197:  "/>
            <p:cNvSpPr txBox="1"/>
            <p:nvPr/>
          </p:nvSpPr>
          <p:spPr>
            <a:xfrm>
              <a:off x="5594896" y="2886075"/>
              <a:ext cx="76349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125" b="0" i="0" spc="0" kern="0" lang="ko-KR" altLang="en-US" dirty="0">
                <a:solidFill>
                  <a:srgbClr val="B8A2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88" name="Weave text 197: 꺼낼"/>
            <p:cNvSpPr txBox="1"/>
            <p:nvPr/>
          </p:nvSpPr>
          <p:spPr>
            <a:xfrm>
              <a:off x="5632996" y="2886075"/>
              <a:ext cx="301079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꺼낼</a:t>
              </a:r>
              <a:endParaRPr sz="1125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89" name="Line 198: 순간"/>
          <p:cNvGrpSpPr/>
          <p:nvPr/>
        </p:nvGrpSpPr>
        <p:grpSpPr>
          <a:xfrm>
            <a:off x="5200650" y="3107531"/>
            <a:ext cx="301079" cy="266700"/>
            <a:chOff x="5200650" y="3107531"/>
            <a:chExt cx="301079" cy="266700"/>
          </a:xfrm>
        </p:grpSpPr>
        <p:sp>
          <p:nvSpPr>
            <p:cNvPr id="90" name="Weave text 198: 순간"/>
            <p:cNvSpPr txBox="1"/>
            <p:nvPr/>
          </p:nvSpPr>
          <p:spPr>
            <a:xfrm>
              <a:off x="5200650" y="3107531"/>
              <a:ext cx="301079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순간</a:t>
              </a:r>
              <a:endParaRPr sz="1125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91" name="Line 199: 엄마"/>
          <p:cNvGrpSpPr/>
          <p:nvPr/>
        </p:nvGrpSpPr>
        <p:grpSpPr>
          <a:xfrm>
            <a:off x="6772275" y="1928812"/>
            <a:ext cx="388739" cy="342900"/>
            <a:chOff x="6772275" y="1928812"/>
            <a:chExt cx="388739" cy="342900"/>
          </a:xfrm>
        </p:grpSpPr>
        <p:sp>
          <p:nvSpPr>
            <p:cNvPr id="92" name="Weave text 199: 엄마"/>
            <p:cNvSpPr txBox="1"/>
            <p:nvPr/>
          </p:nvSpPr>
          <p:spPr>
            <a:xfrm>
              <a:off x="6772275" y="1928812"/>
              <a:ext cx="388739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00" b="0" i="0" spc="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엄마</a:t>
              </a:r>
              <a:endParaRPr sz="1500" b="0" i="0" spc="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93" name="Line 200: 카카오톡 · 답장 작성 중"/>
          <p:cNvGrpSpPr/>
          <p:nvPr/>
        </p:nvGrpSpPr>
        <p:grpSpPr>
          <a:xfrm>
            <a:off x="10255300" y="1976438"/>
            <a:ext cx="1146125" cy="220980"/>
            <a:chOff x="10255300" y="1976438"/>
            <a:chExt cx="1146125" cy="220980"/>
          </a:xfrm>
        </p:grpSpPr>
        <p:sp>
          <p:nvSpPr>
            <p:cNvPr id="94" name="Weave text 200: 카카오톡"/>
            <p:cNvSpPr txBox="1"/>
            <p:nvPr/>
          </p:nvSpPr>
          <p:spPr>
            <a:xfrm>
              <a:off x="10255300" y="1976438"/>
              <a:ext cx="458837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카카오톡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5" name="Weave text 200:  · "/>
            <p:cNvSpPr txBox="1"/>
            <p:nvPr/>
          </p:nvSpPr>
          <p:spPr>
            <a:xfrm>
              <a:off x="10675888" y="1976438"/>
              <a:ext cx="135434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6" name="Weave text 200: 답장"/>
            <p:cNvSpPr txBox="1"/>
            <p:nvPr/>
          </p:nvSpPr>
          <p:spPr>
            <a:xfrm>
              <a:off x="10773073" y="1976438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답장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7" name="Weave text 200:  "/>
            <p:cNvSpPr txBox="1"/>
            <p:nvPr/>
          </p:nvSpPr>
          <p:spPr>
            <a:xfrm>
              <a:off x="10983367" y="1976438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8" name="Weave text 200: 작성"/>
            <p:cNvSpPr txBox="1"/>
            <p:nvPr/>
          </p:nvSpPr>
          <p:spPr>
            <a:xfrm>
              <a:off x="11015514" y="1976438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작성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9" name="Weave text 200:  "/>
            <p:cNvSpPr txBox="1"/>
            <p:nvPr/>
          </p:nvSpPr>
          <p:spPr>
            <a:xfrm>
              <a:off x="11225808" y="1976438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00" name="Weave text 200: 중"/>
            <p:cNvSpPr txBox="1"/>
            <p:nvPr/>
          </p:nvSpPr>
          <p:spPr>
            <a:xfrm>
              <a:off x="11257955" y="1976438"/>
              <a:ext cx="143470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중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01" name="Line 201: 출장 다녀오느라 고생했어!"/>
          <p:cNvGrpSpPr/>
          <p:nvPr/>
        </p:nvGrpSpPr>
        <p:grpSpPr>
          <a:xfrm>
            <a:off x="6896100" y="2533650"/>
            <a:ext cx="1710035" cy="281940"/>
            <a:chOff x="6896100" y="2533650"/>
            <a:chExt cx="1710035" cy="281940"/>
          </a:xfrm>
        </p:grpSpPr>
        <p:sp>
          <p:nvSpPr>
            <p:cNvPr id="102" name="Weave text 201: 출장"/>
            <p:cNvSpPr txBox="1"/>
            <p:nvPr/>
          </p:nvSpPr>
          <p:spPr>
            <a:xfrm>
              <a:off x="6896100" y="2533650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출장</a:t>
              </a:r>
              <a:endParaRPr sz="120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03" name="Weave text 201:  "/>
            <p:cNvSpPr txBox="1"/>
            <p:nvPr/>
          </p:nvSpPr>
          <p:spPr>
            <a:xfrm>
              <a:off x="7176492" y="2533650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04" name="Weave text 201: 다녀오느라"/>
            <p:cNvSpPr txBox="1"/>
            <p:nvPr/>
          </p:nvSpPr>
          <p:spPr>
            <a:xfrm>
              <a:off x="7219355" y="2533650"/>
              <a:ext cx="73922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다녀오느라</a:t>
              </a:r>
              <a:endParaRPr sz="120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05" name="Weave text 201:  "/>
            <p:cNvSpPr txBox="1"/>
            <p:nvPr/>
          </p:nvSpPr>
          <p:spPr>
            <a:xfrm>
              <a:off x="7920335" y="2533650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06" name="Weave text 201: 고생했어"/>
            <p:cNvSpPr txBox="1"/>
            <p:nvPr/>
          </p:nvSpPr>
          <p:spPr>
            <a:xfrm>
              <a:off x="7963198" y="2533650"/>
              <a:ext cx="599033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고생했어</a:t>
              </a:r>
              <a:endParaRPr sz="120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07" name="Weave text 201: !"/>
            <p:cNvSpPr txBox="1"/>
            <p:nvPr/>
          </p:nvSpPr>
          <p:spPr>
            <a:xfrm>
              <a:off x="8523982" y="2533650"/>
              <a:ext cx="82153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!</a:t>
              </a:r>
              <a:endParaRPr sz="120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08" name="Line 202: 집 오는 중이야?"/>
          <p:cNvGrpSpPr/>
          <p:nvPr/>
        </p:nvGrpSpPr>
        <p:grpSpPr>
          <a:xfrm>
            <a:off x="6896100" y="2762250"/>
            <a:ext cx="1042988" cy="281940"/>
            <a:chOff x="6896100" y="2762250"/>
            <a:chExt cx="1042988" cy="281940"/>
          </a:xfrm>
        </p:grpSpPr>
        <p:sp>
          <p:nvSpPr>
            <p:cNvPr id="109" name="Weave text 202: 집"/>
            <p:cNvSpPr txBox="1"/>
            <p:nvPr/>
          </p:nvSpPr>
          <p:spPr>
            <a:xfrm>
              <a:off x="6896100" y="2762250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집</a:t>
              </a:r>
              <a:endParaRPr sz="120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0" name="Weave text 202:  "/>
            <p:cNvSpPr txBox="1"/>
            <p:nvPr/>
          </p:nvSpPr>
          <p:spPr>
            <a:xfrm>
              <a:off x="7036296" y="2762250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1" name="Weave text 202: 오는"/>
            <p:cNvSpPr txBox="1"/>
            <p:nvPr/>
          </p:nvSpPr>
          <p:spPr>
            <a:xfrm>
              <a:off x="7079159" y="2762250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오는</a:t>
              </a:r>
              <a:endParaRPr sz="120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2" name="Weave text 202:  "/>
            <p:cNvSpPr txBox="1"/>
            <p:nvPr/>
          </p:nvSpPr>
          <p:spPr>
            <a:xfrm>
              <a:off x="7359551" y="2762250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3" name="Weave text 202: 중이야"/>
            <p:cNvSpPr txBox="1"/>
            <p:nvPr/>
          </p:nvSpPr>
          <p:spPr>
            <a:xfrm>
              <a:off x="7402413" y="2762250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중이야</a:t>
              </a:r>
              <a:endParaRPr sz="120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4" name="Weave text 202: ?"/>
            <p:cNvSpPr txBox="1"/>
            <p:nvPr/>
          </p:nvSpPr>
          <p:spPr>
            <a:xfrm>
              <a:off x="7823002" y="2762250"/>
              <a:ext cx="11608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?</a:t>
              </a:r>
              <a:endParaRPr sz="120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15" name="Line 203: 응, 역 근처에서 기차 기다리고 있어."/>
          <p:cNvGrpSpPr/>
          <p:nvPr/>
        </p:nvGrpSpPr>
        <p:grpSpPr>
          <a:xfrm>
            <a:off x="7820025" y="3286125"/>
            <a:ext cx="2207270" cy="281940"/>
            <a:chOff x="7820025" y="3286125"/>
            <a:chExt cx="2207270" cy="281940"/>
          </a:xfrm>
        </p:grpSpPr>
        <p:sp>
          <p:nvSpPr>
            <p:cNvPr id="116" name="Weave text 203: 응"/>
            <p:cNvSpPr txBox="1"/>
            <p:nvPr/>
          </p:nvSpPr>
          <p:spPr>
            <a:xfrm>
              <a:off x="7820025" y="3286125"/>
              <a:ext cx="17383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36" kern="0" lang="ko-KR" altLang="en-US" dirty="0">
                  <a:solidFill>
                    <a:srgbClr val="CAD0E0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36" kern="0" lang="ko-KR" altLang="en-US" dirty="0">
                  <a:solidFill>
                    <a:srgbClr val="CAD0E0"/>
                  </a:solidFill>
                  <a:latin typeface="Noto Sans KR"/>
                  <a:ea typeface="Noto Sans KR"/>
                  <a:cs typeface="Noto Sans KR"/>
                </a:rPr>
                <a:t xml:space="preserve">응</a:t>
              </a:r>
              <a:endParaRPr sz="1200" b="0" i="0" spc="-36" kern="0" lang="ko-KR" altLang="en-US" dirty="0">
                <a:solidFill>
                  <a:srgbClr val="CAD0E0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7" name="Weave text 203: , "/>
            <p:cNvSpPr txBox="1"/>
            <p:nvPr/>
          </p:nvSpPr>
          <p:spPr>
            <a:xfrm>
              <a:off x="7955607" y="3286125"/>
              <a:ext cx="115788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36" kern="0" lang="ko-KR" altLang="en-US" dirty="0">
                  <a:solidFill>
                    <a:srgbClr val="CAD0E0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36" kern="0" lang="ko-KR" altLang="en-US" dirty="0">
                  <a:solidFill>
                    <a:srgbClr val="CAD0E0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1200" b="0" i="0" spc="-36" kern="0" lang="ko-KR" altLang="en-US" dirty="0">
                <a:solidFill>
                  <a:srgbClr val="CAD0E0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8" name="Weave text 203: 역"/>
            <p:cNvSpPr txBox="1"/>
            <p:nvPr/>
          </p:nvSpPr>
          <p:spPr>
            <a:xfrm>
              <a:off x="8033147" y="3286125"/>
              <a:ext cx="173980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36" kern="0" lang="ko-KR" altLang="en-US" dirty="0">
                  <a:solidFill>
                    <a:srgbClr val="CAD0E0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36" kern="0" lang="ko-KR" altLang="en-US" dirty="0">
                  <a:solidFill>
                    <a:srgbClr val="CAD0E0"/>
                  </a:solidFill>
                  <a:latin typeface="Noto Sans KR"/>
                  <a:ea typeface="Noto Sans KR"/>
                  <a:cs typeface="Noto Sans KR"/>
                </a:rPr>
                <a:t xml:space="preserve">역</a:t>
              </a:r>
              <a:endParaRPr sz="1200" b="0" i="0" spc="-36" kern="0" lang="ko-KR" altLang="en-US" dirty="0">
                <a:solidFill>
                  <a:srgbClr val="CAD0E0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9" name="Weave text 203:  "/>
            <p:cNvSpPr txBox="1"/>
            <p:nvPr/>
          </p:nvSpPr>
          <p:spPr>
            <a:xfrm>
              <a:off x="8168878" y="3286125"/>
              <a:ext cx="76498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36" kern="0" lang="ko-KR" altLang="en-US" dirty="0">
                  <a:solidFill>
                    <a:srgbClr val="CAD0E0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36" kern="0" lang="ko-KR" altLang="en-US" dirty="0">
                  <a:solidFill>
                    <a:srgbClr val="CAD0E0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36" kern="0" lang="ko-KR" altLang="en-US" dirty="0">
                <a:solidFill>
                  <a:srgbClr val="CAD0E0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0" name="Weave text 203: 근처에서"/>
            <p:cNvSpPr txBox="1"/>
            <p:nvPr/>
          </p:nvSpPr>
          <p:spPr>
            <a:xfrm>
              <a:off x="8207127" y="3286125"/>
              <a:ext cx="580876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36" kern="0" lang="ko-KR" altLang="en-US" dirty="0">
                  <a:solidFill>
                    <a:srgbClr val="CAD0E0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36" kern="0" lang="ko-KR" altLang="en-US" dirty="0">
                  <a:solidFill>
                    <a:srgbClr val="CAD0E0"/>
                  </a:solidFill>
                  <a:latin typeface="Noto Sans KR"/>
                  <a:ea typeface="Noto Sans KR"/>
                  <a:cs typeface="Noto Sans KR"/>
                </a:rPr>
                <a:t xml:space="preserve">근처에서</a:t>
              </a:r>
              <a:endParaRPr sz="1200" b="0" i="0" spc="-36" kern="0" lang="ko-KR" altLang="en-US" dirty="0">
                <a:solidFill>
                  <a:srgbClr val="CAD0E0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1" name="Weave text 203:  "/>
            <p:cNvSpPr txBox="1"/>
            <p:nvPr/>
          </p:nvSpPr>
          <p:spPr>
            <a:xfrm>
              <a:off x="8749754" y="3286125"/>
              <a:ext cx="76498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36" kern="0" lang="ko-KR" altLang="en-US" dirty="0">
                  <a:solidFill>
                    <a:srgbClr val="CAD0E0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36" kern="0" lang="ko-KR" altLang="en-US" dirty="0">
                  <a:solidFill>
                    <a:srgbClr val="CAD0E0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36" kern="0" lang="ko-KR" altLang="en-US" dirty="0">
                <a:solidFill>
                  <a:srgbClr val="CAD0E0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2" name="Weave text 203: 기차"/>
            <p:cNvSpPr txBox="1"/>
            <p:nvPr/>
          </p:nvSpPr>
          <p:spPr>
            <a:xfrm>
              <a:off x="8788003" y="3286125"/>
              <a:ext cx="309562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36" kern="0" lang="ko-KR" altLang="en-US" dirty="0">
                  <a:solidFill>
                    <a:srgbClr val="CAD0E0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36" kern="0" lang="ko-KR" altLang="en-US" dirty="0">
                  <a:solidFill>
                    <a:srgbClr val="CAD0E0"/>
                  </a:solidFill>
                  <a:latin typeface="Noto Sans KR"/>
                  <a:ea typeface="Noto Sans KR"/>
                  <a:cs typeface="Noto Sans KR"/>
                </a:rPr>
                <a:t xml:space="preserve">기차</a:t>
              </a:r>
              <a:endParaRPr sz="1200" b="0" i="0" spc="-36" kern="0" lang="ko-KR" altLang="en-US" dirty="0">
                <a:solidFill>
                  <a:srgbClr val="CAD0E0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3" name="Weave text 203:  "/>
            <p:cNvSpPr txBox="1"/>
            <p:nvPr/>
          </p:nvSpPr>
          <p:spPr>
            <a:xfrm>
              <a:off x="9059317" y="3286125"/>
              <a:ext cx="76498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36" kern="0" lang="ko-KR" altLang="en-US" dirty="0">
                  <a:solidFill>
                    <a:srgbClr val="CAD0E0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36" kern="0" lang="ko-KR" altLang="en-US" dirty="0">
                  <a:solidFill>
                    <a:srgbClr val="CAD0E0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36" kern="0" lang="ko-KR" altLang="en-US" dirty="0">
                <a:solidFill>
                  <a:srgbClr val="CAD0E0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4" name="Weave text 203: 기다리고"/>
            <p:cNvSpPr txBox="1"/>
            <p:nvPr/>
          </p:nvSpPr>
          <p:spPr>
            <a:xfrm>
              <a:off x="9097566" y="3286125"/>
              <a:ext cx="58072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36" kern="0" lang="ko-KR" altLang="en-US" dirty="0">
                  <a:solidFill>
                    <a:srgbClr val="CAD0E0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36" kern="0" lang="ko-KR" altLang="en-US" dirty="0">
                  <a:solidFill>
                    <a:srgbClr val="CAD0E0"/>
                  </a:solidFill>
                  <a:latin typeface="Noto Sans KR"/>
                  <a:ea typeface="Noto Sans KR"/>
                  <a:cs typeface="Noto Sans KR"/>
                </a:rPr>
                <a:t xml:space="preserve">기다리고</a:t>
              </a:r>
              <a:endParaRPr sz="1200" b="0" i="0" spc="-36" kern="0" lang="ko-KR" altLang="en-US" dirty="0">
                <a:solidFill>
                  <a:srgbClr val="CAD0E0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5" name="Weave text 203:  "/>
            <p:cNvSpPr txBox="1"/>
            <p:nvPr/>
          </p:nvSpPr>
          <p:spPr>
            <a:xfrm>
              <a:off x="9640044" y="3286125"/>
              <a:ext cx="7664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36" kern="0" lang="ko-KR" altLang="en-US" dirty="0">
                  <a:solidFill>
                    <a:srgbClr val="CAD0E0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36" kern="0" lang="ko-KR" altLang="en-US" dirty="0">
                  <a:solidFill>
                    <a:srgbClr val="CAD0E0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36" kern="0" lang="ko-KR" altLang="en-US" dirty="0">
                <a:solidFill>
                  <a:srgbClr val="CAD0E0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6" name="Weave text 203: 있어"/>
            <p:cNvSpPr txBox="1"/>
            <p:nvPr/>
          </p:nvSpPr>
          <p:spPr>
            <a:xfrm>
              <a:off x="9678442" y="3286125"/>
              <a:ext cx="309414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36" kern="0" lang="ko-KR" altLang="en-US" dirty="0">
                  <a:solidFill>
                    <a:srgbClr val="CAD0E0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36" kern="0" lang="ko-KR" altLang="en-US" dirty="0">
                  <a:solidFill>
                    <a:srgbClr val="CAD0E0"/>
                  </a:solidFill>
                  <a:latin typeface="Noto Sans KR"/>
                  <a:ea typeface="Noto Sans KR"/>
                  <a:cs typeface="Noto Sans KR"/>
                </a:rPr>
                <a:t xml:space="preserve">있어</a:t>
              </a:r>
              <a:endParaRPr sz="1200" b="0" i="0" spc="-36" kern="0" lang="ko-KR" altLang="en-US" dirty="0">
                <a:solidFill>
                  <a:srgbClr val="CAD0E0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7" name="Weave text 203: ."/>
            <p:cNvSpPr txBox="1"/>
            <p:nvPr/>
          </p:nvSpPr>
          <p:spPr>
            <a:xfrm>
              <a:off x="9949607" y="3286125"/>
              <a:ext cx="77688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36" kern="0" lang="ko-KR" altLang="en-US" dirty="0">
                  <a:solidFill>
                    <a:srgbClr val="CAD0E0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36" kern="0" lang="ko-KR" altLang="en-US" dirty="0">
                  <a:solidFill>
                    <a:srgbClr val="CAD0E0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00" b="0" i="0" spc="-36" kern="0" lang="ko-KR" altLang="en-US" dirty="0">
                <a:solidFill>
                  <a:srgbClr val="CAD0E0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28" name="Line 204: Weave"/>
          <p:cNvGrpSpPr/>
          <p:nvPr/>
        </p:nvGrpSpPr>
        <p:grpSpPr>
          <a:xfrm>
            <a:off x="7153275" y="3771900"/>
            <a:ext cx="532656" cy="281940"/>
            <a:chOff x="7153275" y="3771900"/>
            <a:chExt cx="532656" cy="281940"/>
          </a:xfrm>
        </p:grpSpPr>
        <p:sp>
          <p:nvSpPr>
            <p:cNvPr id="129" name="Weave text 204: Weave"/>
            <p:cNvSpPr txBox="1"/>
            <p:nvPr/>
          </p:nvSpPr>
          <p:spPr>
            <a:xfrm>
              <a:off x="7153275" y="3771900"/>
              <a:ext cx="53265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Weave</a:t>
              </a:r>
              <a:endParaRPr sz="1200" b="0" i="0" spc="0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</p:grpSp>
      <p:grpSp>
        <p:nvGrpSpPr>
          <p:cNvPr id="130" name="Line 205: 연결된 기억 1"/>
          <p:cNvGrpSpPr/>
          <p:nvPr/>
        </p:nvGrpSpPr>
        <p:grpSpPr>
          <a:xfrm>
            <a:off x="7800231" y="3790950"/>
            <a:ext cx="674787" cy="220980"/>
            <a:chOff x="7800231" y="3790950"/>
            <a:chExt cx="674787" cy="220980"/>
          </a:xfrm>
        </p:grpSpPr>
        <p:sp>
          <p:nvSpPr>
            <p:cNvPr id="131" name="Weave text 205: 연결된"/>
            <p:cNvSpPr txBox="1"/>
            <p:nvPr/>
          </p:nvSpPr>
          <p:spPr>
            <a:xfrm>
              <a:off x="7800231" y="3790950"/>
              <a:ext cx="353616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D5C6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D5C6FF"/>
                  </a:solidFill>
                  <a:latin typeface="Noto Sans KR"/>
                  <a:ea typeface="Noto Sans KR"/>
                  <a:cs typeface="Noto Sans KR"/>
                </a:rPr>
                <a:t xml:space="preserve">연결된</a:t>
              </a:r>
              <a:endParaRPr sz="900" b="0" i="0" spc="0" kern="0" lang="ko-KR" altLang="en-US" dirty="0">
                <a:solidFill>
                  <a:srgbClr val="D5C6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2" name="Weave text 205:  "/>
            <p:cNvSpPr txBox="1"/>
            <p:nvPr/>
          </p:nvSpPr>
          <p:spPr>
            <a:xfrm>
              <a:off x="8115598" y="3790950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D5C6FF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D5C6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D5C6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3" name="Weave text 205: 기억"/>
            <p:cNvSpPr txBox="1"/>
            <p:nvPr/>
          </p:nvSpPr>
          <p:spPr>
            <a:xfrm>
              <a:off x="8147745" y="3790950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D5C6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D5C6FF"/>
                  </a:solidFill>
                  <a:latin typeface="Noto Sans KR"/>
                  <a:ea typeface="Noto Sans KR"/>
                  <a:cs typeface="Noto Sans KR"/>
                </a:rPr>
                <a:t xml:space="preserve">기억</a:t>
              </a:r>
              <a:endParaRPr sz="900" b="0" i="0" spc="0" kern="0" lang="ko-KR" altLang="en-US" dirty="0">
                <a:solidFill>
                  <a:srgbClr val="D5C6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4" name="Weave text 205:  1"/>
            <p:cNvSpPr txBox="1"/>
            <p:nvPr/>
          </p:nvSpPr>
          <p:spPr>
            <a:xfrm>
              <a:off x="8358039" y="3790950"/>
              <a:ext cx="116979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D5C6FF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D5C6FF"/>
                  </a:solidFill>
                  <a:latin typeface="Inter"/>
                  <a:ea typeface="Inter"/>
                  <a:cs typeface="Inter"/>
                </a:rPr>
                <a:t xml:space="preserve"> 1</a:t>
              </a:r>
              <a:endParaRPr sz="900" b="0" i="0" spc="0" kern="0" lang="ko-KR" altLang="en-US" dirty="0">
                <a:solidFill>
                  <a:srgbClr val="D5C6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35" name="Line 206: 버튼을 눌러 확인"/>
          <p:cNvGrpSpPr/>
          <p:nvPr/>
        </p:nvGrpSpPr>
        <p:grpSpPr>
          <a:xfrm>
            <a:off x="10572452" y="3790950"/>
            <a:ext cx="838498" cy="220980"/>
            <a:chOff x="10572452" y="3790950"/>
            <a:chExt cx="838498" cy="220980"/>
          </a:xfrm>
        </p:grpSpPr>
        <p:sp>
          <p:nvSpPr>
            <p:cNvPr id="136" name="Weave text 206: 버튼을"/>
            <p:cNvSpPr txBox="1"/>
            <p:nvPr/>
          </p:nvSpPr>
          <p:spPr>
            <a:xfrm>
              <a:off x="10572452" y="3790950"/>
              <a:ext cx="353616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버튼을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7" name="Weave text 206:  "/>
            <p:cNvSpPr txBox="1"/>
            <p:nvPr/>
          </p:nvSpPr>
          <p:spPr>
            <a:xfrm>
              <a:off x="10887819" y="3790950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8" name="Weave text 206: 눌러"/>
            <p:cNvSpPr txBox="1"/>
            <p:nvPr/>
          </p:nvSpPr>
          <p:spPr>
            <a:xfrm>
              <a:off x="10919966" y="3790950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눌러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9" name="Weave text 206:  "/>
            <p:cNvSpPr txBox="1"/>
            <p:nvPr/>
          </p:nvSpPr>
          <p:spPr>
            <a:xfrm>
              <a:off x="11130260" y="3790950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0" name="Weave text 206: 확인"/>
            <p:cNvSpPr txBox="1"/>
            <p:nvPr/>
          </p:nvSpPr>
          <p:spPr>
            <a:xfrm>
              <a:off x="11162407" y="3790950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확인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41" name="Line 207: 엄마가 말했던 무화과시루 · 가족 단체방"/>
          <p:cNvGrpSpPr/>
          <p:nvPr/>
        </p:nvGrpSpPr>
        <p:grpSpPr>
          <a:xfrm>
            <a:off x="6943725" y="4267200"/>
            <a:ext cx="2063502" cy="236220"/>
            <a:chOff x="6943725" y="4267200"/>
            <a:chExt cx="2063502" cy="236220"/>
          </a:xfrm>
        </p:grpSpPr>
        <p:sp>
          <p:nvSpPr>
            <p:cNvPr id="142" name="Weave text 207: 엄마가"/>
            <p:cNvSpPr txBox="1"/>
            <p:nvPr/>
          </p:nvSpPr>
          <p:spPr>
            <a:xfrm>
              <a:off x="6943725" y="4267200"/>
              <a:ext cx="379958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C9BAF7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975" b="0" i="0" spc="0" kern="0" lang="ko-KR" altLang="en-US" dirty="0">
                  <a:solidFill>
                    <a:srgbClr val="C9BAF7"/>
                  </a:solidFill>
                  <a:latin typeface="Noto Sans KR Medium"/>
                  <a:ea typeface="Noto Sans KR Medium"/>
                  <a:cs typeface="Noto Sans KR Medium"/>
                </a:rPr>
                <a:t xml:space="preserve">엄마가</a:t>
              </a:r>
              <a:endParaRPr sz="975" b="0" i="0" spc="0" kern="0" lang="ko-KR" altLang="en-US" dirty="0">
                <a:solidFill>
                  <a:srgbClr val="C9BAF7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43" name="Weave text 207:  "/>
            <p:cNvSpPr txBox="1"/>
            <p:nvPr/>
          </p:nvSpPr>
          <p:spPr>
            <a:xfrm>
              <a:off x="7285434" y="4267200"/>
              <a:ext cx="71289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C9BAF7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975" b="0" i="0" spc="0" kern="0" lang="ko-KR" altLang="en-US" dirty="0">
                  <a:solidFill>
                    <a:srgbClr val="C9BAF7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975" b="0" i="0" spc="0" kern="0" lang="ko-KR" altLang="en-US" dirty="0">
                <a:solidFill>
                  <a:srgbClr val="C9BAF7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44" name="Weave text 207: 말했던"/>
            <p:cNvSpPr txBox="1"/>
            <p:nvPr/>
          </p:nvSpPr>
          <p:spPr>
            <a:xfrm>
              <a:off x="7318474" y="4267200"/>
              <a:ext cx="379958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C9BAF7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975" b="0" i="0" spc="0" kern="0" lang="ko-KR" altLang="en-US" dirty="0">
                  <a:solidFill>
                    <a:srgbClr val="C9BAF7"/>
                  </a:solidFill>
                  <a:latin typeface="Noto Sans KR Medium"/>
                  <a:ea typeface="Noto Sans KR Medium"/>
                  <a:cs typeface="Noto Sans KR Medium"/>
                </a:rPr>
                <a:t xml:space="preserve">말했던</a:t>
              </a:r>
              <a:endParaRPr sz="975" b="0" i="0" spc="0" kern="0" lang="ko-KR" altLang="en-US" dirty="0">
                <a:solidFill>
                  <a:srgbClr val="C9BAF7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45" name="Weave text 207:  "/>
            <p:cNvSpPr txBox="1"/>
            <p:nvPr/>
          </p:nvSpPr>
          <p:spPr>
            <a:xfrm>
              <a:off x="7660184" y="4267200"/>
              <a:ext cx="71289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C9BAF7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975" b="0" i="0" spc="0" kern="0" lang="ko-KR" altLang="en-US" dirty="0">
                  <a:solidFill>
                    <a:srgbClr val="C9BAF7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975" b="0" i="0" spc="0" kern="0" lang="ko-KR" altLang="en-US" dirty="0">
                <a:solidFill>
                  <a:srgbClr val="C9BAF7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46" name="Weave text 207: 무화과시루"/>
            <p:cNvSpPr txBox="1"/>
            <p:nvPr/>
          </p:nvSpPr>
          <p:spPr>
            <a:xfrm>
              <a:off x="7693223" y="4267200"/>
              <a:ext cx="607814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C9BAF7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975" b="0" i="0" spc="0" kern="0" lang="ko-KR" altLang="en-US" dirty="0">
                  <a:solidFill>
                    <a:srgbClr val="C9BAF7"/>
                  </a:solidFill>
                  <a:latin typeface="Noto Sans KR Medium"/>
                  <a:ea typeface="Noto Sans KR Medium"/>
                  <a:cs typeface="Noto Sans KR Medium"/>
                </a:rPr>
                <a:t xml:space="preserve">무화과시루</a:t>
              </a:r>
              <a:endParaRPr sz="975" b="0" i="0" spc="0" kern="0" lang="ko-KR" altLang="en-US" dirty="0">
                <a:solidFill>
                  <a:srgbClr val="C9BAF7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47" name="Weave text 207:  · "/>
            <p:cNvSpPr txBox="1"/>
            <p:nvPr/>
          </p:nvSpPr>
          <p:spPr>
            <a:xfrm>
              <a:off x="8262789" y="4267200"/>
              <a:ext cx="141833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C9BAF7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975" b="0" i="0" spc="0" kern="0" lang="ko-KR" altLang="en-US" dirty="0">
                  <a:solidFill>
                    <a:srgbClr val="C9BAF7"/>
                  </a:solidFill>
                  <a:latin typeface="Inter Medium"/>
                  <a:ea typeface="Inter Medium"/>
                  <a:cs typeface="Inter Medium"/>
                </a:rPr>
                <a:t xml:space="preserve"> · </a:t>
              </a:r>
              <a:endParaRPr sz="975" b="0" i="0" spc="0" kern="0" lang="ko-KR" altLang="en-US" dirty="0">
                <a:solidFill>
                  <a:srgbClr val="C9BAF7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48" name="Weave text 207: 가족"/>
            <p:cNvSpPr txBox="1"/>
            <p:nvPr/>
          </p:nvSpPr>
          <p:spPr>
            <a:xfrm>
              <a:off x="8366373" y="4267200"/>
              <a:ext cx="266105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C9BAF7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975" b="0" i="0" spc="0" kern="0" lang="ko-KR" altLang="en-US" dirty="0">
                  <a:solidFill>
                    <a:srgbClr val="C9BAF7"/>
                  </a:solidFill>
                  <a:latin typeface="Noto Sans KR Medium"/>
                  <a:ea typeface="Noto Sans KR Medium"/>
                  <a:cs typeface="Noto Sans KR Medium"/>
                </a:rPr>
                <a:t xml:space="preserve">가족</a:t>
              </a:r>
              <a:endParaRPr sz="975" b="0" i="0" spc="0" kern="0" lang="ko-KR" altLang="en-US" dirty="0">
                <a:solidFill>
                  <a:srgbClr val="C9BAF7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49" name="Weave text 207:  "/>
            <p:cNvSpPr txBox="1"/>
            <p:nvPr/>
          </p:nvSpPr>
          <p:spPr>
            <a:xfrm>
              <a:off x="8594229" y="4267200"/>
              <a:ext cx="71289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C9BAF7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975" b="0" i="0" spc="0" kern="0" lang="ko-KR" altLang="en-US" dirty="0">
                  <a:solidFill>
                    <a:srgbClr val="C9BAF7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975" b="0" i="0" spc="0" kern="0" lang="ko-KR" altLang="en-US" dirty="0">
                <a:solidFill>
                  <a:srgbClr val="C9BAF7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50" name="Weave text 207: 단체방"/>
            <p:cNvSpPr txBox="1"/>
            <p:nvPr/>
          </p:nvSpPr>
          <p:spPr>
            <a:xfrm>
              <a:off x="8627269" y="4267200"/>
              <a:ext cx="379958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C9BAF7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975" b="0" i="0" spc="0" kern="0" lang="ko-KR" altLang="en-US" dirty="0">
                  <a:solidFill>
                    <a:srgbClr val="C9BAF7"/>
                  </a:solidFill>
                  <a:latin typeface="Noto Sans KR Medium"/>
                  <a:ea typeface="Noto Sans KR Medium"/>
                  <a:cs typeface="Noto Sans KR Medium"/>
                </a:rPr>
                <a:t xml:space="preserve">단체방</a:t>
              </a:r>
              <a:endParaRPr sz="975" b="0" i="0" spc="0" kern="0" lang="ko-KR" altLang="en-US" dirty="0">
                <a:solidFill>
                  <a:srgbClr val="C9BAF7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151" name="Line 208: 엄마, 전에 먹고 싶다던"/>
          <p:cNvGrpSpPr/>
          <p:nvPr/>
        </p:nvGrpSpPr>
        <p:grpSpPr>
          <a:xfrm>
            <a:off x="6943725" y="4519612"/>
            <a:ext cx="1898749" cy="373380"/>
            <a:chOff x="6943725" y="4519612"/>
            <a:chExt cx="1898749" cy="373380"/>
          </a:xfrm>
        </p:grpSpPr>
        <p:sp>
          <p:nvSpPr>
            <p:cNvPr id="152" name="Weave text 208: 엄마"/>
            <p:cNvSpPr txBox="1"/>
            <p:nvPr/>
          </p:nvSpPr>
          <p:spPr>
            <a:xfrm>
              <a:off x="6943725" y="4519612"/>
              <a:ext cx="409129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650" b="0" i="0" spc="-58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엄마</a:t>
              </a:r>
              <a:endParaRPr sz="1650" b="0" i="0" spc="-58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53" name="Weave text 208: , "/>
            <p:cNvSpPr txBox="1"/>
            <p:nvPr/>
          </p:nvSpPr>
          <p:spPr>
            <a:xfrm>
              <a:off x="7314605" y="4519612"/>
              <a:ext cx="138857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650" b="0" i="0" spc="-58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, </a:t>
              </a:r>
              <a:endParaRPr sz="1650" b="0" i="0" spc="-58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54" name="Weave text 208: 전에"/>
            <p:cNvSpPr txBox="1"/>
            <p:nvPr/>
          </p:nvSpPr>
          <p:spPr>
            <a:xfrm>
              <a:off x="7415212" y="4519612"/>
              <a:ext cx="409129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650" b="0" i="0" spc="-58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전에</a:t>
              </a:r>
              <a:endParaRPr sz="1650" b="0" i="0" spc="-58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55" name="Weave text 208:  "/>
            <p:cNvSpPr txBox="1"/>
            <p:nvPr/>
          </p:nvSpPr>
          <p:spPr>
            <a:xfrm>
              <a:off x="7786092" y="4519612"/>
              <a:ext cx="83790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650" b="0" i="0" spc="-58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650" b="0" i="0" spc="-58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56" name="Weave text 208: 먹고"/>
            <p:cNvSpPr txBox="1"/>
            <p:nvPr/>
          </p:nvSpPr>
          <p:spPr>
            <a:xfrm>
              <a:off x="7831634" y="4519612"/>
              <a:ext cx="409129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650" b="0" i="0" spc="-58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먹고</a:t>
              </a:r>
              <a:endParaRPr sz="1650" b="0" i="0" spc="-58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57" name="Weave text 208:  "/>
            <p:cNvSpPr txBox="1"/>
            <p:nvPr/>
          </p:nvSpPr>
          <p:spPr>
            <a:xfrm>
              <a:off x="8202513" y="4519612"/>
              <a:ext cx="83641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650" b="0" i="0" spc="-58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650" b="0" i="0" spc="-58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58" name="Weave text 208: 싶다던"/>
            <p:cNvSpPr txBox="1"/>
            <p:nvPr/>
          </p:nvSpPr>
          <p:spPr>
            <a:xfrm>
              <a:off x="8247906" y="4519612"/>
              <a:ext cx="594568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650" b="0" i="0" spc="-58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싶다던</a:t>
              </a:r>
              <a:endParaRPr sz="1650" b="0" i="0" spc="-58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159" name="Line 209: 무화과시루 사갈까?"/>
          <p:cNvGrpSpPr/>
          <p:nvPr/>
        </p:nvGrpSpPr>
        <p:grpSpPr>
          <a:xfrm>
            <a:off x="6943725" y="4812953"/>
            <a:ext cx="1673870" cy="373380"/>
            <a:chOff x="6943725" y="4812953"/>
            <a:chExt cx="1673870" cy="373380"/>
          </a:xfrm>
        </p:grpSpPr>
        <p:sp>
          <p:nvSpPr>
            <p:cNvPr id="160" name="Weave text 209: 무화과시루"/>
            <p:cNvSpPr txBox="1"/>
            <p:nvPr/>
          </p:nvSpPr>
          <p:spPr>
            <a:xfrm>
              <a:off x="6943725" y="4812953"/>
              <a:ext cx="965448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650" b="0" i="0" spc="-58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무화과시루</a:t>
              </a:r>
              <a:endParaRPr sz="1650" b="0" i="0" spc="-58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61" name="Weave text 209:  "/>
            <p:cNvSpPr txBox="1"/>
            <p:nvPr/>
          </p:nvSpPr>
          <p:spPr>
            <a:xfrm>
              <a:off x="7870924" y="4812953"/>
              <a:ext cx="83641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650" b="0" i="0" spc="-58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650" b="0" i="0" spc="-58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62" name="Weave text 209: 사갈까"/>
            <p:cNvSpPr txBox="1"/>
            <p:nvPr/>
          </p:nvSpPr>
          <p:spPr>
            <a:xfrm>
              <a:off x="7916317" y="4812953"/>
              <a:ext cx="594717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650" b="0" i="0" spc="-58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사갈까</a:t>
              </a:r>
              <a:endParaRPr sz="1650" b="0" i="0" spc="-58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63" name="Weave text 209: ?"/>
            <p:cNvSpPr txBox="1"/>
            <p:nvPr/>
          </p:nvSpPr>
          <p:spPr>
            <a:xfrm>
              <a:off x="8472785" y="4812953"/>
              <a:ext cx="144810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650" b="0" i="0" spc="-58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?</a:t>
              </a:r>
              <a:endParaRPr sz="1650" b="0" i="0" spc="-58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64" name="Line 210: 연결한 기록 보기"/>
          <p:cNvGrpSpPr/>
          <p:nvPr/>
        </p:nvGrpSpPr>
        <p:grpSpPr>
          <a:xfrm>
            <a:off x="6943725" y="5282505"/>
            <a:ext cx="838498" cy="220980"/>
            <a:chOff x="6943725" y="5282505"/>
            <a:chExt cx="838498" cy="220980"/>
          </a:xfrm>
        </p:grpSpPr>
        <p:sp>
          <p:nvSpPr>
            <p:cNvPr id="165" name="Weave text 210: 연결한"/>
            <p:cNvSpPr txBox="1"/>
            <p:nvPr/>
          </p:nvSpPr>
          <p:spPr>
            <a:xfrm>
              <a:off x="6943725" y="5282505"/>
              <a:ext cx="353616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rPr>
                <a:t xml:space="preserve">연결한</a:t>
              </a:r>
              <a:endParaRPr sz="900" b="0" i="0" spc="0" kern="0" lang="ko-KR" altLang="en-US" dirty="0">
                <a:solidFill>
                  <a:srgbClr val="C1BDD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6" name="Weave text 210:  "/>
            <p:cNvSpPr txBox="1"/>
            <p:nvPr/>
          </p:nvSpPr>
          <p:spPr>
            <a:xfrm>
              <a:off x="7259092" y="5282505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C1BDD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C1BDD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C1BDD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7" name="Weave text 210: 기록"/>
            <p:cNvSpPr txBox="1"/>
            <p:nvPr/>
          </p:nvSpPr>
          <p:spPr>
            <a:xfrm>
              <a:off x="7291239" y="5282505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rPr>
                <a:t xml:space="preserve">기록</a:t>
              </a:r>
              <a:endParaRPr sz="900" b="0" i="0" spc="0" kern="0" lang="ko-KR" altLang="en-US" dirty="0">
                <a:solidFill>
                  <a:srgbClr val="C1BDD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8" name="Weave text 210:  "/>
            <p:cNvSpPr txBox="1"/>
            <p:nvPr/>
          </p:nvSpPr>
          <p:spPr>
            <a:xfrm>
              <a:off x="7501533" y="5282505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C1BDD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C1BDD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C1BDD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9" name="Weave text 210: 보기"/>
            <p:cNvSpPr txBox="1"/>
            <p:nvPr/>
          </p:nvSpPr>
          <p:spPr>
            <a:xfrm>
              <a:off x="7533680" y="5282505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rPr>
                <a:t xml:space="preserve">보기</a:t>
              </a:r>
              <a:endParaRPr sz="900" b="0" i="0" spc="0" kern="0" lang="ko-KR" altLang="en-US" dirty="0">
                <a:solidFill>
                  <a:srgbClr val="C1BDD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70" name="Line 211: 문장에 넣기"/>
          <p:cNvGrpSpPr/>
          <p:nvPr/>
        </p:nvGrpSpPr>
        <p:grpSpPr>
          <a:xfrm>
            <a:off x="10411420" y="5277743"/>
            <a:ext cx="685205" cy="251460"/>
            <a:chOff x="10411420" y="5277743"/>
            <a:chExt cx="685205" cy="251460"/>
          </a:xfrm>
        </p:grpSpPr>
        <p:sp>
          <p:nvSpPr>
            <p:cNvPr id="171" name="Weave text 211: 문장에"/>
            <p:cNvSpPr txBox="1"/>
            <p:nvPr/>
          </p:nvSpPr>
          <p:spPr>
            <a:xfrm>
              <a:off x="10411420" y="5277743"/>
              <a:ext cx="406152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241C3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050" b="0" i="0" spc="0" kern="0" lang="ko-KR" altLang="en-US" dirty="0">
                  <a:solidFill>
                    <a:srgbClr val="241C3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문장에</a:t>
              </a:r>
              <a:endParaRPr sz="1050" b="0" i="0" spc="0" kern="0" lang="ko-KR" altLang="en-US" dirty="0">
                <a:solidFill>
                  <a:srgbClr val="241C3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72" name="Weave text 211:  "/>
            <p:cNvSpPr txBox="1"/>
            <p:nvPr/>
          </p:nvSpPr>
          <p:spPr>
            <a:xfrm>
              <a:off x="10779323" y="5277743"/>
              <a:ext cx="7188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241C3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050" b="0" i="0" spc="0" kern="0" lang="ko-KR" altLang="en-US" dirty="0">
                  <a:solidFill>
                    <a:srgbClr val="241C3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050" b="0" i="0" spc="0" kern="0" lang="ko-KR" altLang="en-US" dirty="0">
                <a:solidFill>
                  <a:srgbClr val="241C3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73" name="Weave text 211: 넣기"/>
            <p:cNvSpPr txBox="1"/>
            <p:nvPr/>
          </p:nvSpPr>
          <p:spPr>
            <a:xfrm>
              <a:off x="10812959" y="5277743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241C3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050" b="0" i="0" spc="0" kern="0" lang="ko-KR" altLang="en-US" dirty="0">
                  <a:solidFill>
                    <a:srgbClr val="241C3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넣기</a:t>
              </a:r>
              <a:endParaRPr sz="1050" b="0" i="0" spc="0" kern="0" lang="ko-KR" altLang="en-US" dirty="0">
                <a:solidFill>
                  <a:srgbClr val="241C3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174" name="Line 212: 문장은 직접 선택해 입력합니다. 전송 여부도 사용자가 결정합니다."/>
          <p:cNvGrpSpPr/>
          <p:nvPr/>
        </p:nvGrpSpPr>
        <p:grpSpPr>
          <a:xfrm>
            <a:off x="609600" y="6162675"/>
            <a:ext cx="4101852" cy="281940"/>
            <a:chOff x="609600" y="6162675"/>
            <a:chExt cx="4101852" cy="281940"/>
          </a:xfrm>
        </p:grpSpPr>
        <p:sp>
          <p:nvSpPr>
            <p:cNvPr id="175" name="Weave text 212: 문장은"/>
            <p:cNvSpPr txBox="1"/>
            <p:nvPr/>
          </p:nvSpPr>
          <p:spPr>
            <a:xfrm>
              <a:off x="609600" y="6162675"/>
              <a:ext cx="449610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문장은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6" name="Weave text 212:  "/>
            <p:cNvSpPr txBox="1"/>
            <p:nvPr/>
          </p:nvSpPr>
          <p:spPr>
            <a:xfrm>
              <a:off x="1020961" y="6162675"/>
              <a:ext cx="78135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7" name="Weave text 212: 직접"/>
            <p:cNvSpPr txBox="1"/>
            <p:nvPr/>
          </p:nvSpPr>
          <p:spPr>
            <a:xfrm>
              <a:off x="1060847" y="6162675"/>
              <a:ext cx="31253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직접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8" name="Weave text 212:  "/>
            <p:cNvSpPr txBox="1"/>
            <p:nvPr/>
          </p:nvSpPr>
          <p:spPr>
            <a:xfrm>
              <a:off x="1335137" y="6162675"/>
              <a:ext cx="78135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9" name="Weave text 212: 선택해"/>
            <p:cNvSpPr txBox="1"/>
            <p:nvPr/>
          </p:nvSpPr>
          <p:spPr>
            <a:xfrm>
              <a:off x="1375023" y="6162675"/>
              <a:ext cx="449610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선택해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0" name="Weave text 212:  "/>
            <p:cNvSpPr txBox="1"/>
            <p:nvPr/>
          </p:nvSpPr>
          <p:spPr>
            <a:xfrm>
              <a:off x="1786384" y="6162675"/>
              <a:ext cx="78135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1" name="Weave text 212: 입력합니다"/>
            <p:cNvSpPr txBox="1"/>
            <p:nvPr/>
          </p:nvSpPr>
          <p:spPr>
            <a:xfrm>
              <a:off x="1826270" y="6162675"/>
              <a:ext cx="72404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입력합니다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2" name="Weave text 212: . "/>
            <p:cNvSpPr txBox="1"/>
            <p:nvPr/>
          </p:nvSpPr>
          <p:spPr>
            <a:xfrm>
              <a:off x="2512070" y="6162675"/>
              <a:ext cx="118914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.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3" name="Weave text 212: 전송"/>
            <p:cNvSpPr txBox="1"/>
            <p:nvPr/>
          </p:nvSpPr>
          <p:spPr>
            <a:xfrm>
              <a:off x="2592735" y="6162675"/>
              <a:ext cx="31253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전송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4" name="Weave text 212:  "/>
            <p:cNvSpPr txBox="1"/>
            <p:nvPr/>
          </p:nvSpPr>
          <p:spPr>
            <a:xfrm>
              <a:off x="2867025" y="6162675"/>
              <a:ext cx="78135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5" name="Weave text 212: 여부도"/>
            <p:cNvSpPr txBox="1"/>
            <p:nvPr/>
          </p:nvSpPr>
          <p:spPr>
            <a:xfrm>
              <a:off x="2906911" y="6162675"/>
              <a:ext cx="449610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여부도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6" name="Weave text 212:  "/>
            <p:cNvSpPr txBox="1"/>
            <p:nvPr/>
          </p:nvSpPr>
          <p:spPr>
            <a:xfrm>
              <a:off x="3318272" y="6162675"/>
              <a:ext cx="78135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7" name="Weave text 212: 사용자가"/>
            <p:cNvSpPr txBox="1"/>
            <p:nvPr/>
          </p:nvSpPr>
          <p:spPr>
            <a:xfrm>
              <a:off x="3358158" y="6162675"/>
              <a:ext cx="58682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사용자가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8" name="Weave text 212:  "/>
            <p:cNvSpPr txBox="1"/>
            <p:nvPr/>
          </p:nvSpPr>
          <p:spPr>
            <a:xfrm>
              <a:off x="3906738" y="6162675"/>
              <a:ext cx="78135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9" name="Weave text 212: 결정합니다"/>
            <p:cNvSpPr txBox="1"/>
            <p:nvPr/>
          </p:nvSpPr>
          <p:spPr>
            <a:xfrm>
              <a:off x="3946624" y="6162675"/>
              <a:ext cx="72404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결정합니다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0" name="Weave text 212: ."/>
            <p:cNvSpPr txBox="1"/>
            <p:nvPr/>
          </p:nvSpPr>
          <p:spPr>
            <a:xfrm>
              <a:off x="4632424" y="6162675"/>
              <a:ext cx="79028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91" name="Line 213: WEAVE ASSIST / GALAXY AI CONCEPT"/>
          <p:cNvGrpSpPr/>
          <p:nvPr/>
        </p:nvGrpSpPr>
        <p:grpSpPr>
          <a:xfrm>
            <a:off x="609600" y="6496050"/>
            <a:ext cx="2437507" cy="190500"/>
            <a:chOff x="609600" y="6496050"/>
            <a:chExt cx="2437507" cy="190500"/>
          </a:xfrm>
        </p:grpSpPr>
        <p:sp>
          <p:nvSpPr>
            <p:cNvPr id="192" name="Weave text 213: WEAVE ASSIST / GALAXY AI CONCEPT"/>
            <p:cNvSpPr txBox="1"/>
            <p:nvPr/>
          </p:nvSpPr>
          <p:spPr>
            <a:xfrm>
              <a:off x="609600" y="6496050"/>
              <a:ext cx="2437507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150" kern="0" lang="ko-KR" altLang="en-US" dirty="0">
                  <a:solidFill>
                    <a:srgbClr val="9CAAC3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750" b="0" i="0" spc="150" kern="0" lang="ko-KR" altLang="en-US" dirty="0">
                  <a:solidFill>
                    <a:srgbClr val="9CAAC3"/>
                  </a:solidFill>
                  <a:latin typeface="Inter Medium"/>
                  <a:ea typeface="Inter Medium"/>
                  <a:cs typeface="Inter Medium"/>
                </a:rPr>
                <a:t xml:space="preserve">WEAVE ASSIST / GALAXY AI CONCEPT</a:t>
              </a:r>
              <a:endParaRPr sz="750" b="0" i="0" spc="150" kern="0" lang="ko-KR" altLang="en-US" dirty="0">
                <a:solidFill>
                  <a:srgbClr val="9CAAC3"/>
                </a:solidFill>
                <a:latin typeface="Inter Medium"/>
                <a:ea typeface="Inter Medium"/>
                <a:cs typeface="Inter Medium"/>
              </a:endParaRPr>
            </a:p>
          </p:txBody>
        </p:sp>
      </p:grpSp>
      <p:grpSp>
        <p:nvGrpSpPr>
          <p:cNvPr id="193" name="Line 214: 07 / 11"/>
          <p:cNvGrpSpPr/>
          <p:nvPr/>
        </p:nvGrpSpPr>
        <p:grpSpPr>
          <a:xfrm>
            <a:off x="11223278" y="6496050"/>
            <a:ext cx="397222" cy="190500"/>
            <a:chOff x="11223278" y="6496050"/>
            <a:chExt cx="397222" cy="190500"/>
          </a:xfrm>
        </p:grpSpPr>
        <p:sp>
          <p:nvSpPr>
            <p:cNvPr id="194" name="Weave text 214: 07 / 11"/>
            <p:cNvSpPr txBox="1"/>
            <p:nvPr/>
          </p:nvSpPr>
          <p:spPr>
            <a:xfrm>
              <a:off x="11223278" y="6496050"/>
              <a:ext cx="397222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90" kern="0" lang="ko-KR" altLang="en-US" dirty="0">
                  <a:solidFill>
                    <a:srgbClr val="9CAAC3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750" b="0" i="0" spc="90" kern="0" lang="ko-KR" altLang="en-US" dirty="0">
                  <a:solidFill>
                    <a:srgbClr val="9CAAC3"/>
                  </a:solidFill>
                  <a:latin typeface="Inter Medium"/>
                  <a:ea typeface="Inter Medium"/>
                  <a:cs typeface="Inter Medium"/>
                </a:rPr>
                <a:t xml:space="preserve">07 / 11</a:t>
              </a:r>
              <a:endParaRPr sz="750" b="0" i="0" spc="90" kern="0" lang="ko-KR" altLang="en-US" dirty="0">
                <a:solidFill>
                  <a:srgbClr val="9CAAC3"/>
                </a:solidFill>
                <a:latin typeface="Inter Medium"/>
                <a:ea typeface="Inter Medium"/>
                <a:cs typeface="Inter Medium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TML visual layer (text is separately editable)"/>
          <p:cNvPicPr>
            <a:picLocks noChangeAspect="1"/>
          </p:cNvPicPr>
          <p:nvPr/>
        </p:nvPicPr>
        <p:blipFill>
          <a:blip r:embed="rIdWeaveVisualLayer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3" name="Line 215: 08 / HOW IT WORKS"/>
          <p:cNvGrpSpPr/>
          <p:nvPr/>
        </p:nvGrpSpPr>
        <p:grpSpPr>
          <a:xfrm>
            <a:off x="609600" y="371475"/>
            <a:ext cx="1397050" cy="205740"/>
            <a:chOff x="609600" y="371475"/>
            <a:chExt cx="1397050" cy="205740"/>
          </a:xfrm>
        </p:grpSpPr>
        <p:sp>
          <p:nvSpPr>
            <p:cNvPr id="4" name="Weave text 215: 08 / HOW IT WORKS"/>
            <p:cNvSpPr txBox="1"/>
            <p:nvPr/>
          </p:nvSpPr>
          <p:spPr>
            <a:xfrm>
              <a:off x="609600" y="371475"/>
              <a:ext cx="1397050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148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825" b="0" i="0" spc="148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rPr>
                <a:t xml:space="preserve">08 / HOW IT WORKS</a:t>
              </a:r>
              <a:endParaRPr sz="825" b="0" i="0" spc="148" kern="0" lang="ko-KR" altLang="en-US" dirty="0">
                <a:solidFill>
                  <a:srgbClr val="B8A2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5" name="Line 216: 기록은 미리 정리하고, 필요할 때 연결합니다."/>
          <p:cNvGrpSpPr/>
          <p:nvPr/>
        </p:nvGrpSpPr>
        <p:grpSpPr>
          <a:xfrm>
            <a:off x="609600" y="704850"/>
            <a:ext cx="6586389" cy="647700"/>
            <a:chOff x="609600" y="704850"/>
            <a:chExt cx="6586389" cy="647700"/>
          </a:xfrm>
        </p:grpSpPr>
        <p:sp>
          <p:nvSpPr>
            <p:cNvPr id="6" name="Weave text 216: 기록은"/>
            <p:cNvSpPr txBox="1"/>
            <p:nvPr/>
          </p:nvSpPr>
          <p:spPr>
            <a:xfrm>
              <a:off x="609600" y="704850"/>
              <a:ext cx="1032570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기록은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7" name="Weave text 216:  "/>
            <p:cNvSpPr txBox="1"/>
            <p:nvPr/>
          </p:nvSpPr>
          <p:spPr>
            <a:xfrm>
              <a:off x="1603921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8" name="Weave text 216: 미리"/>
            <p:cNvSpPr txBox="1"/>
            <p:nvPr/>
          </p:nvSpPr>
          <p:spPr>
            <a:xfrm>
              <a:off x="1680865" y="704850"/>
              <a:ext cx="70112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미리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9" name="Weave text 216:  "/>
            <p:cNvSpPr txBox="1"/>
            <p:nvPr/>
          </p:nvSpPr>
          <p:spPr>
            <a:xfrm>
              <a:off x="2343745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0" name="Weave text 216: 정리하고"/>
            <p:cNvSpPr txBox="1"/>
            <p:nvPr/>
          </p:nvSpPr>
          <p:spPr>
            <a:xfrm>
              <a:off x="2420689" y="704850"/>
              <a:ext cx="136415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정리하고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1" name="Weave text 216: , "/>
            <p:cNvSpPr txBox="1"/>
            <p:nvPr/>
          </p:nvSpPr>
          <p:spPr>
            <a:xfrm>
              <a:off x="3746599" y="704850"/>
              <a:ext cx="209848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,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2" name="Weave text 216: 필요할"/>
            <p:cNvSpPr txBox="1"/>
            <p:nvPr/>
          </p:nvSpPr>
          <p:spPr>
            <a:xfrm>
              <a:off x="3918198" y="704850"/>
              <a:ext cx="1032718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필요할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3" name="Weave text 216:  "/>
            <p:cNvSpPr txBox="1"/>
            <p:nvPr/>
          </p:nvSpPr>
          <p:spPr>
            <a:xfrm>
              <a:off x="4912668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4" name="Weave text 216: 때"/>
            <p:cNvSpPr txBox="1"/>
            <p:nvPr/>
          </p:nvSpPr>
          <p:spPr>
            <a:xfrm>
              <a:off x="4989612" y="704850"/>
              <a:ext cx="36968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때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5" name="Weave text 216:  "/>
            <p:cNvSpPr txBox="1"/>
            <p:nvPr/>
          </p:nvSpPr>
          <p:spPr>
            <a:xfrm>
              <a:off x="5321052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6" name="Weave text 216: 연결합니다"/>
            <p:cNvSpPr txBox="1"/>
            <p:nvPr/>
          </p:nvSpPr>
          <p:spPr>
            <a:xfrm>
              <a:off x="5397996" y="704850"/>
              <a:ext cx="169559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연결합니다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7" name="Weave text 216: ."/>
            <p:cNvSpPr txBox="1"/>
            <p:nvPr/>
          </p:nvSpPr>
          <p:spPr>
            <a:xfrm>
              <a:off x="7055346" y="704850"/>
              <a:ext cx="14064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.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8" name="Line 217: 검색 색인(Search index)으로 기록을 미리 정리하고, 필요한 근"/>
          <p:cNvGrpSpPr/>
          <p:nvPr/>
        </p:nvGrpSpPr>
        <p:grpSpPr>
          <a:xfrm>
            <a:off x="609600" y="1343025"/>
            <a:ext cx="6571506" cy="297180"/>
            <a:chOff x="609600" y="1343025"/>
            <a:chExt cx="6571506" cy="297180"/>
          </a:xfrm>
        </p:grpSpPr>
        <p:sp>
          <p:nvSpPr>
            <p:cNvPr id="19" name="Weave text 217: 검색"/>
            <p:cNvSpPr txBox="1"/>
            <p:nvPr/>
          </p:nvSpPr>
          <p:spPr>
            <a:xfrm>
              <a:off x="609600" y="1343025"/>
              <a:ext cx="336054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검색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" name="Weave text 217:  "/>
            <p:cNvSpPr txBox="1"/>
            <p:nvPr/>
          </p:nvSpPr>
          <p:spPr>
            <a:xfrm>
              <a:off x="907405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" name="Weave text 217: 색인"/>
            <p:cNvSpPr txBox="1"/>
            <p:nvPr/>
          </p:nvSpPr>
          <p:spPr>
            <a:xfrm>
              <a:off x="952946" y="1343025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색인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" name="Weave text 217: (Search index)"/>
            <p:cNvSpPr txBox="1"/>
            <p:nvPr/>
          </p:nvSpPr>
          <p:spPr>
            <a:xfrm>
              <a:off x="1250900" y="1343025"/>
              <a:ext cx="1152525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(Search index)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" name="Weave text 217: 으로"/>
            <p:cNvSpPr txBox="1"/>
            <p:nvPr/>
          </p:nvSpPr>
          <p:spPr>
            <a:xfrm>
              <a:off x="2365177" y="1343025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으로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4" name="Weave text 217:  "/>
            <p:cNvSpPr txBox="1"/>
            <p:nvPr/>
          </p:nvSpPr>
          <p:spPr>
            <a:xfrm>
              <a:off x="2663130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5" name="Weave text 217: 기록을"/>
            <p:cNvSpPr txBox="1"/>
            <p:nvPr/>
          </p:nvSpPr>
          <p:spPr>
            <a:xfrm>
              <a:off x="2708672" y="1343025"/>
              <a:ext cx="485031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기록을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6" name="Weave text 217:  "/>
            <p:cNvSpPr txBox="1"/>
            <p:nvPr/>
          </p:nvSpPr>
          <p:spPr>
            <a:xfrm>
              <a:off x="3155454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" name="Weave text 217: 미리"/>
            <p:cNvSpPr txBox="1"/>
            <p:nvPr/>
          </p:nvSpPr>
          <p:spPr>
            <a:xfrm>
              <a:off x="3200995" y="1343025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미리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8" name="Weave text 217:  "/>
            <p:cNvSpPr txBox="1"/>
            <p:nvPr/>
          </p:nvSpPr>
          <p:spPr>
            <a:xfrm>
              <a:off x="3498949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9" name="Weave text 217: 정리하고"/>
            <p:cNvSpPr txBox="1"/>
            <p:nvPr/>
          </p:nvSpPr>
          <p:spPr>
            <a:xfrm>
              <a:off x="3544491" y="1343025"/>
              <a:ext cx="63415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정리하고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0" name="Weave text 217: , "/>
            <p:cNvSpPr txBox="1"/>
            <p:nvPr/>
          </p:nvSpPr>
          <p:spPr>
            <a:xfrm>
              <a:off x="4140398" y="1343025"/>
              <a:ext cx="130522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1" name="Weave text 217: 필요한"/>
            <p:cNvSpPr txBox="1"/>
            <p:nvPr/>
          </p:nvSpPr>
          <p:spPr>
            <a:xfrm>
              <a:off x="4232672" y="1343025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필요한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2" name="Weave text 217:  "/>
            <p:cNvSpPr txBox="1"/>
            <p:nvPr/>
          </p:nvSpPr>
          <p:spPr>
            <a:xfrm>
              <a:off x="4679603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3" name="Weave text 217: 근거만"/>
            <p:cNvSpPr txBox="1"/>
            <p:nvPr/>
          </p:nvSpPr>
          <p:spPr>
            <a:xfrm>
              <a:off x="4725144" y="1343025"/>
              <a:ext cx="485031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근거만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4" name="Weave text 217:  "/>
            <p:cNvSpPr txBox="1"/>
            <p:nvPr/>
          </p:nvSpPr>
          <p:spPr>
            <a:xfrm>
              <a:off x="5171926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5" name="Weave text 217: 경량"/>
            <p:cNvSpPr txBox="1"/>
            <p:nvPr/>
          </p:nvSpPr>
          <p:spPr>
            <a:xfrm>
              <a:off x="5217468" y="1343025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경량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6" name="Weave text 217:  "/>
            <p:cNvSpPr txBox="1"/>
            <p:nvPr/>
          </p:nvSpPr>
          <p:spPr>
            <a:xfrm>
              <a:off x="5515421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7" name="Weave text 217: 언어모델에"/>
            <p:cNvSpPr txBox="1"/>
            <p:nvPr/>
          </p:nvSpPr>
          <p:spPr>
            <a:xfrm>
              <a:off x="5560963" y="1343025"/>
              <a:ext cx="783134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언어모델에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8" name="Weave text 217:  "/>
            <p:cNvSpPr txBox="1"/>
            <p:nvPr/>
          </p:nvSpPr>
          <p:spPr>
            <a:xfrm>
              <a:off x="6305848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9" name="Weave text 217: 전달합니다"/>
            <p:cNvSpPr txBox="1"/>
            <p:nvPr/>
          </p:nvSpPr>
          <p:spPr>
            <a:xfrm>
              <a:off x="6351389" y="1343025"/>
              <a:ext cx="783134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전달합니다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0" name="Weave text 217: ."/>
            <p:cNvSpPr txBox="1"/>
            <p:nvPr/>
          </p:nvSpPr>
          <p:spPr>
            <a:xfrm>
              <a:off x="7096274" y="1343025"/>
              <a:ext cx="84832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41" name="Line 218: 미리 준비"/>
          <p:cNvGrpSpPr/>
          <p:nvPr/>
        </p:nvGrpSpPr>
        <p:grpSpPr>
          <a:xfrm>
            <a:off x="609600" y="2159794"/>
            <a:ext cx="525066" cy="236220"/>
            <a:chOff x="609600" y="2159794"/>
            <a:chExt cx="525066" cy="236220"/>
          </a:xfrm>
        </p:grpSpPr>
        <p:sp>
          <p:nvSpPr>
            <p:cNvPr id="42" name="Weave text 218: 미리"/>
            <p:cNvSpPr txBox="1"/>
            <p:nvPr/>
          </p:nvSpPr>
          <p:spPr>
            <a:xfrm>
              <a:off x="609600" y="2159794"/>
              <a:ext cx="265956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975" b="0" i="0" spc="0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미리</a:t>
              </a:r>
              <a:endParaRPr sz="975" b="0" i="0" spc="0" kern="0" lang="ko-KR" altLang="en-US" dirty="0">
                <a:solidFill>
                  <a:srgbClr val="B8A2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43" name="Weave text 218:  "/>
            <p:cNvSpPr txBox="1"/>
            <p:nvPr/>
          </p:nvSpPr>
          <p:spPr>
            <a:xfrm>
              <a:off x="837307" y="2159794"/>
              <a:ext cx="69503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975" b="0" i="0" spc="0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975" b="0" i="0" spc="0" kern="0" lang="ko-KR" altLang="en-US" dirty="0">
                <a:solidFill>
                  <a:srgbClr val="B8A2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44" name="Weave text 218: 준비"/>
            <p:cNvSpPr txBox="1"/>
            <p:nvPr/>
          </p:nvSpPr>
          <p:spPr>
            <a:xfrm>
              <a:off x="868561" y="2159794"/>
              <a:ext cx="266105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975" b="0" i="0" spc="0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준비</a:t>
              </a:r>
              <a:endParaRPr sz="975" b="0" i="0" spc="0" kern="0" lang="ko-KR" altLang="en-US" dirty="0">
                <a:solidFill>
                  <a:srgbClr val="B8A2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45" name="Line 219: 허용한 기록 가져오기"/>
          <p:cNvGrpSpPr/>
          <p:nvPr/>
        </p:nvGrpSpPr>
        <p:grpSpPr>
          <a:xfrm>
            <a:off x="1506141" y="2133600"/>
            <a:ext cx="1507034" cy="312420"/>
            <a:chOff x="1506141" y="2133600"/>
            <a:chExt cx="1507034" cy="312420"/>
          </a:xfrm>
        </p:grpSpPr>
        <p:sp>
          <p:nvSpPr>
            <p:cNvPr id="46" name="Weave text 219: 허용한"/>
            <p:cNvSpPr txBox="1"/>
            <p:nvPr/>
          </p:nvSpPr>
          <p:spPr>
            <a:xfrm>
              <a:off x="1506141" y="2133600"/>
              <a:ext cx="49857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34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허용한</a:t>
              </a:r>
              <a:endParaRPr sz="1350" b="0" i="0" spc="-34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7" name="Weave text 219:  "/>
            <p:cNvSpPr txBox="1"/>
            <p:nvPr/>
          </p:nvSpPr>
          <p:spPr>
            <a:xfrm>
              <a:off x="1966466" y="2133600"/>
              <a:ext cx="82153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34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34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8" name="Weave text 219: 기록"/>
            <p:cNvSpPr txBox="1"/>
            <p:nvPr/>
          </p:nvSpPr>
          <p:spPr>
            <a:xfrm>
              <a:off x="2010370" y="2133600"/>
              <a:ext cx="345132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34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기록</a:t>
              </a:r>
              <a:endParaRPr sz="1350" b="0" i="0" spc="-34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9" name="Weave text 219:  "/>
            <p:cNvSpPr txBox="1"/>
            <p:nvPr/>
          </p:nvSpPr>
          <p:spPr>
            <a:xfrm>
              <a:off x="2317254" y="2133600"/>
              <a:ext cx="82153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34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34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0" name="Weave text 219: 가져오기"/>
            <p:cNvSpPr txBox="1"/>
            <p:nvPr/>
          </p:nvSpPr>
          <p:spPr>
            <a:xfrm>
              <a:off x="2361158" y="2133600"/>
              <a:ext cx="652016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34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가져오기</a:t>
              </a:r>
              <a:endParaRPr sz="1350" b="0" i="0" spc="-34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51" name="Line 220: 내용·출처 정리"/>
          <p:cNvGrpSpPr/>
          <p:nvPr/>
        </p:nvGrpSpPr>
        <p:grpSpPr>
          <a:xfrm>
            <a:off x="4118074" y="2133600"/>
            <a:ext cx="1047899" cy="312420"/>
            <a:chOff x="4118074" y="2133600"/>
            <a:chExt cx="1047899" cy="312420"/>
          </a:xfrm>
        </p:grpSpPr>
        <p:sp>
          <p:nvSpPr>
            <p:cNvPr id="52" name="Weave text 220: 내용"/>
            <p:cNvSpPr txBox="1"/>
            <p:nvPr/>
          </p:nvSpPr>
          <p:spPr>
            <a:xfrm>
              <a:off x="4118074" y="2133600"/>
              <a:ext cx="345132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34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내용</a:t>
              </a:r>
              <a:endParaRPr sz="1350" b="0" i="0" spc="-34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3" name="Weave text 220: ·"/>
            <p:cNvSpPr txBox="1"/>
            <p:nvPr/>
          </p:nvSpPr>
          <p:spPr>
            <a:xfrm>
              <a:off x="4424958" y="2133600"/>
              <a:ext cx="83344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34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350" b="0" i="0" spc="-34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4" name="Weave text 220: 출처"/>
            <p:cNvSpPr txBox="1"/>
            <p:nvPr/>
          </p:nvSpPr>
          <p:spPr>
            <a:xfrm>
              <a:off x="4470053" y="2133600"/>
              <a:ext cx="345132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34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출처</a:t>
              </a:r>
              <a:endParaRPr sz="1350" b="0" i="0" spc="-34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5" name="Weave text 220:  "/>
            <p:cNvSpPr txBox="1"/>
            <p:nvPr/>
          </p:nvSpPr>
          <p:spPr>
            <a:xfrm>
              <a:off x="4776936" y="2133600"/>
              <a:ext cx="82153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34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34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6" name="Weave text 220: 정리"/>
            <p:cNvSpPr txBox="1"/>
            <p:nvPr/>
          </p:nvSpPr>
          <p:spPr>
            <a:xfrm>
              <a:off x="4820841" y="2133600"/>
              <a:ext cx="345132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34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정리</a:t>
              </a:r>
              <a:endParaRPr sz="1350" b="0" i="0" spc="-34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57" name="Line 221: 색인 작업(Indexing)"/>
          <p:cNvGrpSpPr/>
          <p:nvPr/>
        </p:nvGrpSpPr>
        <p:grpSpPr>
          <a:xfrm>
            <a:off x="6270873" y="2133600"/>
            <a:ext cx="1468041" cy="312420"/>
            <a:chOff x="6270873" y="2133600"/>
            <a:chExt cx="1468041" cy="312420"/>
          </a:xfrm>
        </p:grpSpPr>
        <p:sp>
          <p:nvSpPr>
            <p:cNvPr id="58" name="Weave text 221: 색인"/>
            <p:cNvSpPr txBox="1"/>
            <p:nvPr/>
          </p:nvSpPr>
          <p:spPr>
            <a:xfrm>
              <a:off x="6270873" y="2133600"/>
              <a:ext cx="345132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34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색인</a:t>
              </a:r>
              <a:endParaRPr sz="1350" b="0" i="0" spc="-34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9" name="Weave text 221:  "/>
            <p:cNvSpPr txBox="1"/>
            <p:nvPr/>
          </p:nvSpPr>
          <p:spPr>
            <a:xfrm>
              <a:off x="6577757" y="2133600"/>
              <a:ext cx="82153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34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34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0" name="Weave text 221: 작업"/>
            <p:cNvSpPr txBox="1"/>
            <p:nvPr/>
          </p:nvSpPr>
          <p:spPr>
            <a:xfrm>
              <a:off x="6621661" y="2133600"/>
              <a:ext cx="345132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34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작업</a:t>
              </a:r>
              <a:endParaRPr sz="1350" b="0" i="0" spc="-34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1" name="Weave text 221: (Indexing)"/>
            <p:cNvSpPr txBox="1"/>
            <p:nvPr/>
          </p:nvSpPr>
          <p:spPr>
            <a:xfrm>
              <a:off x="6928545" y="2133600"/>
              <a:ext cx="81036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34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(Indexing)</a:t>
              </a:r>
              <a:endParaRPr sz="1350" b="0" i="0" spc="-34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62" name="Line 222: 충전·유휴 시간 활용"/>
          <p:cNvGrpSpPr/>
          <p:nvPr/>
        </p:nvGrpSpPr>
        <p:grpSpPr>
          <a:xfrm>
            <a:off x="10565606" y="2159794"/>
            <a:ext cx="1054894" cy="236220"/>
            <a:chOff x="10565606" y="2159794"/>
            <a:chExt cx="1054894" cy="236220"/>
          </a:xfrm>
        </p:grpSpPr>
        <p:sp>
          <p:nvSpPr>
            <p:cNvPr id="63" name="Weave text 222: 충전"/>
            <p:cNvSpPr txBox="1"/>
            <p:nvPr/>
          </p:nvSpPr>
          <p:spPr>
            <a:xfrm>
              <a:off x="10565606" y="2159794"/>
              <a:ext cx="265956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899AB5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75" b="0" i="0" spc="0" kern="0" lang="ko-KR" altLang="en-US" dirty="0">
                  <a:solidFill>
                    <a:srgbClr val="899AB5"/>
                  </a:solidFill>
                  <a:latin typeface="Noto Sans KR"/>
                  <a:ea typeface="Noto Sans KR"/>
                  <a:cs typeface="Noto Sans KR"/>
                </a:rPr>
                <a:t xml:space="preserve">충전</a:t>
              </a:r>
              <a:endParaRPr sz="975" b="0" i="0" spc="0" kern="0" lang="ko-KR" altLang="en-US" dirty="0">
                <a:solidFill>
                  <a:srgbClr val="899AB5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4" name="Weave text 222: ·"/>
            <p:cNvSpPr txBox="1"/>
            <p:nvPr/>
          </p:nvSpPr>
          <p:spPr>
            <a:xfrm>
              <a:off x="10793313" y="2159794"/>
              <a:ext cx="73968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899AB5"/>
                  </a:solidFill>
                  <a:latin typeface="Inter"/>
                  <a:ea typeface="Inter"/>
                  <a:cs typeface="Inter"/>
                </a:defRPr>
              </a:pPr>
              <a:r>
                <a:rPr sz="975" b="0" i="0" spc="0" kern="0" lang="ko-KR" altLang="en-US" dirty="0">
                  <a:solidFill>
                    <a:srgbClr val="899AB5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975" b="0" i="0" spc="0" kern="0" lang="ko-KR" altLang="en-US" dirty="0">
                <a:solidFill>
                  <a:srgbClr val="899AB5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5" name="Weave text 222: 유휴"/>
            <p:cNvSpPr txBox="1"/>
            <p:nvPr/>
          </p:nvSpPr>
          <p:spPr>
            <a:xfrm>
              <a:off x="10829032" y="2159794"/>
              <a:ext cx="266105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899AB5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75" b="0" i="0" spc="0" kern="0" lang="ko-KR" altLang="en-US" dirty="0">
                  <a:solidFill>
                    <a:srgbClr val="899AB5"/>
                  </a:solidFill>
                  <a:latin typeface="Noto Sans KR"/>
                  <a:ea typeface="Noto Sans KR"/>
                  <a:cs typeface="Noto Sans KR"/>
                </a:rPr>
                <a:t xml:space="preserve">유휴</a:t>
              </a:r>
              <a:endParaRPr sz="975" b="0" i="0" spc="0" kern="0" lang="ko-KR" altLang="en-US" dirty="0">
                <a:solidFill>
                  <a:srgbClr val="899AB5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6" name="Weave text 222:  "/>
            <p:cNvSpPr txBox="1"/>
            <p:nvPr/>
          </p:nvSpPr>
          <p:spPr>
            <a:xfrm>
              <a:off x="11056888" y="2159794"/>
              <a:ext cx="73075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899AB5"/>
                  </a:solidFill>
                  <a:latin typeface="Inter"/>
                  <a:ea typeface="Inter"/>
                  <a:cs typeface="Inter"/>
                </a:defRPr>
              </a:pPr>
              <a:r>
                <a:rPr sz="975" b="0" i="0" spc="0" kern="0" lang="ko-KR" altLang="en-US" dirty="0">
                  <a:solidFill>
                    <a:srgbClr val="899AB5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75" b="0" i="0" spc="0" kern="0" lang="ko-KR" altLang="en-US" dirty="0">
                <a:solidFill>
                  <a:srgbClr val="899AB5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7" name="Weave text 222: 시간"/>
            <p:cNvSpPr txBox="1"/>
            <p:nvPr/>
          </p:nvSpPr>
          <p:spPr>
            <a:xfrm>
              <a:off x="11091714" y="2159794"/>
              <a:ext cx="266105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899AB5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75" b="0" i="0" spc="0" kern="0" lang="ko-KR" altLang="en-US" dirty="0">
                  <a:solidFill>
                    <a:srgbClr val="899AB5"/>
                  </a:solidFill>
                  <a:latin typeface="Noto Sans KR"/>
                  <a:ea typeface="Noto Sans KR"/>
                  <a:cs typeface="Noto Sans KR"/>
                </a:rPr>
                <a:t xml:space="preserve">시간</a:t>
              </a:r>
              <a:endParaRPr sz="975" b="0" i="0" spc="0" kern="0" lang="ko-KR" altLang="en-US" dirty="0">
                <a:solidFill>
                  <a:srgbClr val="899AB5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8" name="Weave text 222:  "/>
            <p:cNvSpPr txBox="1"/>
            <p:nvPr/>
          </p:nvSpPr>
          <p:spPr>
            <a:xfrm>
              <a:off x="11319570" y="2159794"/>
              <a:ext cx="73075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899AB5"/>
                  </a:solidFill>
                  <a:latin typeface="Inter"/>
                  <a:ea typeface="Inter"/>
                  <a:cs typeface="Inter"/>
                </a:defRPr>
              </a:pPr>
              <a:r>
                <a:rPr sz="975" b="0" i="0" spc="0" kern="0" lang="ko-KR" altLang="en-US" dirty="0">
                  <a:solidFill>
                    <a:srgbClr val="899AB5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75" b="0" i="0" spc="0" kern="0" lang="ko-KR" altLang="en-US" dirty="0">
                <a:solidFill>
                  <a:srgbClr val="899AB5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9" name="Weave text 222: 활용"/>
            <p:cNvSpPr txBox="1"/>
            <p:nvPr/>
          </p:nvSpPr>
          <p:spPr>
            <a:xfrm>
              <a:off x="11354395" y="2159794"/>
              <a:ext cx="266105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899AB5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75" b="0" i="0" spc="0" kern="0" lang="ko-KR" altLang="en-US" dirty="0">
                  <a:solidFill>
                    <a:srgbClr val="899AB5"/>
                  </a:solidFill>
                  <a:latin typeface="Noto Sans KR"/>
                  <a:ea typeface="Noto Sans KR"/>
                  <a:cs typeface="Noto Sans KR"/>
                </a:rPr>
                <a:t xml:space="preserve">활용</a:t>
              </a:r>
              <a:endParaRPr sz="975" b="0" i="0" spc="0" kern="0" lang="ko-KR" altLang="en-US" dirty="0">
                <a:solidFill>
                  <a:srgbClr val="899AB5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70" name="Line 223: 01"/>
          <p:cNvGrpSpPr/>
          <p:nvPr/>
        </p:nvGrpSpPr>
        <p:grpSpPr>
          <a:xfrm>
            <a:off x="759470" y="3109912"/>
            <a:ext cx="176510" cy="251460"/>
            <a:chOff x="759470" y="3109912"/>
            <a:chExt cx="176510" cy="251460"/>
          </a:xfrm>
        </p:grpSpPr>
        <p:sp>
          <p:nvSpPr>
            <p:cNvPr id="71" name="Weave text 223: 01"/>
            <p:cNvSpPr txBox="1"/>
            <p:nvPr/>
          </p:nvSpPr>
          <p:spPr>
            <a:xfrm>
              <a:off x="759470" y="3109912"/>
              <a:ext cx="176510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CDBBFF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CDBBFF"/>
                  </a:solidFill>
                  <a:latin typeface="Inter"/>
                  <a:ea typeface="Inter"/>
                  <a:cs typeface="Inter"/>
                </a:rPr>
                <a:t xml:space="preserve">01</a:t>
              </a:r>
              <a:endParaRPr sz="1050" b="0" i="0" spc="0" kern="0" lang="ko-KR" altLang="en-US" dirty="0">
                <a:solidFill>
                  <a:srgbClr val="CDBB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72" name="Line 224: Trigger"/>
          <p:cNvGrpSpPr/>
          <p:nvPr/>
        </p:nvGrpSpPr>
        <p:grpSpPr>
          <a:xfrm>
            <a:off x="609600" y="3667125"/>
            <a:ext cx="828824" cy="434340"/>
            <a:chOff x="609600" y="3667125"/>
            <a:chExt cx="828824" cy="434340"/>
          </a:xfrm>
        </p:grpSpPr>
        <p:sp>
          <p:nvSpPr>
            <p:cNvPr id="73" name="Weave text 224: Trigger"/>
            <p:cNvSpPr txBox="1"/>
            <p:nvPr/>
          </p:nvSpPr>
          <p:spPr>
            <a:xfrm>
              <a:off x="609600" y="3667125"/>
              <a:ext cx="828824" cy="3377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950" b="0" i="0" spc="-88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950" b="0" i="0" spc="-88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Trigger</a:t>
              </a:r>
              <a:endParaRPr sz="1950" b="0" i="0" spc="-88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74" name="Line 225: 필요한 순간을 감지"/>
          <p:cNvGrpSpPr/>
          <p:nvPr/>
        </p:nvGrpSpPr>
        <p:grpSpPr>
          <a:xfrm>
            <a:off x="609600" y="4114800"/>
            <a:ext cx="1340048" cy="312420"/>
            <a:chOff x="609600" y="4114800"/>
            <a:chExt cx="1340048" cy="312420"/>
          </a:xfrm>
        </p:grpSpPr>
        <p:sp>
          <p:nvSpPr>
            <p:cNvPr id="75" name="Weave text 225: 필요한"/>
            <p:cNvSpPr txBox="1"/>
            <p:nvPr/>
          </p:nvSpPr>
          <p:spPr>
            <a:xfrm>
              <a:off x="609600" y="4114800"/>
              <a:ext cx="495895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필요한</a:t>
              </a:r>
              <a:endParaRPr sz="1350" b="0" i="0" spc="-40" kern="0" lang="ko-KR" altLang="en-US" dirty="0">
                <a:solidFill>
                  <a:srgbClr val="CBB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76" name="Weave text 225:  "/>
            <p:cNvSpPr txBox="1"/>
            <p:nvPr/>
          </p:nvSpPr>
          <p:spPr>
            <a:xfrm>
              <a:off x="1067246" y="4114800"/>
              <a:ext cx="7887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350" b="0" i="0" spc="-40" kern="0" lang="ko-KR" altLang="en-US" dirty="0">
                <a:solidFill>
                  <a:srgbClr val="CBB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77" name="Weave text 225: 순간을"/>
            <p:cNvSpPr txBox="1"/>
            <p:nvPr/>
          </p:nvSpPr>
          <p:spPr>
            <a:xfrm>
              <a:off x="1107877" y="4114800"/>
              <a:ext cx="49604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순간을</a:t>
              </a:r>
              <a:endParaRPr sz="1350" b="0" i="0" spc="-40" kern="0" lang="ko-KR" altLang="en-US" dirty="0">
                <a:solidFill>
                  <a:srgbClr val="CBB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78" name="Weave text 225:  "/>
            <p:cNvSpPr txBox="1"/>
            <p:nvPr/>
          </p:nvSpPr>
          <p:spPr>
            <a:xfrm>
              <a:off x="1565672" y="4114800"/>
              <a:ext cx="7873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350" b="0" i="0" spc="-40" kern="0" lang="ko-KR" altLang="en-US" dirty="0">
                <a:solidFill>
                  <a:srgbClr val="CBB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79" name="Weave text 225: 감지"/>
            <p:cNvSpPr txBox="1"/>
            <p:nvPr/>
          </p:nvSpPr>
          <p:spPr>
            <a:xfrm>
              <a:off x="1606153" y="4114800"/>
              <a:ext cx="343495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감지</a:t>
              </a:r>
              <a:endParaRPr sz="1350" b="0" i="0" spc="-40" kern="0" lang="ko-KR" altLang="en-US" dirty="0">
                <a:solidFill>
                  <a:srgbClr val="CBB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80" name="Line 226: 직접 검색 · Weave 버튼"/>
          <p:cNvGrpSpPr/>
          <p:nvPr/>
        </p:nvGrpSpPr>
        <p:grpSpPr>
          <a:xfrm>
            <a:off x="609600" y="4543425"/>
            <a:ext cx="1582341" cy="281940"/>
            <a:chOff x="609600" y="4543425"/>
            <a:chExt cx="1582341" cy="281940"/>
          </a:xfrm>
        </p:grpSpPr>
        <p:sp>
          <p:nvSpPr>
            <p:cNvPr id="81" name="Weave text 226: 직접"/>
            <p:cNvSpPr txBox="1"/>
            <p:nvPr/>
          </p:nvSpPr>
          <p:spPr>
            <a:xfrm>
              <a:off x="609600" y="45434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직접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2" name="Weave text 226:  "/>
            <p:cNvSpPr txBox="1"/>
            <p:nvPr/>
          </p:nvSpPr>
          <p:spPr>
            <a:xfrm>
              <a:off x="889992" y="45434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3" name="Weave text 226: 검색"/>
            <p:cNvSpPr txBox="1"/>
            <p:nvPr/>
          </p:nvSpPr>
          <p:spPr>
            <a:xfrm>
              <a:off x="932855" y="45434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검색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4" name="Weave text 226:  · Weave "/>
            <p:cNvSpPr txBox="1"/>
            <p:nvPr/>
          </p:nvSpPr>
          <p:spPr>
            <a:xfrm>
              <a:off x="1213247" y="4543425"/>
              <a:ext cx="698302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· Weave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5" name="Weave text 226: 버튼"/>
            <p:cNvSpPr txBox="1"/>
            <p:nvPr/>
          </p:nvSpPr>
          <p:spPr>
            <a:xfrm>
              <a:off x="1873300" y="45434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버튼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86" name="Line 227: 대화와 상황의 변화"/>
          <p:cNvGrpSpPr/>
          <p:nvPr/>
        </p:nvGrpSpPr>
        <p:grpSpPr>
          <a:xfrm>
            <a:off x="609600" y="4810125"/>
            <a:ext cx="1245543" cy="281940"/>
            <a:chOff x="609600" y="4810125"/>
            <a:chExt cx="1245543" cy="281940"/>
          </a:xfrm>
        </p:grpSpPr>
        <p:sp>
          <p:nvSpPr>
            <p:cNvPr id="87" name="Weave text 227: 대화와"/>
            <p:cNvSpPr txBox="1"/>
            <p:nvPr/>
          </p:nvSpPr>
          <p:spPr>
            <a:xfrm>
              <a:off x="609600" y="4810125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대화와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8" name="Weave text 227:  "/>
            <p:cNvSpPr txBox="1"/>
            <p:nvPr/>
          </p:nvSpPr>
          <p:spPr>
            <a:xfrm>
              <a:off x="1030188" y="48101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9" name="Weave text 227: 상황의"/>
            <p:cNvSpPr txBox="1"/>
            <p:nvPr/>
          </p:nvSpPr>
          <p:spPr>
            <a:xfrm>
              <a:off x="1073051" y="4810125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상황의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0" name="Weave text 227:  "/>
            <p:cNvSpPr txBox="1"/>
            <p:nvPr/>
          </p:nvSpPr>
          <p:spPr>
            <a:xfrm>
              <a:off x="1493639" y="48101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1" name="Weave text 227: 변화"/>
            <p:cNvSpPr txBox="1"/>
            <p:nvPr/>
          </p:nvSpPr>
          <p:spPr>
            <a:xfrm>
              <a:off x="1536502" y="48101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변화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92" name="Line 228: 입력 이벤트 · 경량 분류"/>
          <p:cNvGrpSpPr/>
          <p:nvPr/>
        </p:nvGrpSpPr>
        <p:grpSpPr>
          <a:xfrm>
            <a:off x="609600" y="5257800"/>
            <a:ext cx="1053703" cy="205740"/>
            <a:chOff x="609600" y="5257800"/>
            <a:chExt cx="1053703" cy="205740"/>
          </a:xfrm>
        </p:grpSpPr>
        <p:sp>
          <p:nvSpPr>
            <p:cNvPr id="93" name="Weave text 228: 입력"/>
            <p:cNvSpPr txBox="1"/>
            <p:nvPr/>
          </p:nvSpPr>
          <p:spPr>
            <a:xfrm>
              <a:off x="609600" y="5257800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rPr>
                <a:t xml:space="preserve">입력</a:t>
              </a:r>
              <a:endParaRPr sz="825" b="0" i="0" spc="0" kern="0" lang="ko-KR" altLang="en-US" dirty="0">
                <a:solidFill>
                  <a:srgbClr val="6F81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4" name="Weave text 228:  "/>
            <p:cNvSpPr txBox="1"/>
            <p:nvPr/>
          </p:nvSpPr>
          <p:spPr>
            <a:xfrm>
              <a:off x="802332" y="5257800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6F81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5" name="Weave text 228: 이벤트"/>
            <p:cNvSpPr txBox="1"/>
            <p:nvPr/>
          </p:nvSpPr>
          <p:spPr>
            <a:xfrm>
              <a:off x="831800" y="5257800"/>
              <a:ext cx="32742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rPr>
                <a:t xml:space="preserve">이벤트</a:t>
              </a:r>
              <a:endParaRPr sz="825" b="0" i="0" spc="0" kern="0" lang="ko-KR" altLang="en-US" dirty="0">
                <a:solidFill>
                  <a:srgbClr val="6F81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6" name="Weave text 228:  · "/>
            <p:cNvSpPr txBox="1"/>
            <p:nvPr/>
          </p:nvSpPr>
          <p:spPr>
            <a:xfrm>
              <a:off x="1120973" y="5257800"/>
              <a:ext cx="12739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825" b="0" i="0" spc="0" kern="0" lang="ko-KR" altLang="en-US" dirty="0">
                <a:solidFill>
                  <a:srgbClr val="6F81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7" name="Weave text 228: 경량"/>
            <p:cNvSpPr txBox="1"/>
            <p:nvPr/>
          </p:nvSpPr>
          <p:spPr>
            <a:xfrm>
              <a:off x="1210121" y="5257800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rPr>
                <a:t xml:space="preserve">경량</a:t>
              </a:r>
              <a:endParaRPr sz="825" b="0" i="0" spc="0" kern="0" lang="ko-KR" altLang="en-US" dirty="0">
                <a:solidFill>
                  <a:srgbClr val="6F81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8" name="Weave text 228:  "/>
            <p:cNvSpPr txBox="1"/>
            <p:nvPr/>
          </p:nvSpPr>
          <p:spPr>
            <a:xfrm>
              <a:off x="1402854" y="5257800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6F81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9" name="Weave text 228: 분류"/>
            <p:cNvSpPr txBox="1"/>
            <p:nvPr/>
          </p:nvSpPr>
          <p:spPr>
            <a:xfrm>
              <a:off x="1432322" y="5257800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rPr>
                <a:t xml:space="preserve">분류</a:t>
              </a:r>
              <a:endParaRPr sz="825" b="0" i="0" spc="0" kern="0" lang="ko-KR" altLang="en-US" dirty="0">
                <a:solidFill>
                  <a:srgbClr val="6F819C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00" name="Line 229: 02"/>
          <p:cNvGrpSpPr/>
          <p:nvPr/>
        </p:nvGrpSpPr>
        <p:grpSpPr>
          <a:xfrm>
            <a:off x="3553420" y="3109912"/>
            <a:ext cx="203597" cy="251460"/>
            <a:chOff x="3553420" y="3109912"/>
            <a:chExt cx="203597" cy="251460"/>
          </a:xfrm>
        </p:grpSpPr>
        <p:sp>
          <p:nvSpPr>
            <p:cNvPr id="101" name="Weave text 229: 02"/>
            <p:cNvSpPr txBox="1"/>
            <p:nvPr/>
          </p:nvSpPr>
          <p:spPr>
            <a:xfrm>
              <a:off x="3553420" y="3109912"/>
              <a:ext cx="203597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CDBBFF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CDBBFF"/>
                  </a:solidFill>
                  <a:latin typeface="Inter"/>
                  <a:ea typeface="Inter"/>
                  <a:cs typeface="Inter"/>
                </a:rPr>
                <a:t xml:space="preserve">02</a:t>
              </a:r>
              <a:endParaRPr sz="1050" b="0" i="0" spc="0" kern="0" lang="ko-KR" altLang="en-US" dirty="0">
                <a:solidFill>
                  <a:srgbClr val="CDBB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02" name="Line 230: Routing"/>
          <p:cNvGrpSpPr/>
          <p:nvPr/>
        </p:nvGrpSpPr>
        <p:grpSpPr>
          <a:xfrm>
            <a:off x="3417094" y="3667125"/>
            <a:ext cx="879723" cy="434340"/>
            <a:chOff x="3417094" y="3667125"/>
            <a:chExt cx="879723" cy="434340"/>
          </a:xfrm>
        </p:grpSpPr>
        <p:sp>
          <p:nvSpPr>
            <p:cNvPr id="103" name="Weave text 230: Routing"/>
            <p:cNvSpPr txBox="1"/>
            <p:nvPr/>
          </p:nvSpPr>
          <p:spPr>
            <a:xfrm>
              <a:off x="3417094" y="3667125"/>
              <a:ext cx="879723" cy="3377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950" b="0" i="0" spc="-88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950" b="0" i="0" spc="-88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Routing</a:t>
              </a:r>
              <a:endParaRPr sz="1950" b="0" i="0" spc="-88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04" name="Line 231: 찾을 단서와 순서를 결정"/>
          <p:cNvGrpSpPr/>
          <p:nvPr/>
        </p:nvGrpSpPr>
        <p:grpSpPr>
          <a:xfrm>
            <a:off x="3417094" y="4114800"/>
            <a:ext cx="1685776" cy="312420"/>
            <a:chOff x="3417094" y="4114800"/>
            <a:chExt cx="1685776" cy="312420"/>
          </a:xfrm>
        </p:grpSpPr>
        <p:sp>
          <p:nvSpPr>
            <p:cNvPr id="105" name="Weave text 231: 찾을"/>
            <p:cNvSpPr txBox="1"/>
            <p:nvPr/>
          </p:nvSpPr>
          <p:spPr>
            <a:xfrm>
              <a:off x="3417094" y="4114800"/>
              <a:ext cx="343346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찾을</a:t>
              </a:r>
              <a:endParaRPr sz="1350" b="0" i="0" spc="-40" kern="0" lang="ko-KR" altLang="en-US" dirty="0">
                <a:solidFill>
                  <a:srgbClr val="CBB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06" name="Weave text 231:  "/>
            <p:cNvSpPr txBox="1"/>
            <p:nvPr/>
          </p:nvSpPr>
          <p:spPr>
            <a:xfrm>
              <a:off x="3722191" y="4114800"/>
              <a:ext cx="7887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350" b="0" i="0" spc="-40" kern="0" lang="ko-KR" altLang="en-US" dirty="0">
                <a:solidFill>
                  <a:srgbClr val="CBB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07" name="Weave text 231: 단서와"/>
            <p:cNvSpPr txBox="1"/>
            <p:nvPr/>
          </p:nvSpPr>
          <p:spPr>
            <a:xfrm>
              <a:off x="3762821" y="4114800"/>
              <a:ext cx="495895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단서와</a:t>
              </a:r>
              <a:endParaRPr sz="1350" b="0" i="0" spc="-40" kern="0" lang="ko-KR" altLang="en-US" dirty="0">
                <a:solidFill>
                  <a:srgbClr val="CBB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08" name="Weave text 231:  "/>
            <p:cNvSpPr txBox="1"/>
            <p:nvPr/>
          </p:nvSpPr>
          <p:spPr>
            <a:xfrm>
              <a:off x="4220468" y="4114800"/>
              <a:ext cx="7887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350" b="0" i="0" spc="-40" kern="0" lang="ko-KR" altLang="en-US" dirty="0">
                <a:solidFill>
                  <a:srgbClr val="CBB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09" name="Weave text 231: 순서를"/>
            <p:cNvSpPr txBox="1"/>
            <p:nvPr/>
          </p:nvSpPr>
          <p:spPr>
            <a:xfrm>
              <a:off x="4261098" y="4114800"/>
              <a:ext cx="49604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순서를</a:t>
              </a:r>
              <a:endParaRPr sz="1350" b="0" i="0" spc="-40" kern="0" lang="ko-KR" altLang="en-US" dirty="0">
                <a:solidFill>
                  <a:srgbClr val="CBB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10" name="Weave text 231:  "/>
            <p:cNvSpPr txBox="1"/>
            <p:nvPr/>
          </p:nvSpPr>
          <p:spPr>
            <a:xfrm>
              <a:off x="4718893" y="4114800"/>
              <a:ext cx="7873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350" b="0" i="0" spc="-40" kern="0" lang="ko-KR" altLang="en-US" dirty="0">
                <a:solidFill>
                  <a:srgbClr val="CBB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11" name="Weave text 231: 결정"/>
            <p:cNvSpPr txBox="1"/>
            <p:nvPr/>
          </p:nvSpPr>
          <p:spPr>
            <a:xfrm>
              <a:off x="4759375" y="4114800"/>
              <a:ext cx="343495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결정</a:t>
              </a:r>
              <a:endParaRPr sz="1350" b="0" i="0" spc="-40" kern="0" lang="ko-KR" altLang="en-US" dirty="0">
                <a:solidFill>
                  <a:srgbClr val="CBB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112" name="Line 232: 누구의 어떤 기억인지 파악"/>
          <p:cNvGrpSpPr/>
          <p:nvPr/>
        </p:nvGrpSpPr>
        <p:grpSpPr>
          <a:xfrm>
            <a:off x="3417094" y="4543425"/>
            <a:ext cx="1708993" cy="281940"/>
            <a:chOff x="3417094" y="4543425"/>
            <a:chExt cx="1708993" cy="281940"/>
          </a:xfrm>
        </p:grpSpPr>
        <p:sp>
          <p:nvSpPr>
            <p:cNvPr id="113" name="Weave text 232: 누구의"/>
            <p:cNvSpPr txBox="1"/>
            <p:nvPr/>
          </p:nvSpPr>
          <p:spPr>
            <a:xfrm>
              <a:off x="3417094" y="4543425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누구의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4" name="Weave text 232:  "/>
            <p:cNvSpPr txBox="1"/>
            <p:nvPr/>
          </p:nvSpPr>
          <p:spPr>
            <a:xfrm>
              <a:off x="3837682" y="45434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5" name="Weave text 232: 어떤"/>
            <p:cNvSpPr txBox="1"/>
            <p:nvPr/>
          </p:nvSpPr>
          <p:spPr>
            <a:xfrm>
              <a:off x="3880545" y="45434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어떤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6" name="Weave text 232:  "/>
            <p:cNvSpPr txBox="1"/>
            <p:nvPr/>
          </p:nvSpPr>
          <p:spPr>
            <a:xfrm>
              <a:off x="4160937" y="45434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7" name="Weave text 232: 기억인지"/>
            <p:cNvSpPr txBox="1"/>
            <p:nvPr/>
          </p:nvSpPr>
          <p:spPr>
            <a:xfrm>
              <a:off x="4203799" y="4543425"/>
              <a:ext cx="599033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기억인지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8" name="Weave text 232:  "/>
            <p:cNvSpPr txBox="1"/>
            <p:nvPr/>
          </p:nvSpPr>
          <p:spPr>
            <a:xfrm>
              <a:off x="4764584" y="45434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9" name="Weave text 232: 파악"/>
            <p:cNvSpPr txBox="1"/>
            <p:nvPr/>
          </p:nvSpPr>
          <p:spPr>
            <a:xfrm>
              <a:off x="4807446" y="45434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파악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20" name="Line 233: 다음 기록으로 이어질 단서 선택"/>
          <p:cNvGrpSpPr/>
          <p:nvPr/>
        </p:nvGrpSpPr>
        <p:grpSpPr>
          <a:xfrm>
            <a:off x="3417094" y="4810125"/>
            <a:ext cx="2032397" cy="281940"/>
            <a:chOff x="3417094" y="4810125"/>
            <a:chExt cx="2032397" cy="281940"/>
          </a:xfrm>
        </p:grpSpPr>
        <p:sp>
          <p:nvSpPr>
            <p:cNvPr id="121" name="Weave text 233: 다음"/>
            <p:cNvSpPr txBox="1"/>
            <p:nvPr/>
          </p:nvSpPr>
          <p:spPr>
            <a:xfrm>
              <a:off x="3417094" y="48101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다음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2" name="Weave text 233:  "/>
            <p:cNvSpPr txBox="1"/>
            <p:nvPr/>
          </p:nvSpPr>
          <p:spPr>
            <a:xfrm>
              <a:off x="3697486" y="48101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3" name="Weave text 233: 기록으로"/>
            <p:cNvSpPr txBox="1"/>
            <p:nvPr/>
          </p:nvSpPr>
          <p:spPr>
            <a:xfrm>
              <a:off x="3740348" y="4810125"/>
              <a:ext cx="599033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기록으로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4" name="Weave text 233:  "/>
            <p:cNvSpPr txBox="1"/>
            <p:nvPr/>
          </p:nvSpPr>
          <p:spPr>
            <a:xfrm>
              <a:off x="4301133" y="48101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5" name="Weave text 233: 이어질"/>
            <p:cNvSpPr txBox="1"/>
            <p:nvPr/>
          </p:nvSpPr>
          <p:spPr>
            <a:xfrm>
              <a:off x="4343995" y="4810125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이어질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6" name="Weave text 233:  "/>
            <p:cNvSpPr txBox="1"/>
            <p:nvPr/>
          </p:nvSpPr>
          <p:spPr>
            <a:xfrm>
              <a:off x="4764584" y="48101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7" name="Weave text 233: 단서"/>
            <p:cNvSpPr txBox="1"/>
            <p:nvPr/>
          </p:nvSpPr>
          <p:spPr>
            <a:xfrm>
              <a:off x="4807446" y="48101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단서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8" name="Weave text 233:  "/>
            <p:cNvSpPr txBox="1"/>
            <p:nvPr/>
          </p:nvSpPr>
          <p:spPr>
            <a:xfrm>
              <a:off x="5087838" y="48101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9" name="Weave text 233: 선택"/>
            <p:cNvSpPr txBox="1"/>
            <p:nvPr/>
          </p:nvSpPr>
          <p:spPr>
            <a:xfrm>
              <a:off x="5130701" y="4810125"/>
              <a:ext cx="318790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선택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30" name="Line 234: 인물 · 시간 · 위치 / sLLM"/>
          <p:cNvGrpSpPr/>
          <p:nvPr/>
        </p:nvGrpSpPr>
        <p:grpSpPr>
          <a:xfrm>
            <a:off x="3417094" y="5257800"/>
            <a:ext cx="1159966" cy="205740"/>
            <a:chOff x="3417094" y="5257800"/>
            <a:chExt cx="1159966" cy="205740"/>
          </a:xfrm>
        </p:grpSpPr>
        <p:sp>
          <p:nvSpPr>
            <p:cNvPr id="131" name="Weave text 234: 인물"/>
            <p:cNvSpPr txBox="1"/>
            <p:nvPr/>
          </p:nvSpPr>
          <p:spPr>
            <a:xfrm>
              <a:off x="3417094" y="5257800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rPr>
                <a:t xml:space="preserve">인물</a:t>
              </a:r>
              <a:endParaRPr sz="825" b="0" i="0" spc="0" kern="0" lang="ko-KR" altLang="en-US" dirty="0">
                <a:solidFill>
                  <a:srgbClr val="6F81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2" name="Weave text 234:  · "/>
            <p:cNvSpPr txBox="1"/>
            <p:nvPr/>
          </p:nvSpPr>
          <p:spPr>
            <a:xfrm>
              <a:off x="3609826" y="5257800"/>
              <a:ext cx="12739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825" b="0" i="0" spc="0" kern="0" lang="ko-KR" altLang="en-US" dirty="0">
                <a:solidFill>
                  <a:srgbClr val="6F81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3" name="Weave text 234: 시간"/>
            <p:cNvSpPr txBox="1"/>
            <p:nvPr/>
          </p:nvSpPr>
          <p:spPr>
            <a:xfrm>
              <a:off x="3698974" y="5257800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rPr>
                <a:t xml:space="preserve">시간</a:t>
              </a:r>
              <a:endParaRPr sz="825" b="0" i="0" spc="0" kern="0" lang="ko-KR" altLang="en-US" dirty="0">
                <a:solidFill>
                  <a:srgbClr val="6F81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4" name="Weave text 234:  · "/>
            <p:cNvSpPr txBox="1"/>
            <p:nvPr/>
          </p:nvSpPr>
          <p:spPr>
            <a:xfrm>
              <a:off x="3891707" y="5257800"/>
              <a:ext cx="12739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825" b="0" i="0" spc="0" kern="0" lang="ko-KR" altLang="en-US" dirty="0">
                <a:solidFill>
                  <a:srgbClr val="6F81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5" name="Weave text 234: 위치"/>
            <p:cNvSpPr txBox="1"/>
            <p:nvPr/>
          </p:nvSpPr>
          <p:spPr>
            <a:xfrm>
              <a:off x="3980855" y="5257800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rPr>
                <a:t xml:space="preserve">위치</a:t>
              </a:r>
              <a:endParaRPr sz="825" b="0" i="0" spc="0" kern="0" lang="ko-KR" altLang="en-US" dirty="0">
                <a:solidFill>
                  <a:srgbClr val="6F81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6" name="Weave text 234:  / sLLM"/>
            <p:cNvSpPr txBox="1"/>
            <p:nvPr/>
          </p:nvSpPr>
          <p:spPr>
            <a:xfrm>
              <a:off x="4173587" y="5257800"/>
              <a:ext cx="403473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rPr>
                <a:t xml:space="preserve"> / sLLM</a:t>
              </a:r>
              <a:endParaRPr sz="825" b="0" i="0" spc="0" kern="0" lang="ko-KR" altLang="en-US" dirty="0">
                <a:solidFill>
                  <a:srgbClr val="6F819C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37" name="Line 235: 03"/>
          <p:cNvGrpSpPr/>
          <p:nvPr/>
        </p:nvGrpSpPr>
        <p:grpSpPr>
          <a:xfrm>
            <a:off x="6360319" y="3109912"/>
            <a:ext cx="204639" cy="251460"/>
            <a:chOff x="6360319" y="3109912"/>
            <a:chExt cx="204639" cy="251460"/>
          </a:xfrm>
        </p:grpSpPr>
        <p:sp>
          <p:nvSpPr>
            <p:cNvPr id="138" name="Weave text 235: 03"/>
            <p:cNvSpPr txBox="1"/>
            <p:nvPr/>
          </p:nvSpPr>
          <p:spPr>
            <a:xfrm>
              <a:off x="6360319" y="3109912"/>
              <a:ext cx="204639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CDBBFF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CDBBFF"/>
                  </a:solidFill>
                  <a:latin typeface="Inter"/>
                  <a:ea typeface="Inter"/>
                  <a:cs typeface="Inter"/>
                </a:rPr>
                <a:t xml:space="preserve">03</a:t>
              </a:r>
              <a:endParaRPr sz="1050" b="0" i="0" spc="0" kern="0" lang="ko-KR" altLang="en-US" dirty="0">
                <a:solidFill>
                  <a:srgbClr val="CDBB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39" name="Line 236: Search"/>
          <p:cNvGrpSpPr/>
          <p:nvPr/>
        </p:nvGrpSpPr>
        <p:grpSpPr>
          <a:xfrm>
            <a:off x="6224588" y="3667125"/>
            <a:ext cx="812155" cy="434340"/>
            <a:chOff x="6224588" y="3667125"/>
            <a:chExt cx="812155" cy="434340"/>
          </a:xfrm>
        </p:grpSpPr>
        <p:sp>
          <p:nvSpPr>
            <p:cNvPr id="140" name="Weave text 236: Search"/>
            <p:cNvSpPr txBox="1"/>
            <p:nvPr/>
          </p:nvSpPr>
          <p:spPr>
            <a:xfrm>
              <a:off x="6224588" y="3667125"/>
              <a:ext cx="812155" cy="3377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950" b="0" i="0" spc="-88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950" b="0" i="0" spc="-88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Search</a:t>
              </a:r>
              <a:endParaRPr sz="1950" b="0" i="0" spc="-88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41" name="Line 237: 관련 기록을 찾아 연결"/>
          <p:cNvGrpSpPr/>
          <p:nvPr/>
        </p:nvGrpSpPr>
        <p:grpSpPr>
          <a:xfrm>
            <a:off x="6224588" y="4114800"/>
            <a:ext cx="1533227" cy="312420"/>
            <a:chOff x="6224588" y="4114800"/>
            <a:chExt cx="1533227" cy="312420"/>
          </a:xfrm>
        </p:grpSpPr>
        <p:sp>
          <p:nvSpPr>
            <p:cNvPr id="142" name="Weave text 237: 관련"/>
            <p:cNvSpPr txBox="1"/>
            <p:nvPr/>
          </p:nvSpPr>
          <p:spPr>
            <a:xfrm>
              <a:off x="6224588" y="4114800"/>
              <a:ext cx="343346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관련</a:t>
              </a:r>
              <a:endParaRPr sz="1350" b="0" i="0" spc="-40" kern="0" lang="ko-KR" altLang="en-US" dirty="0">
                <a:solidFill>
                  <a:srgbClr val="CBB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43" name="Weave text 237:  "/>
            <p:cNvSpPr txBox="1"/>
            <p:nvPr/>
          </p:nvSpPr>
          <p:spPr>
            <a:xfrm>
              <a:off x="6529685" y="4114800"/>
              <a:ext cx="7887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350" b="0" i="0" spc="-40" kern="0" lang="ko-KR" altLang="en-US" dirty="0">
                <a:solidFill>
                  <a:srgbClr val="CBB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44" name="Weave text 237: 기록을"/>
            <p:cNvSpPr txBox="1"/>
            <p:nvPr/>
          </p:nvSpPr>
          <p:spPr>
            <a:xfrm>
              <a:off x="6570315" y="4114800"/>
              <a:ext cx="495895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기록을</a:t>
              </a:r>
              <a:endParaRPr sz="1350" b="0" i="0" spc="-40" kern="0" lang="ko-KR" altLang="en-US" dirty="0">
                <a:solidFill>
                  <a:srgbClr val="CBB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45" name="Weave text 237:  "/>
            <p:cNvSpPr txBox="1"/>
            <p:nvPr/>
          </p:nvSpPr>
          <p:spPr>
            <a:xfrm>
              <a:off x="7027962" y="4114800"/>
              <a:ext cx="7887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350" b="0" i="0" spc="-40" kern="0" lang="ko-KR" altLang="en-US" dirty="0">
                <a:solidFill>
                  <a:srgbClr val="CBB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46" name="Weave text 237: 찾아"/>
            <p:cNvSpPr txBox="1"/>
            <p:nvPr/>
          </p:nvSpPr>
          <p:spPr>
            <a:xfrm>
              <a:off x="7068592" y="4114800"/>
              <a:ext cx="343495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찾아</a:t>
              </a:r>
              <a:endParaRPr sz="1350" b="0" i="0" spc="-40" kern="0" lang="ko-KR" altLang="en-US" dirty="0">
                <a:solidFill>
                  <a:srgbClr val="CBB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47" name="Weave text 237:  "/>
            <p:cNvSpPr txBox="1"/>
            <p:nvPr/>
          </p:nvSpPr>
          <p:spPr>
            <a:xfrm>
              <a:off x="7373838" y="4114800"/>
              <a:ext cx="7873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350" b="0" i="0" spc="-40" kern="0" lang="ko-KR" altLang="en-US" dirty="0">
                <a:solidFill>
                  <a:srgbClr val="CBB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48" name="Weave text 237: 연결"/>
            <p:cNvSpPr txBox="1"/>
            <p:nvPr/>
          </p:nvSpPr>
          <p:spPr>
            <a:xfrm>
              <a:off x="7414320" y="4114800"/>
              <a:ext cx="343495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연결</a:t>
              </a:r>
              <a:endParaRPr sz="1350" b="0" i="0" spc="-40" kern="0" lang="ko-KR" altLang="en-US" dirty="0">
                <a:solidFill>
                  <a:srgbClr val="CBB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149" name="Line 238: 키워드·의미 검색으로 모으고"/>
          <p:cNvGrpSpPr/>
          <p:nvPr/>
        </p:nvGrpSpPr>
        <p:grpSpPr>
          <a:xfrm>
            <a:off x="6224588" y="4543425"/>
            <a:ext cx="1850231" cy="281940"/>
            <a:chOff x="6224588" y="4543425"/>
            <a:chExt cx="1850231" cy="281940"/>
          </a:xfrm>
        </p:grpSpPr>
        <p:sp>
          <p:nvSpPr>
            <p:cNvPr id="150" name="Weave text 238: 키워드"/>
            <p:cNvSpPr txBox="1"/>
            <p:nvPr/>
          </p:nvSpPr>
          <p:spPr>
            <a:xfrm>
              <a:off x="6224588" y="4543425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키워드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1" name="Weave text 238: ·"/>
            <p:cNvSpPr txBox="1"/>
            <p:nvPr/>
          </p:nvSpPr>
          <p:spPr>
            <a:xfrm>
              <a:off x="6645176" y="4543425"/>
              <a:ext cx="82153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2" name="Weave text 238: 의미"/>
            <p:cNvSpPr txBox="1"/>
            <p:nvPr/>
          </p:nvSpPr>
          <p:spPr>
            <a:xfrm>
              <a:off x="6689080" y="45434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의미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3" name="Weave text 238:  "/>
            <p:cNvSpPr txBox="1"/>
            <p:nvPr/>
          </p:nvSpPr>
          <p:spPr>
            <a:xfrm>
              <a:off x="6969472" y="45434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4" name="Weave text 238: 검색으로"/>
            <p:cNvSpPr txBox="1"/>
            <p:nvPr/>
          </p:nvSpPr>
          <p:spPr>
            <a:xfrm>
              <a:off x="7012335" y="4543425"/>
              <a:ext cx="599033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검색으로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5" name="Weave text 238:  "/>
            <p:cNvSpPr txBox="1"/>
            <p:nvPr/>
          </p:nvSpPr>
          <p:spPr>
            <a:xfrm>
              <a:off x="7573119" y="45434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6" name="Weave text 238: 모으고"/>
            <p:cNvSpPr txBox="1"/>
            <p:nvPr/>
          </p:nvSpPr>
          <p:spPr>
            <a:xfrm>
              <a:off x="7615982" y="4543425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모으고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57" name="Line 239: 현재 맥락에 맞는 후보를 추림"/>
          <p:cNvGrpSpPr/>
          <p:nvPr/>
        </p:nvGrpSpPr>
        <p:grpSpPr>
          <a:xfrm>
            <a:off x="6224588" y="4810125"/>
            <a:ext cx="1892052" cy="281940"/>
            <a:chOff x="6224588" y="4810125"/>
            <a:chExt cx="1892052" cy="281940"/>
          </a:xfrm>
        </p:grpSpPr>
        <p:sp>
          <p:nvSpPr>
            <p:cNvPr id="158" name="Weave text 239: 현재"/>
            <p:cNvSpPr txBox="1"/>
            <p:nvPr/>
          </p:nvSpPr>
          <p:spPr>
            <a:xfrm>
              <a:off x="6224588" y="48101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현재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9" name="Weave text 239:  "/>
            <p:cNvSpPr txBox="1"/>
            <p:nvPr/>
          </p:nvSpPr>
          <p:spPr>
            <a:xfrm>
              <a:off x="6504980" y="48101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0" name="Weave text 239: 맥락에"/>
            <p:cNvSpPr txBox="1"/>
            <p:nvPr/>
          </p:nvSpPr>
          <p:spPr>
            <a:xfrm>
              <a:off x="6547842" y="4810125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맥락에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1" name="Weave text 239:  "/>
            <p:cNvSpPr txBox="1"/>
            <p:nvPr/>
          </p:nvSpPr>
          <p:spPr>
            <a:xfrm>
              <a:off x="6968430" y="48101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2" name="Weave text 239: 맞는"/>
            <p:cNvSpPr txBox="1"/>
            <p:nvPr/>
          </p:nvSpPr>
          <p:spPr>
            <a:xfrm>
              <a:off x="7011293" y="48101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맞는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3" name="Weave text 239:  "/>
            <p:cNvSpPr txBox="1"/>
            <p:nvPr/>
          </p:nvSpPr>
          <p:spPr>
            <a:xfrm>
              <a:off x="7291685" y="48101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4" name="Weave text 239: 후보를"/>
            <p:cNvSpPr txBox="1"/>
            <p:nvPr/>
          </p:nvSpPr>
          <p:spPr>
            <a:xfrm>
              <a:off x="7334548" y="4810125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후보를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5" name="Weave text 239:  "/>
            <p:cNvSpPr txBox="1"/>
            <p:nvPr/>
          </p:nvSpPr>
          <p:spPr>
            <a:xfrm>
              <a:off x="7755136" y="48101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6" name="Weave text 239: 추림"/>
            <p:cNvSpPr txBox="1"/>
            <p:nvPr/>
          </p:nvSpPr>
          <p:spPr>
            <a:xfrm>
              <a:off x="7797998" y="48101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추림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67" name="Line 240: 키워드·벡터 검색 · Reranking"/>
          <p:cNvGrpSpPr/>
          <p:nvPr/>
        </p:nvGrpSpPr>
        <p:grpSpPr>
          <a:xfrm>
            <a:off x="6224588" y="5257800"/>
            <a:ext cx="1357908" cy="205740"/>
            <a:chOff x="6224588" y="5257800"/>
            <a:chExt cx="1357908" cy="205740"/>
          </a:xfrm>
        </p:grpSpPr>
        <p:sp>
          <p:nvSpPr>
            <p:cNvPr id="168" name="Weave text 240: 키워드"/>
            <p:cNvSpPr txBox="1"/>
            <p:nvPr/>
          </p:nvSpPr>
          <p:spPr>
            <a:xfrm>
              <a:off x="6224588" y="5257800"/>
              <a:ext cx="32742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rPr>
                <a:t xml:space="preserve">키워드</a:t>
              </a:r>
              <a:endParaRPr sz="825" b="0" i="0" spc="0" kern="0" lang="ko-KR" altLang="en-US" dirty="0">
                <a:solidFill>
                  <a:srgbClr val="6F81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9" name="Weave text 240: ·"/>
            <p:cNvSpPr txBox="1"/>
            <p:nvPr/>
          </p:nvSpPr>
          <p:spPr>
            <a:xfrm>
              <a:off x="6513761" y="5257800"/>
              <a:ext cx="68312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825" b="0" i="0" spc="0" kern="0" lang="ko-KR" altLang="en-US" dirty="0">
                <a:solidFill>
                  <a:srgbClr val="6F81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0" name="Weave text 240: 벡터"/>
            <p:cNvSpPr txBox="1"/>
            <p:nvPr/>
          </p:nvSpPr>
          <p:spPr>
            <a:xfrm>
              <a:off x="6543824" y="5257800"/>
              <a:ext cx="231130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rPr>
                <a:t xml:space="preserve">벡터</a:t>
              </a:r>
              <a:endParaRPr sz="825" b="0" i="0" spc="0" kern="0" lang="ko-KR" altLang="en-US" dirty="0">
                <a:solidFill>
                  <a:srgbClr val="6F81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1" name="Weave text 240:  "/>
            <p:cNvSpPr txBox="1"/>
            <p:nvPr/>
          </p:nvSpPr>
          <p:spPr>
            <a:xfrm>
              <a:off x="6736705" y="5257800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6F81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2" name="Weave text 240: 검색"/>
            <p:cNvSpPr txBox="1"/>
            <p:nvPr/>
          </p:nvSpPr>
          <p:spPr>
            <a:xfrm>
              <a:off x="6766173" y="5257800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rPr>
                <a:t xml:space="preserve">검색</a:t>
              </a:r>
              <a:endParaRPr sz="825" b="0" i="0" spc="0" kern="0" lang="ko-KR" altLang="en-US" dirty="0">
                <a:solidFill>
                  <a:srgbClr val="6F81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3" name="Weave text 240:  · Reranking"/>
            <p:cNvSpPr txBox="1"/>
            <p:nvPr/>
          </p:nvSpPr>
          <p:spPr>
            <a:xfrm>
              <a:off x="6958905" y="5257800"/>
              <a:ext cx="623590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rPr>
                <a:t xml:space="preserve"> · Reranking</a:t>
              </a:r>
              <a:endParaRPr sz="825" b="0" i="0" spc="0" kern="0" lang="ko-KR" altLang="en-US" dirty="0">
                <a:solidFill>
                  <a:srgbClr val="6F819C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74" name="Line 241: 04"/>
          <p:cNvGrpSpPr/>
          <p:nvPr/>
        </p:nvGrpSpPr>
        <p:grpSpPr>
          <a:xfrm>
            <a:off x="9165878" y="3109912"/>
            <a:ext cx="208508" cy="251460"/>
            <a:chOff x="9165878" y="3109912"/>
            <a:chExt cx="208508" cy="251460"/>
          </a:xfrm>
        </p:grpSpPr>
        <p:sp>
          <p:nvSpPr>
            <p:cNvPr id="175" name="Weave text 241: 04"/>
            <p:cNvSpPr txBox="1"/>
            <p:nvPr/>
          </p:nvSpPr>
          <p:spPr>
            <a:xfrm>
              <a:off x="9165878" y="3109912"/>
              <a:ext cx="208508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CDBBFF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CDBBFF"/>
                  </a:solidFill>
                  <a:latin typeface="Inter"/>
                  <a:ea typeface="Inter"/>
                  <a:cs typeface="Inter"/>
                </a:rPr>
                <a:t xml:space="preserve">04</a:t>
              </a:r>
              <a:endParaRPr sz="1050" b="0" i="0" spc="0" kern="0" lang="ko-KR" altLang="en-US" dirty="0">
                <a:solidFill>
                  <a:srgbClr val="CDBB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76" name="Line 242: Delivery"/>
          <p:cNvGrpSpPr/>
          <p:nvPr/>
        </p:nvGrpSpPr>
        <p:grpSpPr>
          <a:xfrm>
            <a:off x="9032081" y="3667125"/>
            <a:ext cx="938957" cy="434340"/>
            <a:chOff x="9032081" y="3667125"/>
            <a:chExt cx="938957" cy="434340"/>
          </a:xfrm>
        </p:grpSpPr>
        <p:sp>
          <p:nvSpPr>
            <p:cNvPr id="177" name="Weave text 242: Delivery"/>
            <p:cNvSpPr txBox="1"/>
            <p:nvPr/>
          </p:nvSpPr>
          <p:spPr>
            <a:xfrm>
              <a:off x="9032081" y="3667125"/>
              <a:ext cx="938957" cy="3377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950" b="0" i="0" spc="-88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950" b="0" i="0" spc="-88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Delivery</a:t>
              </a:r>
              <a:endParaRPr sz="1950" b="0" i="0" spc="-88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78" name="Line 243: 지금 쓰기 좋은 형태로 전달"/>
          <p:cNvGrpSpPr/>
          <p:nvPr/>
        </p:nvGrpSpPr>
        <p:grpSpPr>
          <a:xfrm>
            <a:off x="9032081" y="4114800"/>
            <a:ext cx="1878955" cy="312420"/>
            <a:chOff x="9032081" y="4114800"/>
            <a:chExt cx="1878955" cy="312420"/>
          </a:xfrm>
        </p:grpSpPr>
        <p:sp>
          <p:nvSpPr>
            <p:cNvPr id="179" name="Weave text 243: 지금"/>
            <p:cNvSpPr txBox="1"/>
            <p:nvPr/>
          </p:nvSpPr>
          <p:spPr>
            <a:xfrm>
              <a:off x="9032081" y="4114800"/>
              <a:ext cx="343346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지금</a:t>
              </a:r>
              <a:endParaRPr sz="1350" b="0" i="0" spc="-40" kern="0" lang="ko-KR" altLang="en-US" dirty="0">
                <a:solidFill>
                  <a:srgbClr val="CBB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80" name="Weave text 243:  "/>
            <p:cNvSpPr txBox="1"/>
            <p:nvPr/>
          </p:nvSpPr>
          <p:spPr>
            <a:xfrm>
              <a:off x="9337179" y="4114800"/>
              <a:ext cx="7887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350" b="0" i="0" spc="-40" kern="0" lang="ko-KR" altLang="en-US" dirty="0">
                <a:solidFill>
                  <a:srgbClr val="CBB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81" name="Weave text 243: 쓰기"/>
            <p:cNvSpPr txBox="1"/>
            <p:nvPr/>
          </p:nvSpPr>
          <p:spPr>
            <a:xfrm>
              <a:off x="9377809" y="4114800"/>
              <a:ext cx="343346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쓰기</a:t>
              </a:r>
              <a:endParaRPr sz="1350" b="0" i="0" spc="-40" kern="0" lang="ko-KR" altLang="en-US" dirty="0">
                <a:solidFill>
                  <a:srgbClr val="CBB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82" name="Weave text 243:  "/>
            <p:cNvSpPr txBox="1"/>
            <p:nvPr/>
          </p:nvSpPr>
          <p:spPr>
            <a:xfrm>
              <a:off x="9682907" y="4114800"/>
              <a:ext cx="7887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350" b="0" i="0" spc="-40" kern="0" lang="ko-KR" altLang="en-US" dirty="0">
                <a:solidFill>
                  <a:srgbClr val="CBB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83" name="Weave text 243: 좋은"/>
            <p:cNvSpPr txBox="1"/>
            <p:nvPr/>
          </p:nvSpPr>
          <p:spPr>
            <a:xfrm>
              <a:off x="9723537" y="4114800"/>
              <a:ext cx="343346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좋은</a:t>
              </a:r>
              <a:endParaRPr sz="1350" b="0" i="0" spc="-40" kern="0" lang="ko-KR" altLang="en-US" dirty="0">
                <a:solidFill>
                  <a:srgbClr val="CBB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84" name="Weave text 243:  "/>
            <p:cNvSpPr txBox="1"/>
            <p:nvPr/>
          </p:nvSpPr>
          <p:spPr>
            <a:xfrm>
              <a:off x="10028634" y="4114800"/>
              <a:ext cx="7887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350" b="0" i="0" spc="-40" kern="0" lang="ko-KR" altLang="en-US" dirty="0">
                <a:solidFill>
                  <a:srgbClr val="CBB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85" name="Weave text 243: 형태로"/>
            <p:cNvSpPr txBox="1"/>
            <p:nvPr/>
          </p:nvSpPr>
          <p:spPr>
            <a:xfrm>
              <a:off x="10069264" y="4114800"/>
              <a:ext cx="49604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형태로</a:t>
              </a:r>
              <a:endParaRPr sz="1350" b="0" i="0" spc="-40" kern="0" lang="ko-KR" altLang="en-US" dirty="0">
                <a:solidFill>
                  <a:srgbClr val="CBB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86" name="Weave text 243:  "/>
            <p:cNvSpPr txBox="1"/>
            <p:nvPr/>
          </p:nvSpPr>
          <p:spPr>
            <a:xfrm>
              <a:off x="10527060" y="4114800"/>
              <a:ext cx="7873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350" b="0" i="0" spc="-40" kern="0" lang="ko-KR" altLang="en-US" dirty="0">
                <a:solidFill>
                  <a:srgbClr val="CBB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87" name="Weave text 243: 전달"/>
            <p:cNvSpPr txBox="1"/>
            <p:nvPr/>
          </p:nvSpPr>
          <p:spPr>
            <a:xfrm>
              <a:off x="10567541" y="4114800"/>
              <a:ext cx="343495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전달</a:t>
              </a:r>
              <a:endParaRPr sz="1350" b="0" i="0" spc="-40" kern="0" lang="ko-KR" altLang="en-US" dirty="0">
                <a:solidFill>
                  <a:srgbClr val="CBB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188" name="Line 244: 검색 결과 · 답장 · 검색어"/>
          <p:cNvGrpSpPr/>
          <p:nvPr/>
        </p:nvGrpSpPr>
        <p:grpSpPr>
          <a:xfrm>
            <a:off x="9032081" y="4543425"/>
            <a:ext cx="1602135" cy="281940"/>
            <a:chOff x="9032081" y="4543425"/>
            <a:chExt cx="1602135" cy="281940"/>
          </a:xfrm>
        </p:grpSpPr>
        <p:sp>
          <p:nvSpPr>
            <p:cNvPr id="189" name="Weave text 244: 검색"/>
            <p:cNvSpPr txBox="1"/>
            <p:nvPr/>
          </p:nvSpPr>
          <p:spPr>
            <a:xfrm>
              <a:off x="9032081" y="45434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검색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0" name="Weave text 244:  "/>
            <p:cNvSpPr txBox="1"/>
            <p:nvPr/>
          </p:nvSpPr>
          <p:spPr>
            <a:xfrm>
              <a:off x="9312473" y="45434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1" name="Weave text 244: 결과"/>
            <p:cNvSpPr txBox="1"/>
            <p:nvPr/>
          </p:nvSpPr>
          <p:spPr>
            <a:xfrm>
              <a:off x="9355336" y="45434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결과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2" name="Weave text 244:  · "/>
            <p:cNvSpPr txBox="1"/>
            <p:nvPr/>
          </p:nvSpPr>
          <p:spPr>
            <a:xfrm>
              <a:off x="9635728" y="4543425"/>
              <a:ext cx="167878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3" name="Weave text 244: 답장"/>
            <p:cNvSpPr txBox="1"/>
            <p:nvPr/>
          </p:nvSpPr>
          <p:spPr>
            <a:xfrm>
              <a:off x="9765357" y="45434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답장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4" name="Weave text 244:  · "/>
            <p:cNvSpPr txBox="1"/>
            <p:nvPr/>
          </p:nvSpPr>
          <p:spPr>
            <a:xfrm>
              <a:off x="10045750" y="4543425"/>
              <a:ext cx="167878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5" name="Weave text 244: 검색어"/>
            <p:cNvSpPr txBox="1"/>
            <p:nvPr/>
          </p:nvSpPr>
          <p:spPr>
            <a:xfrm>
              <a:off x="10175379" y="4543425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검색어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96" name="Line 245: 출처와 함께 확인하고 입력"/>
          <p:cNvGrpSpPr/>
          <p:nvPr/>
        </p:nvGrpSpPr>
        <p:grpSpPr>
          <a:xfrm>
            <a:off x="9032081" y="4810125"/>
            <a:ext cx="1708993" cy="281940"/>
            <a:chOff x="9032081" y="4810125"/>
            <a:chExt cx="1708993" cy="281940"/>
          </a:xfrm>
        </p:grpSpPr>
        <p:sp>
          <p:nvSpPr>
            <p:cNvPr id="197" name="Weave text 245: 출처와"/>
            <p:cNvSpPr txBox="1"/>
            <p:nvPr/>
          </p:nvSpPr>
          <p:spPr>
            <a:xfrm>
              <a:off x="9032081" y="4810125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출처와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8" name="Weave text 245:  "/>
            <p:cNvSpPr txBox="1"/>
            <p:nvPr/>
          </p:nvSpPr>
          <p:spPr>
            <a:xfrm>
              <a:off x="9452670" y="48101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9" name="Weave text 245: 함께"/>
            <p:cNvSpPr txBox="1"/>
            <p:nvPr/>
          </p:nvSpPr>
          <p:spPr>
            <a:xfrm>
              <a:off x="9495532" y="48101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함께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0" name="Weave text 245:  "/>
            <p:cNvSpPr txBox="1"/>
            <p:nvPr/>
          </p:nvSpPr>
          <p:spPr>
            <a:xfrm>
              <a:off x="9775924" y="48101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1" name="Weave text 245: 확인하고"/>
            <p:cNvSpPr txBox="1"/>
            <p:nvPr/>
          </p:nvSpPr>
          <p:spPr>
            <a:xfrm>
              <a:off x="9818787" y="4810125"/>
              <a:ext cx="599033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확인하고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2" name="Weave text 245:  "/>
            <p:cNvSpPr txBox="1"/>
            <p:nvPr/>
          </p:nvSpPr>
          <p:spPr>
            <a:xfrm>
              <a:off x="10379571" y="48101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3" name="Weave text 245: 입력"/>
            <p:cNvSpPr txBox="1"/>
            <p:nvPr/>
          </p:nvSpPr>
          <p:spPr>
            <a:xfrm>
              <a:off x="10422434" y="48101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입력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204" name="Line 246: 문장 구성 · 키보드 UI"/>
          <p:cNvGrpSpPr/>
          <p:nvPr/>
        </p:nvGrpSpPr>
        <p:grpSpPr>
          <a:xfrm>
            <a:off x="9032081" y="5257800"/>
            <a:ext cx="967085" cy="205740"/>
            <a:chOff x="9032081" y="5257800"/>
            <a:chExt cx="967085" cy="205740"/>
          </a:xfrm>
        </p:grpSpPr>
        <p:sp>
          <p:nvSpPr>
            <p:cNvPr id="205" name="Weave text 246: 문장"/>
            <p:cNvSpPr txBox="1"/>
            <p:nvPr/>
          </p:nvSpPr>
          <p:spPr>
            <a:xfrm>
              <a:off x="9032081" y="5257800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rPr>
                <a:t xml:space="preserve">문장</a:t>
              </a:r>
              <a:endParaRPr sz="825" b="0" i="0" spc="0" kern="0" lang="ko-KR" altLang="en-US" dirty="0">
                <a:solidFill>
                  <a:srgbClr val="6F81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6" name="Weave text 246:  "/>
            <p:cNvSpPr txBox="1"/>
            <p:nvPr/>
          </p:nvSpPr>
          <p:spPr>
            <a:xfrm>
              <a:off x="9224814" y="5257800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6F81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7" name="Weave text 246: 구성"/>
            <p:cNvSpPr txBox="1"/>
            <p:nvPr/>
          </p:nvSpPr>
          <p:spPr>
            <a:xfrm>
              <a:off x="9254282" y="5257800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rPr>
                <a:t xml:space="preserve">구성</a:t>
              </a:r>
              <a:endParaRPr sz="825" b="0" i="0" spc="0" kern="0" lang="ko-KR" altLang="en-US" dirty="0">
                <a:solidFill>
                  <a:srgbClr val="6F81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8" name="Weave text 246:  · "/>
            <p:cNvSpPr txBox="1"/>
            <p:nvPr/>
          </p:nvSpPr>
          <p:spPr>
            <a:xfrm>
              <a:off x="9447014" y="5257800"/>
              <a:ext cx="12739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825" b="0" i="0" spc="0" kern="0" lang="ko-KR" altLang="en-US" dirty="0">
                <a:solidFill>
                  <a:srgbClr val="6F81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9" name="Weave text 246: 키보드"/>
            <p:cNvSpPr txBox="1"/>
            <p:nvPr/>
          </p:nvSpPr>
          <p:spPr>
            <a:xfrm>
              <a:off x="9536162" y="5257800"/>
              <a:ext cx="32742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rPr>
                <a:t xml:space="preserve">키보드</a:t>
              </a:r>
              <a:endParaRPr sz="825" b="0" i="0" spc="0" kern="0" lang="ko-KR" altLang="en-US" dirty="0">
                <a:solidFill>
                  <a:srgbClr val="6F81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0" name="Weave text 246:  UI"/>
            <p:cNvSpPr txBox="1"/>
            <p:nvPr/>
          </p:nvSpPr>
          <p:spPr>
            <a:xfrm>
              <a:off x="9825335" y="5257800"/>
              <a:ext cx="173831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rPr>
                <a:t xml:space="preserve"> UI</a:t>
              </a:r>
              <a:endParaRPr sz="825" b="0" i="0" spc="0" kern="0" lang="ko-KR" altLang="en-US" dirty="0">
                <a:solidFill>
                  <a:srgbClr val="6F819C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11" name="Line 247: 개인 기록의 검색과 연결은 "/>
          <p:cNvGrpSpPr/>
          <p:nvPr/>
        </p:nvGrpSpPr>
        <p:grpSpPr>
          <a:xfrm>
            <a:off x="1323975" y="5824538"/>
            <a:ext cx="2080320" cy="342900"/>
            <a:chOff x="1323975" y="5824538"/>
            <a:chExt cx="2080320" cy="342900"/>
          </a:xfrm>
        </p:grpSpPr>
        <p:sp>
          <p:nvSpPr>
            <p:cNvPr id="212" name="Weave text 247: 개인"/>
            <p:cNvSpPr txBox="1"/>
            <p:nvPr/>
          </p:nvSpPr>
          <p:spPr>
            <a:xfrm>
              <a:off x="1323975" y="5824538"/>
              <a:ext cx="375345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500" b="0" i="0" spc="-52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개인</a:t>
              </a:r>
              <a:endParaRPr sz="1500" b="0" i="0" spc="-52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3" name="Weave text 247:  "/>
            <p:cNvSpPr txBox="1"/>
            <p:nvPr/>
          </p:nvSpPr>
          <p:spPr>
            <a:xfrm>
              <a:off x="1661071" y="5824538"/>
              <a:ext cx="85130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500" b="0" i="0" spc="-52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500" b="0" i="0" spc="-52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4" name="Weave text 247: 기록의"/>
            <p:cNvSpPr txBox="1"/>
            <p:nvPr/>
          </p:nvSpPr>
          <p:spPr>
            <a:xfrm>
              <a:off x="1707952" y="5824538"/>
              <a:ext cx="544116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500" b="0" i="0" spc="-52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기록의</a:t>
              </a:r>
              <a:endParaRPr sz="1500" b="0" i="0" spc="-52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5" name="Weave text 247:  "/>
            <p:cNvSpPr txBox="1"/>
            <p:nvPr/>
          </p:nvSpPr>
          <p:spPr>
            <a:xfrm>
              <a:off x="2213818" y="5824538"/>
              <a:ext cx="85130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500" b="0" i="0" spc="-52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500" b="0" i="0" spc="-52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6" name="Weave text 247: 검색과"/>
            <p:cNvSpPr txBox="1"/>
            <p:nvPr/>
          </p:nvSpPr>
          <p:spPr>
            <a:xfrm>
              <a:off x="2260699" y="5824538"/>
              <a:ext cx="543967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500" b="0" i="0" spc="-52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검색과</a:t>
              </a:r>
              <a:endParaRPr sz="1500" b="0" i="0" spc="-52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7" name="Weave text 247:  "/>
            <p:cNvSpPr txBox="1"/>
            <p:nvPr/>
          </p:nvSpPr>
          <p:spPr>
            <a:xfrm>
              <a:off x="2766417" y="5824538"/>
              <a:ext cx="85130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500" b="0" i="0" spc="-52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500" b="0" i="0" spc="-52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8" name="Weave text 247: 연결은"/>
            <p:cNvSpPr txBox="1"/>
            <p:nvPr/>
          </p:nvSpPr>
          <p:spPr>
            <a:xfrm>
              <a:off x="2813298" y="5824538"/>
              <a:ext cx="544116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500" b="0" i="0" spc="-52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연결은</a:t>
              </a:r>
              <a:endParaRPr sz="1500" b="0" i="0" spc="-52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9" name="Weave text 247:  "/>
            <p:cNvSpPr txBox="1"/>
            <p:nvPr/>
          </p:nvSpPr>
          <p:spPr>
            <a:xfrm>
              <a:off x="3319165" y="5824538"/>
              <a:ext cx="85130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500" b="0" i="0" spc="-52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500" b="0" i="0" spc="-52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20" name="Line 248: 서버가 아닌 기기 안에서."/>
          <p:cNvGrpSpPr/>
          <p:nvPr/>
        </p:nvGrpSpPr>
        <p:grpSpPr>
          <a:xfrm>
            <a:off x="3366195" y="5824538"/>
            <a:ext cx="1913037" cy="342900"/>
            <a:chOff x="3366195" y="5824538"/>
            <a:chExt cx="1913037" cy="342900"/>
          </a:xfrm>
        </p:grpSpPr>
        <p:sp>
          <p:nvSpPr>
            <p:cNvPr id="221" name="Weave text 248: 서버가"/>
            <p:cNvSpPr txBox="1"/>
            <p:nvPr/>
          </p:nvSpPr>
          <p:spPr>
            <a:xfrm>
              <a:off x="3366195" y="5824538"/>
              <a:ext cx="543967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CBB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500" b="0" i="0" spc="-52" kern="0" lang="ko-KR" altLang="en-US" dirty="0">
                  <a:solidFill>
                    <a:srgbClr val="CBB7FF"/>
                  </a:solidFill>
                  <a:latin typeface="Noto Sans KR"/>
                  <a:ea typeface="Noto Sans KR"/>
                  <a:cs typeface="Noto Sans KR"/>
                </a:rPr>
                <a:t xml:space="preserve">서버가</a:t>
              </a:r>
              <a:endParaRPr sz="1500" b="0" i="0" spc="-52" kern="0" lang="ko-KR" altLang="en-US" dirty="0">
                <a:solidFill>
                  <a:srgbClr val="CBB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2" name="Weave text 248:  "/>
            <p:cNvSpPr txBox="1"/>
            <p:nvPr/>
          </p:nvSpPr>
          <p:spPr>
            <a:xfrm>
              <a:off x="3871912" y="5824538"/>
              <a:ext cx="85130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CBB7FF"/>
                  </a:solidFill>
                  <a:latin typeface="Inter"/>
                  <a:ea typeface="Inter"/>
                  <a:cs typeface="Inter"/>
                </a:defRPr>
              </a:pPr>
              <a:r>
                <a:rPr sz="1500" b="0" i="0" spc="-52" kern="0" lang="ko-KR" altLang="en-US" dirty="0">
                  <a:solidFill>
                    <a:srgbClr val="CBB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500" b="0" i="0" spc="-52" kern="0" lang="ko-KR" altLang="en-US" dirty="0">
                <a:solidFill>
                  <a:srgbClr val="CBB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23" name="Weave text 248: 아닌"/>
            <p:cNvSpPr txBox="1"/>
            <p:nvPr/>
          </p:nvSpPr>
          <p:spPr>
            <a:xfrm>
              <a:off x="3918793" y="5824538"/>
              <a:ext cx="375493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CBB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500" b="0" i="0" spc="-52" kern="0" lang="ko-KR" altLang="en-US" dirty="0">
                  <a:solidFill>
                    <a:srgbClr val="CBB7FF"/>
                  </a:solidFill>
                  <a:latin typeface="Noto Sans KR"/>
                  <a:ea typeface="Noto Sans KR"/>
                  <a:cs typeface="Noto Sans KR"/>
                </a:rPr>
                <a:t xml:space="preserve">아닌</a:t>
              </a:r>
              <a:endParaRPr sz="1500" b="0" i="0" spc="-52" kern="0" lang="ko-KR" altLang="en-US" dirty="0">
                <a:solidFill>
                  <a:srgbClr val="CBB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4" name="Weave text 248:  "/>
            <p:cNvSpPr txBox="1"/>
            <p:nvPr/>
          </p:nvSpPr>
          <p:spPr>
            <a:xfrm>
              <a:off x="4256038" y="5824538"/>
              <a:ext cx="85130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CBB7FF"/>
                  </a:solidFill>
                  <a:latin typeface="Inter"/>
                  <a:ea typeface="Inter"/>
                  <a:cs typeface="Inter"/>
                </a:defRPr>
              </a:pPr>
              <a:r>
                <a:rPr sz="1500" b="0" i="0" spc="-52" kern="0" lang="ko-KR" altLang="en-US" dirty="0">
                  <a:solidFill>
                    <a:srgbClr val="CBB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500" b="0" i="0" spc="-52" kern="0" lang="ko-KR" altLang="en-US" dirty="0">
                <a:solidFill>
                  <a:srgbClr val="CBB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25" name="Weave text 248: 기기"/>
            <p:cNvSpPr txBox="1"/>
            <p:nvPr/>
          </p:nvSpPr>
          <p:spPr>
            <a:xfrm>
              <a:off x="4302919" y="5824538"/>
              <a:ext cx="375345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CBB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500" b="0" i="0" spc="-52" kern="0" lang="ko-KR" altLang="en-US" dirty="0">
                  <a:solidFill>
                    <a:srgbClr val="CBB7FF"/>
                  </a:solidFill>
                  <a:latin typeface="Noto Sans KR"/>
                  <a:ea typeface="Noto Sans KR"/>
                  <a:cs typeface="Noto Sans KR"/>
                </a:rPr>
                <a:t xml:space="preserve">기기</a:t>
              </a:r>
              <a:endParaRPr sz="1500" b="0" i="0" spc="-52" kern="0" lang="ko-KR" altLang="en-US" dirty="0">
                <a:solidFill>
                  <a:srgbClr val="CBB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6" name="Weave text 248:  "/>
            <p:cNvSpPr txBox="1"/>
            <p:nvPr/>
          </p:nvSpPr>
          <p:spPr>
            <a:xfrm>
              <a:off x="4640014" y="5824538"/>
              <a:ext cx="85279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CBB7FF"/>
                  </a:solidFill>
                  <a:latin typeface="Inter"/>
                  <a:ea typeface="Inter"/>
                  <a:cs typeface="Inter"/>
                </a:defRPr>
              </a:pPr>
              <a:r>
                <a:rPr sz="1500" b="0" i="0" spc="-52" kern="0" lang="ko-KR" altLang="en-US" dirty="0">
                  <a:solidFill>
                    <a:srgbClr val="CBB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500" b="0" i="0" spc="-52" kern="0" lang="ko-KR" altLang="en-US" dirty="0">
                <a:solidFill>
                  <a:srgbClr val="CBB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27" name="Weave text 248: 안에서"/>
            <p:cNvSpPr txBox="1"/>
            <p:nvPr/>
          </p:nvSpPr>
          <p:spPr>
            <a:xfrm>
              <a:off x="4687044" y="5824538"/>
              <a:ext cx="543967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CBB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500" b="0" i="0" spc="-52" kern="0" lang="ko-KR" altLang="en-US" dirty="0">
                  <a:solidFill>
                    <a:srgbClr val="CBB7FF"/>
                  </a:solidFill>
                  <a:latin typeface="Noto Sans KR"/>
                  <a:ea typeface="Noto Sans KR"/>
                  <a:cs typeface="Noto Sans KR"/>
                </a:rPr>
                <a:t xml:space="preserve">안에서</a:t>
              </a:r>
              <a:endParaRPr sz="1500" b="0" i="0" spc="-52" kern="0" lang="ko-KR" altLang="en-US" dirty="0">
                <a:solidFill>
                  <a:srgbClr val="CBB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8" name="Weave text 248: ."/>
            <p:cNvSpPr txBox="1"/>
            <p:nvPr/>
          </p:nvSpPr>
          <p:spPr>
            <a:xfrm>
              <a:off x="5192762" y="5824538"/>
              <a:ext cx="86469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CBB7FF"/>
                  </a:solidFill>
                  <a:latin typeface="Inter"/>
                  <a:ea typeface="Inter"/>
                  <a:cs typeface="Inter"/>
                </a:defRPr>
              </a:pPr>
              <a:r>
                <a:rPr sz="1500" b="0" i="0" spc="-52" kern="0" lang="ko-KR" altLang="en-US" dirty="0">
                  <a:solidFill>
                    <a:srgbClr val="CBB7FF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500" b="0" i="0" spc="-52" kern="0" lang="ko-KR" altLang="en-US" dirty="0">
                <a:solidFill>
                  <a:srgbClr val="CBB7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29" name="Line 249: 사용자 동의 기반 · 온디바이스 설계"/>
          <p:cNvGrpSpPr/>
          <p:nvPr/>
        </p:nvGrpSpPr>
        <p:grpSpPr>
          <a:xfrm>
            <a:off x="9697343" y="5872162"/>
            <a:ext cx="1704082" cy="220980"/>
            <a:chOff x="9697343" y="5872162"/>
            <a:chExt cx="1704082" cy="220980"/>
          </a:xfrm>
        </p:grpSpPr>
        <p:sp>
          <p:nvSpPr>
            <p:cNvPr id="230" name="Weave text 249: 사용자"/>
            <p:cNvSpPr txBox="1"/>
            <p:nvPr/>
          </p:nvSpPr>
          <p:spPr>
            <a:xfrm>
              <a:off x="9697343" y="5872162"/>
              <a:ext cx="353616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AA6BE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AA6BE"/>
                  </a:solidFill>
                  <a:latin typeface="Noto Sans KR"/>
                  <a:ea typeface="Noto Sans KR"/>
                  <a:cs typeface="Noto Sans KR"/>
                </a:rPr>
                <a:t xml:space="preserve">사용자</a:t>
              </a:r>
              <a:endParaRPr sz="900" b="0" i="0" spc="0" kern="0" lang="ko-KR" altLang="en-US" dirty="0">
                <a:solidFill>
                  <a:srgbClr val="9AA6BE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31" name="Weave text 249:  "/>
            <p:cNvSpPr txBox="1"/>
            <p:nvPr/>
          </p:nvSpPr>
          <p:spPr>
            <a:xfrm>
              <a:off x="10012710" y="5872162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AA6BE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AA6BE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9AA6BE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2" name="Weave text 249: 동의"/>
            <p:cNvSpPr txBox="1"/>
            <p:nvPr/>
          </p:nvSpPr>
          <p:spPr>
            <a:xfrm>
              <a:off x="10044857" y="5872162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AA6BE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AA6BE"/>
                  </a:solidFill>
                  <a:latin typeface="Noto Sans KR"/>
                  <a:ea typeface="Noto Sans KR"/>
                  <a:cs typeface="Noto Sans KR"/>
                </a:rPr>
                <a:t xml:space="preserve">동의</a:t>
              </a:r>
              <a:endParaRPr sz="900" b="0" i="0" spc="0" kern="0" lang="ko-KR" altLang="en-US" dirty="0">
                <a:solidFill>
                  <a:srgbClr val="9AA6BE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33" name="Weave text 249:  "/>
            <p:cNvSpPr txBox="1"/>
            <p:nvPr/>
          </p:nvSpPr>
          <p:spPr>
            <a:xfrm>
              <a:off x="10255151" y="5872162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AA6BE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AA6BE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9AA6BE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4" name="Weave text 249: 기반"/>
            <p:cNvSpPr txBox="1"/>
            <p:nvPr/>
          </p:nvSpPr>
          <p:spPr>
            <a:xfrm>
              <a:off x="10287298" y="5872162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AA6BE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AA6BE"/>
                  </a:solidFill>
                  <a:latin typeface="Noto Sans KR"/>
                  <a:ea typeface="Noto Sans KR"/>
                  <a:cs typeface="Noto Sans KR"/>
                </a:rPr>
                <a:t xml:space="preserve">기반</a:t>
              </a:r>
              <a:endParaRPr sz="900" b="0" i="0" spc="0" kern="0" lang="ko-KR" altLang="en-US" dirty="0">
                <a:solidFill>
                  <a:srgbClr val="9AA6BE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35" name="Weave text 249:  · "/>
            <p:cNvSpPr txBox="1"/>
            <p:nvPr/>
          </p:nvSpPr>
          <p:spPr>
            <a:xfrm>
              <a:off x="10497592" y="5872162"/>
              <a:ext cx="135582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AA6BE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AA6BE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900" b="0" i="0" spc="0" kern="0" lang="ko-KR" altLang="en-US" dirty="0">
                <a:solidFill>
                  <a:srgbClr val="9AA6BE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6" name="Weave text 249: 온디바이스"/>
            <p:cNvSpPr txBox="1"/>
            <p:nvPr/>
          </p:nvSpPr>
          <p:spPr>
            <a:xfrm>
              <a:off x="10594925" y="5872162"/>
              <a:ext cx="564059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AA6BE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AA6BE"/>
                  </a:solidFill>
                  <a:latin typeface="Noto Sans KR"/>
                  <a:ea typeface="Noto Sans KR"/>
                  <a:cs typeface="Noto Sans KR"/>
                </a:rPr>
                <a:t xml:space="preserve">온디바이스</a:t>
              </a:r>
              <a:endParaRPr sz="900" b="0" i="0" spc="0" kern="0" lang="ko-KR" altLang="en-US" dirty="0">
                <a:solidFill>
                  <a:srgbClr val="9AA6BE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37" name="Weave text 249:  "/>
            <p:cNvSpPr txBox="1"/>
            <p:nvPr/>
          </p:nvSpPr>
          <p:spPr>
            <a:xfrm>
              <a:off x="11120735" y="5872162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AA6BE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AA6BE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9AA6BE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8" name="Weave text 249: 설계"/>
            <p:cNvSpPr txBox="1"/>
            <p:nvPr/>
          </p:nvSpPr>
          <p:spPr>
            <a:xfrm>
              <a:off x="11152882" y="5872162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AA6BE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AA6BE"/>
                  </a:solidFill>
                  <a:latin typeface="Noto Sans KR"/>
                  <a:ea typeface="Noto Sans KR"/>
                  <a:cs typeface="Noto Sans KR"/>
                </a:rPr>
                <a:t xml:space="preserve">설계</a:t>
              </a:r>
              <a:endParaRPr sz="900" b="0" i="0" spc="0" kern="0" lang="ko-KR" altLang="en-US" dirty="0">
                <a:solidFill>
                  <a:srgbClr val="9AA6BE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239" name="Line 250: WEAVE ASSIST / GALAXY AI CONCEPT"/>
          <p:cNvGrpSpPr/>
          <p:nvPr/>
        </p:nvGrpSpPr>
        <p:grpSpPr>
          <a:xfrm>
            <a:off x="609600" y="6486525"/>
            <a:ext cx="2393007" cy="190500"/>
            <a:chOff x="609600" y="6486525"/>
            <a:chExt cx="2393007" cy="190500"/>
          </a:xfrm>
        </p:grpSpPr>
        <p:sp>
          <p:nvSpPr>
            <p:cNvPr id="240" name="Weave text 250: WEAVE ASSIST / GALAXY AI CONCEPT"/>
            <p:cNvSpPr txBox="1"/>
            <p:nvPr/>
          </p:nvSpPr>
          <p:spPr>
            <a:xfrm>
              <a:off x="609600" y="6486525"/>
              <a:ext cx="2393007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WEAVE ASSIST / GALAXY AI CONCEPT</a:t>
              </a:r>
              <a:endParaRPr sz="750" b="0" i="0" spc="142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41" name="Line 251: 08 / 11"/>
          <p:cNvGrpSpPr/>
          <p:nvPr/>
        </p:nvGrpSpPr>
        <p:grpSpPr>
          <a:xfrm>
            <a:off x="11171188" y="6486525"/>
            <a:ext cx="449312" cy="190500"/>
            <a:chOff x="11171188" y="6486525"/>
            <a:chExt cx="449312" cy="190500"/>
          </a:xfrm>
        </p:grpSpPr>
        <p:sp>
          <p:nvSpPr>
            <p:cNvPr id="242" name="Weave text 251: 08 / 11"/>
            <p:cNvSpPr txBox="1"/>
            <p:nvPr/>
          </p:nvSpPr>
          <p:spPr>
            <a:xfrm>
              <a:off x="11171188" y="6486525"/>
              <a:ext cx="449312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08 / 11</a:t>
              </a:r>
              <a:endParaRPr sz="750" b="0" i="0" spc="142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TML visual layer (text is separately editable)"/>
          <p:cNvPicPr>
            <a:picLocks noChangeAspect="1"/>
          </p:cNvPicPr>
          <p:nvPr/>
        </p:nvPicPr>
        <p:blipFill>
          <a:blip r:embed="rIdWeaveVisualLayer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3" name="Line 252: 09 / Q &amp; A"/>
          <p:cNvGrpSpPr/>
          <p:nvPr/>
        </p:nvGrpSpPr>
        <p:grpSpPr>
          <a:xfrm>
            <a:off x="609600" y="371475"/>
            <a:ext cx="734764" cy="205740"/>
            <a:chOff x="609600" y="371475"/>
            <a:chExt cx="734764" cy="205740"/>
          </a:xfrm>
        </p:grpSpPr>
        <p:sp>
          <p:nvSpPr>
            <p:cNvPr id="4" name="Weave text 252: 09 / Q &amp; A"/>
            <p:cNvSpPr txBox="1"/>
            <p:nvPr/>
          </p:nvSpPr>
          <p:spPr>
            <a:xfrm>
              <a:off x="609600" y="371475"/>
              <a:ext cx="734764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148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825" b="0" i="0" spc="148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rPr>
                <a:t xml:space="preserve">09 / Q &amp; A</a:t>
              </a:r>
              <a:endParaRPr sz="825" b="0" i="0" spc="148" kern="0" lang="ko-KR" altLang="en-US" dirty="0">
                <a:solidFill>
                  <a:srgbClr val="B8A2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5" name="Line 253: 활용은 넓게, 처리는 기기 안에서."/>
          <p:cNvGrpSpPr/>
          <p:nvPr/>
        </p:nvGrpSpPr>
        <p:grpSpPr>
          <a:xfrm>
            <a:off x="609600" y="704850"/>
            <a:ext cx="4852095" cy="647700"/>
            <a:chOff x="609600" y="704850"/>
            <a:chExt cx="4852095" cy="647700"/>
          </a:xfrm>
        </p:grpSpPr>
        <p:sp>
          <p:nvSpPr>
            <p:cNvPr id="6" name="Weave text 253: 활용은"/>
            <p:cNvSpPr txBox="1"/>
            <p:nvPr/>
          </p:nvSpPr>
          <p:spPr>
            <a:xfrm>
              <a:off x="609600" y="704850"/>
              <a:ext cx="1032570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활용은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7" name="Weave text 253:  "/>
            <p:cNvSpPr txBox="1"/>
            <p:nvPr/>
          </p:nvSpPr>
          <p:spPr>
            <a:xfrm>
              <a:off x="1603921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8" name="Weave text 253: 넓게"/>
            <p:cNvSpPr txBox="1"/>
            <p:nvPr/>
          </p:nvSpPr>
          <p:spPr>
            <a:xfrm>
              <a:off x="1680865" y="704850"/>
              <a:ext cx="70112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넓게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9" name="Weave text 253: , "/>
            <p:cNvSpPr txBox="1"/>
            <p:nvPr/>
          </p:nvSpPr>
          <p:spPr>
            <a:xfrm>
              <a:off x="2343745" y="704850"/>
              <a:ext cx="209848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,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0" name="Weave text 253: 처리는"/>
            <p:cNvSpPr txBox="1"/>
            <p:nvPr/>
          </p:nvSpPr>
          <p:spPr>
            <a:xfrm>
              <a:off x="2515344" y="704850"/>
              <a:ext cx="1032718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처리는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1" name="Weave text 253:  "/>
            <p:cNvSpPr txBox="1"/>
            <p:nvPr/>
          </p:nvSpPr>
          <p:spPr>
            <a:xfrm>
              <a:off x="3509814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2" name="Weave text 253: 기기"/>
            <p:cNvSpPr txBox="1"/>
            <p:nvPr/>
          </p:nvSpPr>
          <p:spPr>
            <a:xfrm>
              <a:off x="3586758" y="704850"/>
              <a:ext cx="70112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기기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3" name="Weave text 253:  "/>
            <p:cNvSpPr txBox="1"/>
            <p:nvPr/>
          </p:nvSpPr>
          <p:spPr>
            <a:xfrm>
              <a:off x="4249638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4" name="Weave text 253: 안에서"/>
            <p:cNvSpPr txBox="1"/>
            <p:nvPr/>
          </p:nvSpPr>
          <p:spPr>
            <a:xfrm>
              <a:off x="4326582" y="704850"/>
              <a:ext cx="1032718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안에서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5" name="Weave text 253: ."/>
            <p:cNvSpPr txBox="1"/>
            <p:nvPr/>
          </p:nvSpPr>
          <p:spPr>
            <a:xfrm>
              <a:off x="5321052" y="704850"/>
              <a:ext cx="14064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.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6" name="Line 254: 기록을 가져오는 방법부터 사용자가 직접 통제하는 방법까지."/>
          <p:cNvGrpSpPr/>
          <p:nvPr/>
        </p:nvGrpSpPr>
        <p:grpSpPr>
          <a:xfrm>
            <a:off x="609600" y="1333500"/>
            <a:ext cx="4082355" cy="297180"/>
            <a:chOff x="609600" y="1333500"/>
            <a:chExt cx="4082355" cy="297180"/>
          </a:xfrm>
        </p:grpSpPr>
        <p:sp>
          <p:nvSpPr>
            <p:cNvPr id="17" name="Weave text 254: 기록을"/>
            <p:cNvSpPr txBox="1"/>
            <p:nvPr/>
          </p:nvSpPr>
          <p:spPr>
            <a:xfrm>
              <a:off x="609600" y="1333500"/>
              <a:ext cx="485031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기록을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" name="Weave text 254:  "/>
            <p:cNvSpPr txBox="1"/>
            <p:nvPr/>
          </p:nvSpPr>
          <p:spPr>
            <a:xfrm>
              <a:off x="1056382" y="133350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" name="Weave text 254: 가져오는"/>
            <p:cNvSpPr txBox="1"/>
            <p:nvPr/>
          </p:nvSpPr>
          <p:spPr>
            <a:xfrm>
              <a:off x="1101923" y="1333500"/>
              <a:ext cx="63415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가져오는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" name="Weave text 254:  "/>
            <p:cNvSpPr txBox="1"/>
            <p:nvPr/>
          </p:nvSpPr>
          <p:spPr>
            <a:xfrm>
              <a:off x="1697831" y="133350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" name="Weave text 254: 방법부터"/>
            <p:cNvSpPr txBox="1"/>
            <p:nvPr/>
          </p:nvSpPr>
          <p:spPr>
            <a:xfrm>
              <a:off x="1743373" y="1333500"/>
              <a:ext cx="63415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방법부터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" name="Weave text 254:  "/>
            <p:cNvSpPr txBox="1"/>
            <p:nvPr/>
          </p:nvSpPr>
          <p:spPr>
            <a:xfrm>
              <a:off x="2339280" y="133350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" name="Weave text 254: 사용자가"/>
            <p:cNvSpPr txBox="1"/>
            <p:nvPr/>
          </p:nvSpPr>
          <p:spPr>
            <a:xfrm>
              <a:off x="2384822" y="1333500"/>
              <a:ext cx="63415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사용자가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4" name="Weave text 254:  "/>
            <p:cNvSpPr txBox="1"/>
            <p:nvPr/>
          </p:nvSpPr>
          <p:spPr>
            <a:xfrm>
              <a:off x="2980730" y="133350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5" name="Weave text 254: 직접"/>
            <p:cNvSpPr txBox="1"/>
            <p:nvPr/>
          </p:nvSpPr>
          <p:spPr>
            <a:xfrm>
              <a:off x="3026271" y="133350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직접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6" name="Weave text 254:  "/>
            <p:cNvSpPr txBox="1"/>
            <p:nvPr/>
          </p:nvSpPr>
          <p:spPr>
            <a:xfrm>
              <a:off x="3324225" y="133350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" name="Weave text 254: 통제하는"/>
            <p:cNvSpPr txBox="1"/>
            <p:nvPr/>
          </p:nvSpPr>
          <p:spPr>
            <a:xfrm>
              <a:off x="3369766" y="1333500"/>
              <a:ext cx="63415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통제하는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8" name="Weave text 254:  "/>
            <p:cNvSpPr txBox="1"/>
            <p:nvPr/>
          </p:nvSpPr>
          <p:spPr>
            <a:xfrm>
              <a:off x="3965674" y="133350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9" name="Weave text 254: 방법까지"/>
            <p:cNvSpPr txBox="1"/>
            <p:nvPr/>
          </p:nvSpPr>
          <p:spPr>
            <a:xfrm>
              <a:off x="4011216" y="1333500"/>
              <a:ext cx="634008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방법까지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0" name="Weave text 254: ."/>
            <p:cNvSpPr txBox="1"/>
            <p:nvPr/>
          </p:nvSpPr>
          <p:spPr>
            <a:xfrm>
              <a:off x="4606975" y="1333500"/>
              <a:ext cx="84981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31" name="Line 255: Q."/>
          <p:cNvGrpSpPr/>
          <p:nvPr/>
        </p:nvGrpSpPr>
        <p:grpSpPr>
          <a:xfrm>
            <a:off x="609600" y="2009775"/>
            <a:ext cx="287982" cy="434340"/>
            <a:chOff x="609600" y="2009775"/>
            <a:chExt cx="287982" cy="434340"/>
          </a:xfrm>
        </p:grpSpPr>
        <p:sp>
          <p:nvSpPr>
            <p:cNvPr id="32" name="Weave text 255: Q."/>
            <p:cNvSpPr txBox="1"/>
            <p:nvPr/>
          </p:nvSpPr>
          <p:spPr>
            <a:xfrm>
              <a:off x="609600" y="2009775"/>
              <a:ext cx="287982" cy="3377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950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950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Q.</a:t>
              </a:r>
              <a:endParaRPr sz="1950" b="0" i="0" spc="0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33" name="Line 256: 카카오톡 대화도 활용할 수 있나요?"/>
          <p:cNvGrpSpPr/>
          <p:nvPr/>
        </p:nvGrpSpPr>
        <p:grpSpPr>
          <a:xfrm>
            <a:off x="1209675" y="2000250"/>
            <a:ext cx="2791718" cy="358140"/>
            <a:chOff x="1209675" y="2000250"/>
            <a:chExt cx="2791718" cy="358140"/>
          </a:xfrm>
        </p:grpSpPr>
        <p:sp>
          <p:nvSpPr>
            <p:cNvPr id="34" name="Weave text 256: 카카오톡"/>
            <p:cNvSpPr txBox="1"/>
            <p:nvPr/>
          </p:nvSpPr>
          <p:spPr>
            <a:xfrm>
              <a:off x="1209675" y="2000250"/>
              <a:ext cx="746224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카카오톡</a:t>
              </a:r>
              <a:endParaRPr sz="1575" b="0" i="0" spc="-5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35" name="Weave text 256:  "/>
            <p:cNvSpPr txBox="1"/>
            <p:nvPr/>
          </p:nvSpPr>
          <p:spPr>
            <a:xfrm>
              <a:off x="1917650" y="2000250"/>
              <a:ext cx="81707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75" b="0" i="0" spc="-5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36" name="Weave text 256: 대화도"/>
            <p:cNvSpPr txBox="1"/>
            <p:nvPr/>
          </p:nvSpPr>
          <p:spPr>
            <a:xfrm>
              <a:off x="1961108" y="2000250"/>
              <a:ext cx="569268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대화도</a:t>
              </a:r>
              <a:endParaRPr sz="1575" b="0" i="0" spc="-5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37" name="Weave text 256:  "/>
            <p:cNvSpPr txBox="1"/>
            <p:nvPr/>
          </p:nvSpPr>
          <p:spPr>
            <a:xfrm>
              <a:off x="2492127" y="2000250"/>
              <a:ext cx="81707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75" b="0" i="0" spc="-5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38" name="Weave text 256: 활용할"/>
            <p:cNvSpPr txBox="1"/>
            <p:nvPr/>
          </p:nvSpPr>
          <p:spPr>
            <a:xfrm>
              <a:off x="2535585" y="2000250"/>
              <a:ext cx="569268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활용할</a:t>
              </a:r>
              <a:endParaRPr sz="1575" b="0" i="0" spc="-5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39" name="Weave text 256:  "/>
            <p:cNvSpPr txBox="1"/>
            <p:nvPr/>
          </p:nvSpPr>
          <p:spPr>
            <a:xfrm>
              <a:off x="3066604" y="2000250"/>
              <a:ext cx="81707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75" b="0" i="0" spc="-5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40" name="Weave text 256: 수"/>
            <p:cNvSpPr txBox="1"/>
            <p:nvPr/>
          </p:nvSpPr>
          <p:spPr>
            <a:xfrm>
              <a:off x="3110061" y="2000250"/>
              <a:ext cx="215205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수</a:t>
              </a:r>
              <a:endParaRPr sz="1575" b="0" i="0" spc="-5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41" name="Weave text 256:  "/>
            <p:cNvSpPr txBox="1"/>
            <p:nvPr/>
          </p:nvSpPr>
          <p:spPr>
            <a:xfrm>
              <a:off x="3287018" y="2000250"/>
              <a:ext cx="81707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75" b="0" i="0" spc="-5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42" name="Weave text 256: 있나요"/>
            <p:cNvSpPr txBox="1"/>
            <p:nvPr/>
          </p:nvSpPr>
          <p:spPr>
            <a:xfrm>
              <a:off x="3330476" y="2000250"/>
              <a:ext cx="569268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있나요</a:t>
              </a:r>
              <a:endParaRPr sz="1575" b="0" i="0" spc="-5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43" name="Weave text 256: ?"/>
            <p:cNvSpPr txBox="1"/>
            <p:nvPr/>
          </p:nvSpPr>
          <p:spPr>
            <a:xfrm>
              <a:off x="3861495" y="2000250"/>
              <a:ext cx="139898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?</a:t>
              </a:r>
              <a:endParaRPr sz="1575" b="0" i="0" spc="-5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44" name="Line 257: A. 허용한 수신 알림을 기기 안에 쌓아 활용합니다. 본인 발신·‘나와의"/>
          <p:cNvGrpSpPr/>
          <p:nvPr/>
        </p:nvGrpSpPr>
        <p:grpSpPr>
          <a:xfrm>
            <a:off x="1209675" y="2405062"/>
            <a:ext cx="5906839" cy="281940"/>
            <a:chOff x="1209675" y="2405062"/>
            <a:chExt cx="5906839" cy="281940"/>
          </a:xfrm>
        </p:grpSpPr>
        <p:sp>
          <p:nvSpPr>
            <p:cNvPr id="45" name="Weave text 257: A. "/>
            <p:cNvSpPr txBox="1"/>
            <p:nvPr/>
          </p:nvSpPr>
          <p:spPr>
            <a:xfrm>
              <a:off x="1209675" y="2405062"/>
              <a:ext cx="230088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A.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6" name="Weave text 257: 허용한"/>
            <p:cNvSpPr txBox="1"/>
            <p:nvPr/>
          </p:nvSpPr>
          <p:spPr>
            <a:xfrm>
              <a:off x="1401514" y="24050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허용한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7" name="Weave text 257:  "/>
            <p:cNvSpPr txBox="1"/>
            <p:nvPr/>
          </p:nvSpPr>
          <p:spPr>
            <a:xfrm>
              <a:off x="1822103" y="24050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8" name="Weave text 257: 수신"/>
            <p:cNvSpPr txBox="1"/>
            <p:nvPr/>
          </p:nvSpPr>
          <p:spPr>
            <a:xfrm>
              <a:off x="1864965" y="24050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수신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9" name="Weave text 257:  "/>
            <p:cNvSpPr txBox="1"/>
            <p:nvPr/>
          </p:nvSpPr>
          <p:spPr>
            <a:xfrm>
              <a:off x="2145357" y="24050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0" name="Weave text 257: 알림을"/>
            <p:cNvSpPr txBox="1"/>
            <p:nvPr/>
          </p:nvSpPr>
          <p:spPr>
            <a:xfrm>
              <a:off x="2188220" y="2405062"/>
              <a:ext cx="458986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알림을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1" name="Weave text 257:  "/>
            <p:cNvSpPr txBox="1"/>
            <p:nvPr/>
          </p:nvSpPr>
          <p:spPr>
            <a:xfrm>
              <a:off x="2608957" y="24050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2" name="Weave text 257: 기기"/>
            <p:cNvSpPr txBox="1"/>
            <p:nvPr/>
          </p:nvSpPr>
          <p:spPr>
            <a:xfrm>
              <a:off x="2651820" y="24050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기기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3" name="Weave text 257:  "/>
            <p:cNvSpPr txBox="1"/>
            <p:nvPr/>
          </p:nvSpPr>
          <p:spPr>
            <a:xfrm>
              <a:off x="2932212" y="24050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4" name="Weave text 257: 안에"/>
            <p:cNvSpPr txBox="1"/>
            <p:nvPr/>
          </p:nvSpPr>
          <p:spPr>
            <a:xfrm>
              <a:off x="2975074" y="24050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안에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5" name="Weave text 257:  "/>
            <p:cNvSpPr txBox="1"/>
            <p:nvPr/>
          </p:nvSpPr>
          <p:spPr>
            <a:xfrm>
              <a:off x="3255466" y="24050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6" name="Weave text 257: 쌓아"/>
            <p:cNvSpPr txBox="1"/>
            <p:nvPr/>
          </p:nvSpPr>
          <p:spPr>
            <a:xfrm>
              <a:off x="3298329" y="24050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쌓아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7" name="Weave text 257:  "/>
            <p:cNvSpPr txBox="1"/>
            <p:nvPr/>
          </p:nvSpPr>
          <p:spPr>
            <a:xfrm>
              <a:off x="3578721" y="24050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8" name="Weave text 257: 활용합니다"/>
            <p:cNvSpPr txBox="1"/>
            <p:nvPr/>
          </p:nvSpPr>
          <p:spPr>
            <a:xfrm>
              <a:off x="3621584" y="2405062"/>
              <a:ext cx="739378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활용합니다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9" name="Weave text 257: . "/>
            <p:cNvSpPr txBox="1"/>
            <p:nvPr/>
          </p:nvSpPr>
          <p:spPr>
            <a:xfrm>
              <a:off x="4322713" y="2405062"/>
              <a:ext cx="12501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.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0" name="Weave text 257: 본인"/>
            <p:cNvSpPr txBox="1"/>
            <p:nvPr/>
          </p:nvSpPr>
          <p:spPr>
            <a:xfrm>
              <a:off x="4409480" y="24050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본인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1" name="Weave text 257:  "/>
            <p:cNvSpPr txBox="1"/>
            <p:nvPr/>
          </p:nvSpPr>
          <p:spPr>
            <a:xfrm>
              <a:off x="4689872" y="24050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2" name="Weave text 257: 발신"/>
            <p:cNvSpPr txBox="1"/>
            <p:nvPr/>
          </p:nvSpPr>
          <p:spPr>
            <a:xfrm>
              <a:off x="4732734" y="24050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발신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3" name="Weave text 257: ·‘"/>
            <p:cNvSpPr txBox="1"/>
            <p:nvPr/>
          </p:nvSpPr>
          <p:spPr>
            <a:xfrm>
              <a:off x="5013127" y="2405062"/>
              <a:ext cx="112365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·‘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4" name="Weave text 257: 나와의"/>
            <p:cNvSpPr txBox="1"/>
            <p:nvPr/>
          </p:nvSpPr>
          <p:spPr>
            <a:xfrm>
              <a:off x="5087243" y="24050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나와의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5" name="Weave text 257:  "/>
            <p:cNvSpPr txBox="1"/>
            <p:nvPr/>
          </p:nvSpPr>
          <p:spPr>
            <a:xfrm>
              <a:off x="5507831" y="24050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6" name="Weave text 257: 채팅"/>
            <p:cNvSpPr txBox="1"/>
            <p:nvPr/>
          </p:nvSpPr>
          <p:spPr>
            <a:xfrm>
              <a:off x="5550694" y="24050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채팅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7" name="Weave text 257: ’"/>
            <p:cNvSpPr txBox="1"/>
            <p:nvPr/>
          </p:nvSpPr>
          <p:spPr>
            <a:xfrm>
              <a:off x="5831086" y="2405062"/>
              <a:ext cx="7798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’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8" name="Weave text 257: 도"/>
            <p:cNvSpPr txBox="1"/>
            <p:nvPr/>
          </p:nvSpPr>
          <p:spPr>
            <a:xfrm>
              <a:off x="5870823" y="2405062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도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9" name="Weave text 257:  "/>
            <p:cNvSpPr txBox="1"/>
            <p:nvPr/>
          </p:nvSpPr>
          <p:spPr>
            <a:xfrm>
              <a:off x="6011019" y="24050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0" name="Weave text 257: 대화"/>
            <p:cNvSpPr txBox="1"/>
            <p:nvPr/>
          </p:nvSpPr>
          <p:spPr>
            <a:xfrm>
              <a:off x="6053882" y="2405062"/>
              <a:ext cx="318790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대화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1" name="Weave text 257:  "/>
            <p:cNvSpPr txBox="1"/>
            <p:nvPr/>
          </p:nvSpPr>
          <p:spPr>
            <a:xfrm>
              <a:off x="6334423" y="24050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2" name="Weave text 257: 내보내기를"/>
            <p:cNvSpPr txBox="1"/>
            <p:nvPr/>
          </p:nvSpPr>
          <p:spPr>
            <a:xfrm>
              <a:off x="6377285" y="2405062"/>
              <a:ext cx="73922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내보내기를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73" name="Line 258: 한 번 실행해, 그 시점까지의 기록을 함께 가져올 수 있습니다."/>
          <p:cNvGrpSpPr/>
          <p:nvPr/>
        </p:nvGrpSpPr>
        <p:grpSpPr>
          <a:xfrm>
            <a:off x="1209675" y="2664023"/>
            <a:ext cx="3876675" cy="281940"/>
            <a:chOff x="1209675" y="2664023"/>
            <a:chExt cx="3876675" cy="281940"/>
          </a:xfrm>
        </p:grpSpPr>
        <p:sp>
          <p:nvSpPr>
            <p:cNvPr id="74" name="Weave text 258: 한"/>
            <p:cNvSpPr txBox="1"/>
            <p:nvPr/>
          </p:nvSpPr>
          <p:spPr>
            <a:xfrm>
              <a:off x="1209675" y="2664023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한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5" name="Weave text 258:  "/>
            <p:cNvSpPr txBox="1"/>
            <p:nvPr/>
          </p:nvSpPr>
          <p:spPr>
            <a:xfrm>
              <a:off x="1349871" y="26640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6" name="Weave text 258: 번"/>
            <p:cNvSpPr txBox="1"/>
            <p:nvPr/>
          </p:nvSpPr>
          <p:spPr>
            <a:xfrm>
              <a:off x="1392734" y="2664023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번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7" name="Weave text 258:  "/>
            <p:cNvSpPr txBox="1"/>
            <p:nvPr/>
          </p:nvSpPr>
          <p:spPr>
            <a:xfrm>
              <a:off x="1532930" y="26640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8" name="Weave text 258: 실행해"/>
            <p:cNvSpPr txBox="1"/>
            <p:nvPr/>
          </p:nvSpPr>
          <p:spPr>
            <a:xfrm>
              <a:off x="1575792" y="2664023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실행해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9" name="Weave text 258: , "/>
            <p:cNvSpPr txBox="1"/>
            <p:nvPr/>
          </p:nvSpPr>
          <p:spPr>
            <a:xfrm>
              <a:off x="1996380" y="2664023"/>
              <a:ext cx="12501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0" name="Weave text 258: 그"/>
            <p:cNvSpPr txBox="1"/>
            <p:nvPr/>
          </p:nvSpPr>
          <p:spPr>
            <a:xfrm>
              <a:off x="2083147" y="2664023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그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1" name="Weave text 258:  "/>
            <p:cNvSpPr txBox="1"/>
            <p:nvPr/>
          </p:nvSpPr>
          <p:spPr>
            <a:xfrm>
              <a:off x="2223343" y="26640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2" name="Weave text 258: 시점까지의"/>
            <p:cNvSpPr txBox="1"/>
            <p:nvPr/>
          </p:nvSpPr>
          <p:spPr>
            <a:xfrm>
              <a:off x="2266206" y="2664023"/>
              <a:ext cx="73922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시점까지의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3" name="Weave text 258:  "/>
            <p:cNvSpPr txBox="1"/>
            <p:nvPr/>
          </p:nvSpPr>
          <p:spPr>
            <a:xfrm>
              <a:off x="2967186" y="26640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4" name="Weave text 258: 기록을"/>
            <p:cNvSpPr txBox="1"/>
            <p:nvPr/>
          </p:nvSpPr>
          <p:spPr>
            <a:xfrm>
              <a:off x="3010049" y="2664023"/>
              <a:ext cx="458986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기록을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5" name="Weave text 258:  "/>
            <p:cNvSpPr txBox="1"/>
            <p:nvPr/>
          </p:nvSpPr>
          <p:spPr>
            <a:xfrm>
              <a:off x="3430786" y="26640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6" name="Weave text 258: 함께"/>
            <p:cNvSpPr txBox="1"/>
            <p:nvPr/>
          </p:nvSpPr>
          <p:spPr>
            <a:xfrm>
              <a:off x="3473648" y="2664023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함께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7" name="Weave text 258:  "/>
            <p:cNvSpPr txBox="1"/>
            <p:nvPr/>
          </p:nvSpPr>
          <p:spPr>
            <a:xfrm>
              <a:off x="3754041" y="26640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8" name="Weave text 258: 가져올"/>
            <p:cNvSpPr txBox="1"/>
            <p:nvPr/>
          </p:nvSpPr>
          <p:spPr>
            <a:xfrm>
              <a:off x="3796903" y="2664023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가져올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9" name="Weave text 258:  "/>
            <p:cNvSpPr txBox="1"/>
            <p:nvPr/>
          </p:nvSpPr>
          <p:spPr>
            <a:xfrm>
              <a:off x="4217491" y="26640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0" name="Weave text 258: 수"/>
            <p:cNvSpPr txBox="1"/>
            <p:nvPr/>
          </p:nvSpPr>
          <p:spPr>
            <a:xfrm>
              <a:off x="4260354" y="2664023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수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1" name="Weave text 258:  "/>
            <p:cNvSpPr txBox="1"/>
            <p:nvPr/>
          </p:nvSpPr>
          <p:spPr>
            <a:xfrm>
              <a:off x="4400550" y="26640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2" name="Weave text 258: 있습니다"/>
            <p:cNvSpPr txBox="1"/>
            <p:nvPr/>
          </p:nvSpPr>
          <p:spPr>
            <a:xfrm>
              <a:off x="4443412" y="2664023"/>
              <a:ext cx="599033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있습니다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3" name="Weave text 258: ."/>
            <p:cNvSpPr txBox="1"/>
            <p:nvPr/>
          </p:nvSpPr>
          <p:spPr>
            <a:xfrm>
              <a:off x="5004197" y="2664023"/>
              <a:ext cx="82153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94" name="Line 259: Google Gemini도 허용된 알림을 읽고 요약합니다.">
            <a:hlinkClick r:id="rIdWeaveLink259"/>
          </p:cNvPr>
          <p:cNvGrpSpPr/>
          <p:nvPr/>
        </p:nvGrpSpPr>
        <p:grpSpPr>
          <a:xfrm>
            <a:off x="1209675" y="2989659"/>
            <a:ext cx="2263378" cy="205740"/>
            <a:chOff x="1209675" y="2989659"/>
            <a:chExt cx="2263378" cy="205740"/>
          </a:xfrm>
        </p:grpSpPr>
        <p:sp>
          <p:nvSpPr>
            <p:cNvPr id="95" name="Weave text 259: Google Gemini">
              <a:hlinkClick r:id="rIdWeaveLink259"/>
            </p:cNvPr>
            <p:cNvSpPr txBox="1"/>
            <p:nvPr/>
          </p:nvSpPr>
          <p:spPr>
            <a:xfrm>
              <a:off x="1209675" y="2989659"/>
              <a:ext cx="765870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Google Gemini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6" name="Weave text 259: 도">
              <a:hlinkClick r:id="rIdWeaveLink259"/>
            </p:cNvPr>
            <p:cNvSpPr txBox="1"/>
            <p:nvPr/>
          </p:nvSpPr>
          <p:spPr>
            <a:xfrm>
              <a:off x="1937296" y="2989659"/>
              <a:ext cx="134689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도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7" name="Weave text 259:  ">
              <a:hlinkClick r:id="rIdWeaveLink259"/>
            </p:cNvPr>
            <p:cNvSpPr txBox="1"/>
            <p:nvPr/>
          </p:nvSpPr>
          <p:spPr>
            <a:xfrm>
              <a:off x="2033736" y="29896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8" name="Weave text 259: 허용된">
              <a:hlinkClick r:id="rIdWeaveLink259"/>
            </p:cNvPr>
            <p:cNvSpPr txBox="1"/>
            <p:nvPr/>
          </p:nvSpPr>
          <p:spPr>
            <a:xfrm>
              <a:off x="2063204" y="2989659"/>
              <a:ext cx="32742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허용된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9" name="Weave text 259:  ">
              <a:hlinkClick r:id="rIdWeaveLink259"/>
            </p:cNvPr>
            <p:cNvSpPr txBox="1"/>
            <p:nvPr/>
          </p:nvSpPr>
          <p:spPr>
            <a:xfrm>
              <a:off x="2352377" y="29896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00" name="Weave text 259: 알림을">
              <a:hlinkClick r:id="rIdWeaveLink259"/>
            </p:cNvPr>
            <p:cNvSpPr txBox="1"/>
            <p:nvPr/>
          </p:nvSpPr>
          <p:spPr>
            <a:xfrm>
              <a:off x="2381845" y="2989659"/>
              <a:ext cx="32742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알림을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01" name="Weave text 259:  ">
              <a:hlinkClick r:id="rIdWeaveLink259"/>
            </p:cNvPr>
            <p:cNvSpPr txBox="1"/>
            <p:nvPr/>
          </p:nvSpPr>
          <p:spPr>
            <a:xfrm>
              <a:off x="2671018" y="29896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02" name="Weave text 259: 읽고">
              <a:hlinkClick r:id="rIdWeaveLink259"/>
            </p:cNvPr>
            <p:cNvSpPr txBox="1"/>
            <p:nvPr/>
          </p:nvSpPr>
          <p:spPr>
            <a:xfrm>
              <a:off x="2700486" y="2989659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읽고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03" name="Weave text 259:  ">
              <a:hlinkClick r:id="rIdWeaveLink259"/>
            </p:cNvPr>
            <p:cNvSpPr txBox="1"/>
            <p:nvPr/>
          </p:nvSpPr>
          <p:spPr>
            <a:xfrm>
              <a:off x="2893219" y="29896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04" name="Weave text 259: 요약합니다">
              <a:hlinkClick r:id="rIdWeaveLink259"/>
            </p:cNvPr>
            <p:cNvSpPr txBox="1"/>
            <p:nvPr/>
          </p:nvSpPr>
          <p:spPr>
            <a:xfrm>
              <a:off x="2922687" y="2989659"/>
              <a:ext cx="520154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요약합니다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05" name="Weave text 259: .">
              <a:hlinkClick r:id="rIdWeaveLink259"/>
            </p:cNvPr>
            <p:cNvSpPr txBox="1"/>
            <p:nvPr/>
          </p:nvSpPr>
          <p:spPr>
            <a:xfrm>
              <a:off x="3404592" y="2989659"/>
              <a:ext cx="68461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06" name="Line 260:  알림에 없는 이후 발신 기록은 추가 내보내기로 갱신합니다."/>
          <p:cNvGrpSpPr/>
          <p:nvPr/>
        </p:nvGrpSpPr>
        <p:grpSpPr>
          <a:xfrm>
            <a:off x="3434953" y="2989659"/>
            <a:ext cx="2617589" cy="205740"/>
            <a:chOff x="3434953" y="2989659"/>
            <a:chExt cx="2617589" cy="205740"/>
          </a:xfrm>
        </p:grpSpPr>
        <p:sp>
          <p:nvSpPr>
            <p:cNvPr id="107" name="Weave text 260:  "/>
            <p:cNvSpPr txBox="1"/>
            <p:nvPr/>
          </p:nvSpPr>
          <p:spPr>
            <a:xfrm>
              <a:off x="3434953" y="2989659"/>
              <a:ext cx="67568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08" name="Weave text 260: 알림에"/>
            <p:cNvSpPr txBox="1"/>
            <p:nvPr/>
          </p:nvSpPr>
          <p:spPr>
            <a:xfrm>
              <a:off x="3464421" y="2989659"/>
              <a:ext cx="32742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알림에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09" name="Weave text 260:  "/>
            <p:cNvSpPr txBox="1"/>
            <p:nvPr/>
          </p:nvSpPr>
          <p:spPr>
            <a:xfrm>
              <a:off x="3753594" y="29896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0" name="Weave text 260: 없는"/>
            <p:cNvSpPr txBox="1"/>
            <p:nvPr/>
          </p:nvSpPr>
          <p:spPr>
            <a:xfrm>
              <a:off x="3783062" y="2989659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없는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1" name="Weave text 260:  "/>
            <p:cNvSpPr txBox="1"/>
            <p:nvPr/>
          </p:nvSpPr>
          <p:spPr>
            <a:xfrm>
              <a:off x="3975795" y="29896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2" name="Weave text 260: 이후"/>
            <p:cNvSpPr txBox="1"/>
            <p:nvPr/>
          </p:nvSpPr>
          <p:spPr>
            <a:xfrm>
              <a:off x="4005262" y="2989659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이후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3" name="Weave text 260:  "/>
            <p:cNvSpPr txBox="1"/>
            <p:nvPr/>
          </p:nvSpPr>
          <p:spPr>
            <a:xfrm>
              <a:off x="4197995" y="29896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4" name="Weave text 260: 발신"/>
            <p:cNvSpPr txBox="1"/>
            <p:nvPr/>
          </p:nvSpPr>
          <p:spPr>
            <a:xfrm>
              <a:off x="4227463" y="2989659"/>
              <a:ext cx="231130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발신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5" name="Weave text 260:  "/>
            <p:cNvSpPr txBox="1"/>
            <p:nvPr/>
          </p:nvSpPr>
          <p:spPr>
            <a:xfrm>
              <a:off x="4420344" y="29896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6" name="Weave text 260: 기록은"/>
            <p:cNvSpPr txBox="1"/>
            <p:nvPr/>
          </p:nvSpPr>
          <p:spPr>
            <a:xfrm>
              <a:off x="4449812" y="2989659"/>
              <a:ext cx="32742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기록은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7" name="Weave text 260:  "/>
            <p:cNvSpPr txBox="1"/>
            <p:nvPr/>
          </p:nvSpPr>
          <p:spPr>
            <a:xfrm>
              <a:off x="4738985" y="29896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8" name="Weave text 260: 추가"/>
            <p:cNvSpPr txBox="1"/>
            <p:nvPr/>
          </p:nvSpPr>
          <p:spPr>
            <a:xfrm>
              <a:off x="4768453" y="2989659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추가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9" name="Weave text 260:  "/>
            <p:cNvSpPr txBox="1"/>
            <p:nvPr/>
          </p:nvSpPr>
          <p:spPr>
            <a:xfrm>
              <a:off x="4961186" y="29896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0" name="Weave text 260: 내보내기로"/>
            <p:cNvSpPr txBox="1"/>
            <p:nvPr/>
          </p:nvSpPr>
          <p:spPr>
            <a:xfrm>
              <a:off x="4990654" y="2989659"/>
              <a:ext cx="520154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내보내기로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1" name="Weave text 260:  "/>
            <p:cNvSpPr txBox="1"/>
            <p:nvPr/>
          </p:nvSpPr>
          <p:spPr>
            <a:xfrm>
              <a:off x="5472559" y="29896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2" name="Weave text 260: 갱신합니다"/>
            <p:cNvSpPr txBox="1"/>
            <p:nvPr/>
          </p:nvSpPr>
          <p:spPr>
            <a:xfrm>
              <a:off x="5502027" y="2989659"/>
              <a:ext cx="520303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갱신합니다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3" name="Weave text 260: ."/>
            <p:cNvSpPr txBox="1"/>
            <p:nvPr/>
          </p:nvSpPr>
          <p:spPr>
            <a:xfrm>
              <a:off x="5984081" y="2989659"/>
              <a:ext cx="68461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24" name="Line 261: Q."/>
          <p:cNvGrpSpPr/>
          <p:nvPr/>
        </p:nvGrpSpPr>
        <p:grpSpPr>
          <a:xfrm>
            <a:off x="609600" y="3457575"/>
            <a:ext cx="287982" cy="434340"/>
            <a:chOff x="609600" y="3457575"/>
            <a:chExt cx="287982" cy="434340"/>
          </a:xfrm>
        </p:grpSpPr>
        <p:sp>
          <p:nvSpPr>
            <p:cNvPr id="125" name="Weave text 261: Q."/>
            <p:cNvSpPr txBox="1"/>
            <p:nvPr/>
          </p:nvSpPr>
          <p:spPr>
            <a:xfrm>
              <a:off x="609600" y="3457575"/>
              <a:ext cx="287982" cy="3377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950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950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Q.</a:t>
              </a:r>
              <a:endParaRPr sz="1950" b="0" i="0" spc="0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26" name="Line 262: 기록이 많으면 느려지거나, 배터리를 많이 쓰지 않을까요?"/>
          <p:cNvGrpSpPr/>
          <p:nvPr/>
        </p:nvGrpSpPr>
        <p:grpSpPr>
          <a:xfrm>
            <a:off x="1209675" y="3448050"/>
            <a:ext cx="4524375" cy="358140"/>
            <a:chOff x="1209675" y="3448050"/>
            <a:chExt cx="4524375" cy="358140"/>
          </a:xfrm>
        </p:grpSpPr>
        <p:sp>
          <p:nvSpPr>
            <p:cNvPr id="127" name="Weave text 262: 기록이"/>
            <p:cNvSpPr txBox="1"/>
            <p:nvPr/>
          </p:nvSpPr>
          <p:spPr>
            <a:xfrm>
              <a:off x="1209675" y="3448050"/>
              <a:ext cx="569268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기록이</a:t>
              </a:r>
              <a:endParaRPr sz="1575" b="0" i="0" spc="-5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28" name="Weave text 262:  "/>
            <p:cNvSpPr txBox="1"/>
            <p:nvPr/>
          </p:nvSpPr>
          <p:spPr>
            <a:xfrm>
              <a:off x="1740694" y="3448050"/>
              <a:ext cx="81558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75" b="0" i="0" spc="-5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29" name="Weave text 262: 많으면"/>
            <p:cNvSpPr txBox="1"/>
            <p:nvPr/>
          </p:nvSpPr>
          <p:spPr>
            <a:xfrm>
              <a:off x="1784003" y="3448050"/>
              <a:ext cx="569416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많으면</a:t>
              </a:r>
              <a:endParaRPr sz="1575" b="0" i="0" spc="-5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30" name="Weave text 262:  "/>
            <p:cNvSpPr txBox="1"/>
            <p:nvPr/>
          </p:nvSpPr>
          <p:spPr>
            <a:xfrm>
              <a:off x="2315170" y="3448050"/>
              <a:ext cx="81558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75" b="0" i="0" spc="-5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31" name="Weave text 262: 느려지거나"/>
            <p:cNvSpPr txBox="1"/>
            <p:nvPr/>
          </p:nvSpPr>
          <p:spPr>
            <a:xfrm>
              <a:off x="2358479" y="3448050"/>
              <a:ext cx="923330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느려지거나</a:t>
              </a:r>
              <a:endParaRPr sz="1575" b="0" i="0" spc="-5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32" name="Weave text 262: , "/>
            <p:cNvSpPr txBox="1"/>
            <p:nvPr/>
          </p:nvSpPr>
          <p:spPr>
            <a:xfrm>
              <a:off x="3243560" y="3448050"/>
              <a:ext cx="134392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, </a:t>
              </a:r>
              <a:endParaRPr sz="1575" b="0" i="0" spc="-5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33" name="Weave text 262: 배터리를"/>
            <p:cNvSpPr txBox="1"/>
            <p:nvPr/>
          </p:nvSpPr>
          <p:spPr>
            <a:xfrm>
              <a:off x="3339703" y="3448050"/>
              <a:ext cx="746373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배터리를</a:t>
              </a:r>
              <a:endParaRPr sz="1575" b="0" i="0" spc="-5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34" name="Weave text 262:  "/>
            <p:cNvSpPr txBox="1"/>
            <p:nvPr/>
          </p:nvSpPr>
          <p:spPr>
            <a:xfrm>
              <a:off x="4047827" y="3448050"/>
              <a:ext cx="81558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75" b="0" i="0" spc="-5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35" name="Weave text 262: 많이"/>
            <p:cNvSpPr txBox="1"/>
            <p:nvPr/>
          </p:nvSpPr>
          <p:spPr>
            <a:xfrm>
              <a:off x="4091136" y="3448050"/>
              <a:ext cx="392311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많이</a:t>
              </a:r>
              <a:endParaRPr sz="1575" b="0" i="0" spc="-5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36" name="Weave text 262:  "/>
            <p:cNvSpPr txBox="1"/>
            <p:nvPr/>
          </p:nvSpPr>
          <p:spPr>
            <a:xfrm>
              <a:off x="4445198" y="3448050"/>
              <a:ext cx="81707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75" b="0" i="0" spc="-5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37" name="Weave text 262: 쓰지"/>
            <p:cNvSpPr txBox="1"/>
            <p:nvPr/>
          </p:nvSpPr>
          <p:spPr>
            <a:xfrm>
              <a:off x="4488656" y="3448050"/>
              <a:ext cx="392311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쓰지</a:t>
              </a:r>
              <a:endParaRPr sz="1575" b="0" i="0" spc="-5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38" name="Weave text 262:  "/>
            <p:cNvSpPr txBox="1"/>
            <p:nvPr/>
          </p:nvSpPr>
          <p:spPr>
            <a:xfrm>
              <a:off x="4842718" y="3448050"/>
              <a:ext cx="81558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75" b="0" i="0" spc="-5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39" name="Weave text 262: 않을까요"/>
            <p:cNvSpPr txBox="1"/>
            <p:nvPr/>
          </p:nvSpPr>
          <p:spPr>
            <a:xfrm>
              <a:off x="4886027" y="3448050"/>
              <a:ext cx="746373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않을까요</a:t>
              </a:r>
              <a:endParaRPr sz="1575" b="0" i="0" spc="-5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40" name="Weave text 262: ?"/>
            <p:cNvSpPr txBox="1"/>
            <p:nvPr/>
          </p:nvSpPr>
          <p:spPr>
            <a:xfrm>
              <a:off x="5594152" y="3448050"/>
              <a:ext cx="139898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?</a:t>
              </a:r>
              <a:endParaRPr sz="1575" b="0" i="0" spc="-5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41" name="Line 263: A. 무거운 색인 작업은 충전·유휴 시간에 미리 수행합니다. 사용 중에는"/>
          <p:cNvGrpSpPr/>
          <p:nvPr/>
        </p:nvGrpSpPr>
        <p:grpSpPr>
          <a:xfrm>
            <a:off x="1209675" y="3852862"/>
            <a:ext cx="5740598" cy="281940"/>
            <a:chOff x="1209675" y="3852862"/>
            <a:chExt cx="5740598" cy="281940"/>
          </a:xfrm>
        </p:grpSpPr>
        <p:sp>
          <p:nvSpPr>
            <p:cNvPr id="142" name="Weave text 263: A. "/>
            <p:cNvSpPr txBox="1"/>
            <p:nvPr/>
          </p:nvSpPr>
          <p:spPr>
            <a:xfrm>
              <a:off x="1209675" y="3852862"/>
              <a:ext cx="230088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A.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3" name="Weave text 263: 무거운"/>
            <p:cNvSpPr txBox="1"/>
            <p:nvPr/>
          </p:nvSpPr>
          <p:spPr>
            <a:xfrm>
              <a:off x="1401514" y="38528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무거운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4" name="Weave text 263:  "/>
            <p:cNvSpPr txBox="1"/>
            <p:nvPr/>
          </p:nvSpPr>
          <p:spPr>
            <a:xfrm>
              <a:off x="1822103" y="38528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5" name="Weave text 263: 색인"/>
            <p:cNvSpPr txBox="1"/>
            <p:nvPr/>
          </p:nvSpPr>
          <p:spPr>
            <a:xfrm>
              <a:off x="1864965" y="38528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색인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6" name="Weave text 263:  "/>
            <p:cNvSpPr txBox="1"/>
            <p:nvPr/>
          </p:nvSpPr>
          <p:spPr>
            <a:xfrm>
              <a:off x="2145357" y="38528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7" name="Weave text 263: 작업은"/>
            <p:cNvSpPr txBox="1"/>
            <p:nvPr/>
          </p:nvSpPr>
          <p:spPr>
            <a:xfrm>
              <a:off x="2188220" y="3852862"/>
              <a:ext cx="458986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작업은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8" name="Weave text 263:  "/>
            <p:cNvSpPr txBox="1"/>
            <p:nvPr/>
          </p:nvSpPr>
          <p:spPr>
            <a:xfrm>
              <a:off x="2608957" y="38528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9" name="Weave text 263: 충전"/>
            <p:cNvSpPr txBox="1"/>
            <p:nvPr/>
          </p:nvSpPr>
          <p:spPr>
            <a:xfrm>
              <a:off x="2651820" y="38528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충전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0" name="Weave text 263: ·"/>
            <p:cNvSpPr txBox="1"/>
            <p:nvPr/>
          </p:nvSpPr>
          <p:spPr>
            <a:xfrm>
              <a:off x="2932212" y="3852862"/>
              <a:ext cx="82153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1" name="Weave text 263: 유휴"/>
            <p:cNvSpPr txBox="1"/>
            <p:nvPr/>
          </p:nvSpPr>
          <p:spPr>
            <a:xfrm>
              <a:off x="2976116" y="38528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유휴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2" name="Weave text 263:  "/>
            <p:cNvSpPr txBox="1"/>
            <p:nvPr/>
          </p:nvSpPr>
          <p:spPr>
            <a:xfrm>
              <a:off x="3256508" y="38528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3" name="Weave text 263: 시간에"/>
            <p:cNvSpPr txBox="1"/>
            <p:nvPr/>
          </p:nvSpPr>
          <p:spPr>
            <a:xfrm>
              <a:off x="3299371" y="38528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시간에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4" name="Weave text 263:  "/>
            <p:cNvSpPr txBox="1"/>
            <p:nvPr/>
          </p:nvSpPr>
          <p:spPr>
            <a:xfrm>
              <a:off x="3719959" y="38528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5" name="Weave text 263: 미리"/>
            <p:cNvSpPr txBox="1"/>
            <p:nvPr/>
          </p:nvSpPr>
          <p:spPr>
            <a:xfrm>
              <a:off x="3762821" y="38528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미리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6" name="Weave text 263:  "/>
            <p:cNvSpPr txBox="1"/>
            <p:nvPr/>
          </p:nvSpPr>
          <p:spPr>
            <a:xfrm>
              <a:off x="4043214" y="38528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7" name="Weave text 263: 수행합니다"/>
            <p:cNvSpPr txBox="1"/>
            <p:nvPr/>
          </p:nvSpPr>
          <p:spPr>
            <a:xfrm>
              <a:off x="4086076" y="3852862"/>
              <a:ext cx="739378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수행합니다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8" name="Weave text 263: . "/>
            <p:cNvSpPr txBox="1"/>
            <p:nvPr/>
          </p:nvSpPr>
          <p:spPr>
            <a:xfrm>
              <a:off x="4787205" y="3852862"/>
              <a:ext cx="12501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.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9" name="Weave text 263: 사용"/>
            <p:cNvSpPr txBox="1"/>
            <p:nvPr/>
          </p:nvSpPr>
          <p:spPr>
            <a:xfrm>
              <a:off x="4873972" y="38528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사용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0" name="Weave text 263:  "/>
            <p:cNvSpPr txBox="1"/>
            <p:nvPr/>
          </p:nvSpPr>
          <p:spPr>
            <a:xfrm>
              <a:off x="5154364" y="38528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1" name="Weave text 263: 중에는"/>
            <p:cNvSpPr txBox="1"/>
            <p:nvPr/>
          </p:nvSpPr>
          <p:spPr>
            <a:xfrm>
              <a:off x="5197227" y="38528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중에는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2" name="Weave text 263:  "/>
            <p:cNvSpPr txBox="1"/>
            <p:nvPr/>
          </p:nvSpPr>
          <p:spPr>
            <a:xfrm>
              <a:off x="5617815" y="38528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3" name="Weave text 263: 필요한"/>
            <p:cNvSpPr txBox="1"/>
            <p:nvPr/>
          </p:nvSpPr>
          <p:spPr>
            <a:xfrm>
              <a:off x="5660678" y="38528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필요한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4" name="Weave text 263:  "/>
            <p:cNvSpPr txBox="1"/>
            <p:nvPr/>
          </p:nvSpPr>
          <p:spPr>
            <a:xfrm>
              <a:off x="6081266" y="38528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5" name="Weave text 263: 기록만"/>
            <p:cNvSpPr txBox="1"/>
            <p:nvPr/>
          </p:nvSpPr>
          <p:spPr>
            <a:xfrm>
              <a:off x="6124129" y="3852862"/>
              <a:ext cx="458986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기록만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6" name="Weave text 263:  "/>
            <p:cNvSpPr txBox="1"/>
            <p:nvPr/>
          </p:nvSpPr>
          <p:spPr>
            <a:xfrm>
              <a:off x="6544866" y="38528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7" name="Weave text 263: 찾고"/>
            <p:cNvSpPr txBox="1"/>
            <p:nvPr/>
          </p:nvSpPr>
          <p:spPr>
            <a:xfrm>
              <a:off x="6587728" y="38528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찾고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8" name="Weave text 263: ,"/>
            <p:cNvSpPr txBox="1"/>
            <p:nvPr/>
          </p:nvSpPr>
          <p:spPr>
            <a:xfrm>
              <a:off x="6868120" y="3852862"/>
              <a:ext cx="82153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,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69" name="Line 264: 경량 언어모델에도 추려낸 근거만 전달해 처리 부담을 줄이도록 설계합니다."/>
          <p:cNvGrpSpPr/>
          <p:nvPr/>
        </p:nvGrpSpPr>
        <p:grpSpPr>
          <a:xfrm>
            <a:off x="1209675" y="4111823"/>
            <a:ext cx="4771430" cy="281940"/>
            <a:chOff x="1209675" y="4111823"/>
            <a:chExt cx="4771430" cy="281940"/>
          </a:xfrm>
        </p:grpSpPr>
        <p:sp>
          <p:nvSpPr>
            <p:cNvPr id="170" name="Weave text 264: 경량"/>
            <p:cNvSpPr txBox="1"/>
            <p:nvPr/>
          </p:nvSpPr>
          <p:spPr>
            <a:xfrm>
              <a:off x="1209675" y="4111823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경량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1" name="Weave text 264:  "/>
            <p:cNvSpPr txBox="1"/>
            <p:nvPr/>
          </p:nvSpPr>
          <p:spPr>
            <a:xfrm>
              <a:off x="1490067" y="41118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2" name="Weave text 264: 언어모델에도"/>
            <p:cNvSpPr txBox="1"/>
            <p:nvPr/>
          </p:nvSpPr>
          <p:spPr>
            <a:xfrm>
              <a:off x="1532930" y="4111823"/>
              <a:ext cx="87942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언어모델에도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3" name="Weave text 264:  "/>
            <p:cNvSpPr txBox="1"/>
            <p:nvPr/>
          </p:nvSpPr>
          <p:spPr>
            <a:xfrm>
              <a:off x="2374106" y="41118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4" name="Weave text 264: 추려낸"/>
            <p:cNvSpPr txBox="1"/>
            <p:nvPr/>
          </p:nvSpPr>
          <p:spPr>
            <a:xfrm>
              <a:off x="2416969" y="4111823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추려낸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5" name="Weave text 264:  "/>
            <p:cNvSpPr txBox="1"/>
            <p:nvPr/>
          </p:nvSpPr>
          <p:spPr>
            <a:xfrm>
              <a:off x="2837557" y="41118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6" name="Weave text 264: 근거만"/>
            <p:cNvSpPr txBox="1"/>
            <p:nvPr/>
          </p:nvSpPr>
          <p:spPr>
            <a:xfrm>
              <a:off x="2880420" y="4111823"/>
              <a:ext cx="458986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근거만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7" name="Weave text 264:  "/>
            <p:cNvSpPr txBox="1"/>
            <p:nvPr/>
          </p:nvSpPr>
          <p:spPr>
            <a:xfrm>
              <a:off x="3301157" y="41118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8" name="Weave text 264: 전달해"/>
            <p:cNvSpPr txBox="1"/>
            <p:nvPr/>
          </p:nvSpPr>
          <p:spPr>
            <a:xfrm>
              <a:off x="3344019" y="4111823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전달해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9" name="Weave text 264:  "/>
            <p:cNvSpPr txBox="1"/>
            <p:nvPr/>
          </p:nvSpPr>
          <p:spPr>
            <a:xfrm>
              <a:off x="3764607" y="41118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0" name="Weave text 264: 처리"/>
            <p:cNvSpPr txBox="1"/>
            <p:nvPr/>
          </p:nvSpPr>
          <p:spPr>
            <a:xfrm>
              <a:off x="3807470" y="4111823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처리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1" name="Weave text 264:  "/>
            <p:cNvSpPr txBox="1"/>
            <p:nvPr/>
          </p:nvSpPr>
          <p:spPr>
            <a:xfrm>
              <a:off x="4087862" y="41118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2" name="Weave text 264: 부담을"/>
            <p:cNvSpPr txBox="1"/>
            <p:nvPr/>
          </p:nvSpPr>
          <p:spPr>
            <a:xfrm>
              <a:off x="4130725" y="4111823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부담을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3" name="Weave text 264:  "/>
            <p:cNvSpPr txBox="1"/>
            <p:nvPr/>
          </p:nvSpPr>
          <p:spPr>
            <a:xfrm>
              <a:off x="4551313" y="41118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4" name="Weave text 264: 줄이도록"/>
            <p:cNvSpPr txBox="1"/>
            <p:nvPr/>
          </p:nvSpPr>
          <p:spPr>
            <a:xfrm>
              <a:off x="4594175" y="4111823"/>
              <a:ext cx="599182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줄이도록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5" name="Weave text 264:  "/>
            <p:cNvSpPr txBox="1"/>
            <p:nvPr/>
          </p:nvSpPr>
          <p:spPr>
            <a:xfrm>
              <a:off x="5155109" y="41118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6" name="Weave text 264: 설계합니다"/>
            <p:cNvSpPr txBox="1"/>
            <p:nvPr/>
          </p:nvSpPr>
          <p:spPr>
            <a:xfrm>
              <a:off x="5197971" y="4111823"/>
              <a:ext cx="73922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설계합니다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7" name="Weave text 264: ."/>
            <p:cNvSpPr txBox="1"/>
            <p:nvPr/>
          </p:nvSpPr>
          <p:spPr>
            <a:xfrm>
              <a:off x="5898952" y="4111823"/>
              <a:ext cx="82153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88" name="Line 265: Android WorkManager는 충전·유휴 등의 실행 조건을 지원합">
            <a:hlinkClick r:id="rIdWeaveLink265"/>
          </p:cNvPr>
          <p:cNvGrpSpPr/>
          <p:nvPr/>
        </p:nvGrpSpPr>
        <p:grpSpPr>
          <a:xfrm>
            <a:off x="1209675" y="4437459"/>
            <a:ext cx="3000821" cy="205740"/>
            <a:chOff x="1209675" y="4437459"/>
            <a:chExt cx="3000821" cy="205740"/>
          </a:xfrm>
        </p:grpSpPr>
        <p:sp>
          <p:nvSpPr>
            <p:cNvPr id="189" name="Weave text 265: Android WorkManager">
              <a:hlinkClick r:id="rIdWeaveLink265"/>
            </p:cNvPr>
            <p:cNvSpPr txBox="1"/>
            <p:nvPr/>
          </p:nvSpPr>
          <p:spPr>
            <a:xfrm>
              <a:off x="1209675" y="4437459"/>
              <a:ext cx="1154311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Android WorkManager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0" name="Weave text 265: 는">
              <a:hlinkClick r:id="rIdWeaveLink265"/>
            </p:cNvPr>
            <p:cNvSpPr txBox="1"/>
            <p:nvPr/>
          </p:nvSpPr>
          <p:spPr>
            <a:xfrm>
              <a:off x="2325737" y="4437459"/>
              <a:ext cx="134689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는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1" name="Weave text 265:  ">
              <a:hlinkClick r:id="rIdWeaveLink265"/>
            </p:cNvPr>
            <p:cNvSpPr txBox="1"/>
            <p:nvPr/>
          </p:nvSpPr>
          <p:spPr>
            <a:xfrm>
              <a:off x="2422178" y="44374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2" name="Weave text 265: 충전">
              <a:hlinkClick r:id="rIdWeaveLink265"/>
            </p:cNvPr>
            <p:cNvSpPr txBox="1"/>
            <p:nvPr/>
          </p:nvSpPr>
          <p:spPr>
            <a:xfrm>
              <a:off x="2451646" y="4437459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충전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3" name="Weave text 265: ·">
              <a:hlinkClick r:id="rIdWeaveLink265"/>
            </p:cNvPr>
            <p:cNvSpPr txBox="1"/>
            <p:nvPr/>
          </p:nvSpPr>
          <p:spPr>
            <a:xfrm>
              <a:off x="2644378" y="4437459"/>
              <a:ext cx="68461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4" name="Weave text 265: 유휴">
              <a:hlinkClick r:id="rIdWeaveLink265"/>
            </p:cNvPr>
            <p:cNvSpPr txBox="1"/>
            <p:nvPr/>
          </p:nvSpPr>
          <p:spPr>
            <a:xfrm>
              <a:off x="2674590" y="4437459"/>
              <a:ext cx="231130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유휴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5" name="Weave text 265:  ">
              <a:hlinkClick r:id="rIdWeaveLink265"/>
            </p:cNvPr>
            <p:cNvSpPr txBox="1"/>
            <p:nvPr/>
          </p:nvSpPr>
          <p:spPr>
            <a:xfrm>
              <a:off x="2867471" y="44374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6" name="Weave text 265: 등의">
              <a:hlinkClick r:id="rIdWeaveLink265"/>
            </p:cNvPr>
            <p:cNvSpPr txBox="1"/>
            <p:nvPr/>
          </p:nvSpPr>
          <p:spPr>
            <a:xfrm>
              <a:off x="2896939" y="4437459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등의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7" name="Weave text 265:  ">
              <a:hlinkClick r:id="rIdWeaveLink265"/>
            </p:cNvPr>
            <p:cNvSpPr txBox="1"/>
            <p:nvPr/>
          </p:nvSpPr>
          <p:spPr>
            <a:xfrm>
              <a:off x="3089672" y="44374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8" name="Weave text 265: 실행">
              <a:hlinkClick r:id="rIdWeaveLink265"/>
            </p:cNvPr>
            <p:cNvSpPr txBox="1"/>
            <p:nvPr/>
          </p:nvSpPr>
          <p:spPr>
            <a:xfrm>
              <a:off x="3119140" y="4437459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실행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9" name="Weave text 265:  ">
              <a:hlinkClick r:id="rIdWeaveLink265"/>
            </p:cNvPr>
            <p:cNvSpPr txBox="1"/>
            <p:nvPr/>
          </p:nvSpPr>
          <p:spPr>
            <a:xfrm>
              <a:off x="3311872" y="44374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0" name="Weave text 265: 조건을">
              <a:hlinkClick r:id="rIdWeaveLink265"/>
            </p:cNvPr>
            <p:cNvSpPr txBox="1"/>
            <p:nvPr/>
          </p:nvSpPr>
          <p:spPr>
            <a:xfrm>
              <a:off x="3341340" y="4437459"/>
              <a:ext cx="32742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조건을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1" name="Weave text 265:  ">
              <a:hlinkClick r:id="rIdWeaveLink265"/>
            </p:cNvPr>
            <p:cNvSpPr txBox="1"/>
            <p:nvPr/>
          </p:nvSpPr>
          <p:spPr>
            <a:xfrm>
              <a:off x="3630513" y="44374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2" name="Weave text 265: 지원합니다">
              <a:hlinkClick r:id="rIdWeaveLink265"/>
            </p:cNvPr>
            <p:cNvSpPr txBox="1"/>
            <p:nvPr/>
          </p:nvSpPr>
          <p:spPr>
            <a:xfrm>
              <a:off x="3659981" y="4437459"/>
              <a:ext cx="520303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지원합니다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3" name="Weave text 265: .">
              <a:hlinkClick r:id="rIdWeaveLink265"/>
            </p:cNvPr>
            <p:cNvSpPr txBox="1"/>
            <p:nvPr/>
          </p:nvSpPr>
          <p:spPr>
            <a:xfrm>
              <a:off x="4142036" y="4437459"/>
              <a:ext cx="68461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04" name="Line 266:  지연·발열·전력은 대상 기기에서 측정해 조정합니다."/>
          <p:cNvGrpSpPr/>
          <p:nvPr/>
        </p:nvGrpSpPr>
        <p:grpSpPr>
          <a:xfrm>
            <a:off x="4172396" y="4437459"/>
            <a:ext cx="2300288" cy="205740"/>
            <a:chOff x="4172396" y="4437459"/>
            <a:chExt cx="2300288" cy="205740"/>
          </a:xfrm>
        </p:grpSpPr>
        <p:sp>
          <p:nvSpPr>
            <p:cNvPr id="205" name="Weave text 266:  "/>
            <p:cNvSpPr txBox="1"/>
            <p:nvPr/>
          </p:nvSpPr>
          <p:spPr>
            <a:xfrm>
              <a:off x="4172396" y="4437459"/>
              <a:ext cx="67568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6" name="Weave text 266: 지연"/>
            <p:cNvSpPr txBox="1"/>
            <p:nvPr/>
          </p:nvSpPr>
          <p:spPr>
            <a:xfrm>
              <a:off x="4201864" y="4437459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지연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7" name="Weave text 266: ·"/>
            <p:cNvSpPr txBox="1"/>
            <p:nvPr/>
          </p:nvSpPr>
          <p:spPr>
            <a:xfrm>
              <a:off x="4394597" y="4437459"/>
              <a:ext cx="68461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8" name="Weave text 266: 발열"/>
            <p:cNvSpPr txBox="1"/>
            <p:nvPr/>
          </p:nvSpPr>
          <p:spPr>
            <a:xfrm>
              <a:off x="4424809" y="4437459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발열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9" name="Weave text 266: ·"/>
            <p:cNvSpPr txBox="1"/>
            <p:nvPr/>
          </p:nvSpPr>
          <p:spPr>
            <a:xfrm>
              <a:off x="4617541" y="4437459"/>
              <a:ext cx="68461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0" name="Weave text 266: 전력은"/>
            <p:cNvSpPr txBox="1"/>
            <p:nvPr/>
          </p:nvSpPr>
          <p:spPr>
            <a:xfrm>
              <a:off x="4647754" y="4437459"/>
              <a:ext cx="32742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전력은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1" name="Weave text 266:  "/>
            <p:cNvSpPr txBox="1"/>
            <p:nvPr/>
          </p:nvSpPr>
          <p:spPr>
            <a:xfrm>
              <a:off x="4936927" y="44374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2" name="Weave text 266: 대상"/>
            <p:cNvSpPr txBox="1"/>
            <p:nvPr/>
          </p:nvSpPr>
          <p:spPr>
            <a:xfrm>
              <a:off x="4966395" y="4437459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대상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3" name="Weave text 266:  "/>
            <p:cNvSpPr txBox="1"/>
            <p:nvPr/>
          </p:nvSpPr>
          <p:spPr>
            <a:xfrm>
              <a:off x="5159127" y="44374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4" name="Weave text 266: 기기에서"/>
            <p:cNvSpPr txBox="1"/>
            <p:nvPr/>
          </p:nvSpPr>
          <p:spPr>
            <a:xfrm>
              <a:off x="5188595" y="4437459"/>
              <a:ext cx="42386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기기에서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5" name="Weave text 266:  "/>
            <p:cNvSpPr txBox="1"/>
            <p:nvPr/>
          </p:nvSpPr>
          <p:spPr>
            <a:xfrm>
              <a:off x="5574209" y="44374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6" name="Weave text 266: 측정해"/>
            <p:cNvSpPr txBox="1"/>
            <p:nvPr/>
          </p:nvSpPr>
          <p:spPr>
            <a:xfrm>
              <a:off x="5603677" y="4437459"/>
              <a:ext cx="32742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측정해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7" name="Weave text 266:  "/>
            <p:cNvSpPr txBox="1"/>
            <p:nvPr/>
          </p:nvSpPr>
          <p:spPr>
            <a:xfrm>
              <a:off x="5892850" y="44374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8" name="Weave text 266: 조정합니다"/>
            <p:cNvSpPr txBox="1"/>
            <p:nvPr/>
          </p:nvSpPr>
          <p:spPr>
            <a:xfrm>
              <a:off x="5922318" y="4437459"/>
              <a:ext cx="520154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조정합니다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9" name="Weave text 266: ."/>
            <p:cNvSpPr txBox="1"/>
            <p:nvPr/>
          </p:nvSpPr>
          <p:spPr>
            <a:xfrm>
              <a:off x="6404223" y="4437459"/>
              <a:ext cx="68461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20" name="Line 267: Q."/>
          <p:cNvGrpSpPr/>
          <p:nvPr/>
        </p:nvGrpSpPr>
        <p:grpSpPr>
          <a:xfrm>
            <a:off x="609600" y="4905375"/>
            <a:ext cx="287982" cy="434340"/>
            <a:chOff x="609600" y="4905375"/>
            <a:chExt cx="287982" cy="434340"/>
          </a:xfrm>
        </p:grpSpPr>
        <p:sp>
          <p:nvSpPr>
            <p:cNvPr id="221" name="Weave text 267: Q."/>
            <p:cNvSpPr txBox="1"/>
            <p:nvPr/>
          </p:nvSpPr>
          <p:spPr>
            <a:xfrm>
              <a:off x="609600" y="4905375"/>
              <a:ext cx="287982" cy="3377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950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950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Q.</a:t>
              </a:r>
              <a:endParaRPr sz="1950" b="0" i="0" spc="0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22" name="Line 268: 사적인 기록과 잘못된 답변은 어떻게 다루나요?"/>
          <p:cNvGrpSpPr/>
          <p:nvPr/>
        </p:nvGrpSpPr>
        <p:grpSpPr>
          <a:xfrm>
            <a:off x="1209675" y="4895850"/>
            <a:ext cx="3720257" cy="358140"/>
            <a:chOff x="1209675" y="4895850"/>
            <a:chExt cx="3720257" cy="358140"/>
          </a:xfrm>
        </p:grpSpPr>
        <p:sp>
          <p:nvSpPr>
            <p:cNvPr id="223" name="Weave text 268: 사적인"/>
            <p:cNvSpPr txBox="1"/>
            <p:nvPr/>
          </p:nvSpPr>
          <p:spPr>
            <a:xfrm>
              <a:off x="1209675" y="4895850"/>
              <a:ext cx="569268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사적인</a:t>
              </a:r>
              <a:endParaRPr sz="1575" b="0" i="0" spc="-5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24" name="Weave text 268:  "/>
            <p:cNvSpPr txBox="1"/>
            <p:nvPr/>
          </p:nvSpPr>
          <p:spPr>
            <a:xfrm>
              <a:off x="1740694" y="4895850"/>
              <a:ext cx="81558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75" b="0" i="0" spc="-5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225" name="Weave text 268: 기록과"/>
            <p:cNvSpPr txBox="1"/>
            <p:nvPr/>
          </p:nvSpPr>
          <p:spPr>
            <a:xfrm>
              <a:off x="1784003" y="4895850"/>
              <a:ext cx="569416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기록과</a:t>
              </a:r>
              <a:endParaRPr sz="1575" b="0" i="0" spc="-5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26" name="Weave text 268:  "/>
            <p:cNvSpPr txBox="1"/>
            <p:nvPr/>
          </p:nvSpPr>
          <p:spPr>
            <a:xfrm>
              <a:off x="2315170" y="4895850"/>
              <a:ext cx="81558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75" b="0" i="0" spc="-5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227" name="Weave text 268: 잘못된"/>
            <p:cNvSpPr txBox="1"/>
            <p:nvPr/>
          </p:nvSpPr>
          <p:spPr>
            <a:xfrm>
              <a:off x="2358479" y="4895850"/>
              <a:ext cx="569416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잘못된</a:t>
              </a:r>
              <a:endParaRPr sz="1575" b="0" i="0" spc="-5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28" name="Weave text 268:  "/>
            <p:cNvSpPr txBox="1"/>
            <p:nvPr/>
          </p:nvSpPr>
          <p:spPr>
            <a:xfrm>
              <a:off x="2889647" y="4895850"/>
              <a:ext cx="81558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75" b="0" i="0" spc="-5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229" name="Weave text 268: 답변은"/>
            <p:cNvSpPr txBox="1"/>
            <p:nvPr/>
          </p:nvSpPr>
          <p:spPr>
            <a:xfrm>
              <a:off x="2932956" y="4895850"/>
              <a:ext cx="569268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답변은</a:t>
              </a:r>
              <a:endParaRPr sz="1575" b="0" i="0" spc="-5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30" name="Weave text 268:  "/>
            <p:cNvSpPr txBox="1"/>
            <p:nvPr/>
          </p:nvSpPr>
          <p:spPr>
            <a:xfrm>
              <a:off x="3463975" y="4895850"/>
              <a:ext cx="81707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75" b="0" i="0" spc="-5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231" name="Weave text 268: 어떻게"/>
            <p:cNvSpPr txBox="1"/>
            <p:nvPr/>
          </p:nvSpPr>
          <p:spPr>
            <a:xfrm>
              <a:off x="3507432" y="4895850"/>
              <a:ext cx="569268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어떻게</a:t>
              </a:r>
              <a:endParaRPr sz="1575" b="0" i="0" spc="-5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32" name="Weave text 268:  "/>
            <p:cNvSpPr txBox="1"/>
            <p:nvPr/>
          </p:nvSpPr>
          <p:spPr>
            <a:xfrm>
              <a:off x="4038451" y="4895850"/>
              <a:ext cx="81707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75" b="0" i="0" spc="-5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233" name="Weave text 268: 다루나요"/>
            <p:cNvSpPr txBox="1"/>
            <p:nvPr/>
          </p:nvSpPr>
          <p:spPr>
            <a:xfrm>
              <a:off x="4081909" y="4895850"/>
              <a:ext cx="746373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다루나요</a:t>
              </a:r>
              <a:endParaRPr sz="1575" b="0" i="0" spc="-5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34" name="Weave text 268: ?"/>
            <p:cNvSpPr txBox="1"/>
            <p:nvPr/>
          </p:nvSpPr>
          <p:spPr>
            <a:xfrm>
              <a:off x="4790033" y="4895850"/>
              <a:ext cx="139898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?</a:t>
              </a:r>
              <a:endParaRPr sz="1575" b="0" i="0" spc="-5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235" name="Line 269: A. 허용한 기록은 외부 서버로 보내지 않고 기기 안에서 처리하며, 언제"/>
          <p:cNvGrpSpPr/>
          <p:nvPr/>
        </p:nvGrpSpPr>
        <p:grpSpPr>
          <a:xfrm>
            <a:off x="1209675" y="5300662"/>
            <a:ext cx="6806654" cy="281940"/>
            <a:chOff x="1209675" y="5300662"/>
            <a:chExt cx="6806654" cy="281940"/>
          </a:xfrm>
        </p:grpSpPr>
        <p:sp>
          <p:nvSpPr>
            <p:cNvPr id="236" name="Weave text 269: A. "/>
            <p:cNvSpPr txBox="1"/>
            <p:nvPr/>
          </p:nvSpPr>
          <p:spPr>
            <a:xfrm>
              <a:off x="1209675" y="5300662"/>
              <a:ext cx="230088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A.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7" name="Weave text 269: 허용한"/>
            <p:cNvSpPr txBox="1"/>
            <p:nvPr/>
          </p:nvSpPr>
          <p:spPr>
            <a:xfrm>
              <a:off x="1401514" y="53006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허용한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38" name="Weave text 269:  "/>
            <p:cNvSpPr txBox="1"/>
            <p:nvPr/>
          </p:nvSpPr>
          <p:spPr>
            <a:xfrm>
              <a:off x="1822103" y="53006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9" name="Weave text 269: 기록은"/>
            <p:cNvSpPr txBox="1"/>
            <p:nvPr/>
          </p:nvSpPr>
          <p:spPr>
            <a:xfrm>
              <a:off x="1864965" y="53006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기록은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40" name="Weave text 269:  "/>
            <p:cNvSpPr txBox="1"/>
            <p:nvPr/>
          </p:nvSpPr>
          <p:spPr>
            <a:xfrm>
              <a:off x="2285554" y="53006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41" name="Weave text 269: 외부"/>
            <p:cNvSpPr txBox="1"/>
            <p:nvPr/>
          </p:nvSpPr>
          <p:spPr>
            <a:xfrm>
              <a:off x="2328416" y="5300662"/>
              <a:ext cx="318790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외부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42" name="Weave text 269:  "/>
            <p:cNvSpPr txBox="1"/>
            <p:nvPr/>
          </p:nvSpPr>
          <p:spPr>
            <a:xfrm>
              <a:off x="2608957" y="53006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43" name="Weave text 269: 서버로"/>
            <p:cNvSpPr txBox="1"/>
            <p:nvPr/>
          </p:nvSpPr>
          <p:spPr>
            <a:xfrm>
              <a:off x="2651820" y="53006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서버로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44" name="Weave text 269:  "/>
            <p:cNvSpPr txBox="1"/>
            <p:nvPr/>
          </p:nvSpPr>
          <p:spPr>
            <a:xfrm>
              <a:off x="3072408" y="53006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45" name="Weave text 269: 보내지"/>
            <p:cNvSpPr txBox="1"/>
            <p:nvPr/>
          </p:nvSpPr>
          <p:spPr>
            <a:xfrm>
              <a:off x="3115270" y="53006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보내지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46" name="Weave text 269:  "/>
            <p:cNvSpPr txBox="1"/>
            <p:nvPr/>
          </p:nvSpPr>
          <p:spPr>
            <a:xfrm>
              <a:off x="3535859" y="53006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47" name="Weave text 269: 않고"/>
            <p:cNvSpPr txBox="1"/>
            <p:nvPr/>
          </p:nvSpPr>
          <p:spPr>
            <a:xfrm>
              <a:off x="3578721" y="53006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않고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48" name="Weave text 269:  "/>
            <p:cNvSpPr txBox="1"/>
            <p:nvPr/>
          </p:nvSpPr>
          <p:spPr>
            <a:xfrm>
              <a:off x="3859113" y="53006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49" name="Weave text 269: 기기"/>
            <p:cNvSpPr txBox="1"/>
            <p:nvPr/>
          </p:nvSpPr>
          <p:spPr>
            <a:xfrm>
              <a:off x="3901976" y="53006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기기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50" name="Weave text 269:  "/>
            <p:cNvSpPr txBox="1"/>
            <p:nvPr/>
          </p:nvSpPr>
          <p:spPr>
            <a:xfrm>
              <a:off x="4182368" y="53006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51" name="Weave text 269: 안에서"/>
            <p:cNvSpPr txBox="1"/>
            <p:nvPr/>
          </p:nvSpPr>
          <p:spPr>
            <a:xfrm>
              <a:off x="4225230" y="5300662"/>
              <a:ext cx="458986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안에서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52" name="Weave text 269:  "/>
            <p:cNvSpPr txBox="1"/>
            <p:nvPr/>
          </p:nvSpPr>
          <p:spPr>
            <a:xfrm>
              <a:off x="4645968" y="53006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53" name="Weave text 269: 처리하며"/>
            <p:cNvSpPr txBox="1"/>
            <p:nvPr/>
          </p:nvSpPr>
          <p:spPr>
            <a:xfrm>
              <a:off x="4688830" y="5300662"/>
              <a:ext cx="599033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처리하며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54" name="Weave text 269: , "/>
            <p:cNvSpPr txBox="1"/>
            <p:nvPr/>
          </p:nvSpPr>
          <p:spPr>
            <a:xfrm>
              <a:off x="5249614" y="5300662"/>
              <a:ext cx="12501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55" name="Weave text 269: 언제든"/>
            <p:cNvSpPr txBox="1"/>
            <p:nvPr/>
          </p:nvSpPr>
          <p:spPr>
            <a:xfrm>
              <a:off x="5336381" y="53006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언제든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56" name="Weave text 269:  "/>
            <p:cNvSpPr txBox="1"/>
            <p:nvPr/>
          </p:nvSpPr>
          <p:spPr>
            <a:xfrm>
              <a:off x="5756970" y="53006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57" name="Weave text 269: 활용을"/>
            <p:cNvSpPr txBox="1"/>
            <p:nvPr/>
          </p:nvSpPr>
          <p:spPr>
            <a:xfrm>
              <a:off x="5799832" y="5300662"/>
              <a:ext cx="458986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활용을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58" name="Weave text 269:  "/>
            <p:cNvSpPr txBox="1"/>
            <p:nvPr/>
          </p:nvSpPr>
          <p:spPr>
            <a:xfrm>
              <a:off x="6220569" y="53006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59" name="Weave text 269: 끄거나"/>
            <p:cNvSpPr txBox="1"/>
            <p:nvPr/>
          </p:nvSpPr>
          <p:spPr>
            <a:xfrm>
              <a:off x="6263432" y="53006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끄거나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60" name="Weave text 269:  "/>
            <p:cNvSpPr txBox="1"/>
            <p:nvPr/>
          </p:nvSpPr>
          <p:spPr>
            <a:xfrm>
              <a:off x="6684020" y="53006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61" name="Weave text 269: 삭제할"/>
            <p:cNvSpPr txBox="1"/>
            <p:nvPr/>
          </p:nvSpPr>
          <p:spPr>
            <a:xfrm>
              <a:off x="6726882" y="53006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삭제할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62" name="Weave text 269:  "/>
            <p:cNvSpPr txBox="1"/>
            <p:nvPr/>
          </p:nvSpPr>
          <p:spPr>
            <a:xfrm>
              <a:off x="7147471" y="53006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63" name="Weave text 269: 수"/>
            <p:cNvSpPr txBox="1"/>
            <p:nvPr/>
          </p:nvSpPr>
          <p:spPr>
            <a:xfrm>
              <a:off x="7190333" y="5300662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수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64" name="Weave text 269:  "/>
            <p:cNvSpPr txBox="1"/>
            <p:nvPr/>
          </p:nvSpPr>
          <p:spPr>
            <a:xfrm>
              <a:off x="7330529" y="53006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65" name="Weave text 269: 있습니다"/>
            <p:cNvSpPr txBox="1"/>
            <p:nvPr/>
          </p:nvSpPr>
          <p:spPr>
            <a:xfrm>
              <a:off x="7373392" y="5300662"/>
              <a:ext cx="599033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있습니다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66" name="Weave text 269: ."/>
            <p:cNvSpPr txBox="1"/>
            <p:nvPr/>
          </p:nvSpPr>
          <p:spPr>
            <a:xfrm>
              <a:off x="7934176" y="5300662"/>
              <a:ext cx="82153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67" name="Line 270: 출처와 원문을 확인한 뒤 선택한 내용만 입력되고, 메시지는 자동으로 전송"/>
          <p:cNvGrpSpPr/>
          <p:nvPr/>
        </p:nvGrpSpPr>
        <p:grpSpPr>
          <a:xfrm>
            <a:off x="1209675" y="5559623"/>
            <a:ext cx="5602039" cy="281940"/>
            <a:chOff x="1209675" y="5559623"/>
            <a:chExt cx="5602039" cy="281940"/>
          </a:xfrm>
        </p:grpSpPr>
        <p:sp>
          <p:nvSpPr>
            <p:cNvPr id="268" name="Weave text 270: 출처와"/>
            <p:cNvSpPr txBox="1"/>
            <p:nvPr/>
          </p:nvSpPr>
          <p:spPr>
            <a:xfrm>
              <a:off x="1209675" y="5559623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출처와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69" name="Weave text 270:  "/>
            <p:cNvSpPr txBox="1"/>
            <p:nvPr/>
          </p:nvSpPr>
          <p:spPr>
            <a:xfrm>
              <a:off x="1630263" y="55596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0" name="Weave text 270: 원문을"/>
            <p:cNvSpPr txBox="1"/>
            <p:nvPr/>
          </p:nvSpPr>
          <p:spPr>
            <a:xfrm>
              <a:off x="1673126" y="5559623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원문을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71" name="Weave text 270:  "/>
            <p:cNvSpPr txBox="1"/>
            <p:nvPr/>
          </p:nvSpPr>
          <p:spPr>
            <a:xfrm>
              <a:off x="2093714" y="55596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2" name="Weave text 270: 확인한"/>
            <p:cNvSpPr txBox="1"/>
            <p:nvPr/>
          </p:nvSpPr>
          <p:spPr>
            <a:xfrm>
              <a:off x="2136577" y="5559623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확인한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73" name="Weave text 270:  "/>
            <p:cNvSpPr txBox="1"/>
            <p:nvPr/>
          </p:nvSpPr>
          <p:spPr>
            <a:xfrm>
              <a:off x="2557165" y="55596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4" name="Weave text 270: 뒤"/>
            <p:cNvSpPr txBox="1"/>
            <p:nvPr/>
          </p:nvSpPr>
          <p:spPr>
            <a:xfrm>
              <a:off x="2600027" y="5559623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뒤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75" name="Weave text 270:  "/>
            <p:cNvSpPr txBox="1"/>
            <p:nvPr/>
          </p:nvSpPr>
          <p:spPr>
            <a:xfrm>
              <a:off x="2740223" y="55596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6" name="Weave text 270: 선택한"/>
            <p:cNvSpPr txBox="1"/>
            <p:nvPr/>
          </p:nvSpPr>
          <p:spPr>
            <a:xfrm>
              <a:off x="2783086" y="5559623"/>
              <a:ext cx="458986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선택한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77" name="Weave text 270:  "/>
            <p:cNvSpPr txBox="1"/>
            <p:nvPr/>
          </p:nvSpPr>
          <p:spPr>
            <a:xfrm>
              <a:off x="3203823" y="55596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8" name="Weave text 270: 내용만"/>
            <p:cNvSpPr txBox="1"/>
            <p:nvPr/>
          </p:nvSpPr>
          <p:spPr>
            <a:xfrm>
              <a:off x="3246686" y="5559623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내용만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79" name="Weave text 270:  "/>
            <p:cNvSpPr txBox="1"/>
            <p:nvPr/>
          </p:nvSpPr>
          <p:spPr>
            <a:xfrm>
              <a:off x="3667274" y="55596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80" name="Weave text 270: 입력되고"/>
            <p:cNvSpPr txBox="1"/>
            <p:nvPr/>
          </p:nvSpPr>
          <p:spPr>
            <a:xfrm>
              <a:off x="3710136" y="5559623"/>
              <a:ext cx="599033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입력되고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81" name="Weave text 270: , "/>
            <p:cNvSpPr txBox="1"/>
            <p:nvPr/>
          </p:nvSpPr>
          <p:spPr>
            <a:xfrm>
              <a:off x="4270921" y="5559623"/>
              <a:ext cx="12501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82" name="Weave text 270: 메시지는"/>
            <p:cNvSpPr txBox="1"/>
            <p:nvPr/>
          </p:nvSpPr>
          <p:spPr>
            <a:xfrm>
              <a:off x="4357688" y="5559623"/>
              <a:ext cx="599033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메시지는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83" name="Weave text 270:  "/>
            <p:cNvSpPr txBox="1"/>
            <p:nvPr/>
          </p:nvSpPr>
          <p:spPr>
            <a:xfrm>
              <a:off x="4918472" y="55596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84" name="Weave text 270: 자동으로"/>
            <p:cNvSpPr txBox="1"/>
            <p:nvPr/>
          </p:nvSpPr>
          <p:spPr>
            <a:xfrm>
              <a:off x="4961334" y="5559623"/>
              <a:ext cx="599182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자동으로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85" name="Weave text 270:  "/>
            <p:cNvSpPr txBox="1"/>
            <p:nvPr/>
          </p:nvSpPr>
          <p:spPr>
            <a:xfrm>
              <a:off x="5522268" y="55596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86" name="Weave text 270: 전송되지"/>
            <p:cNvSpPr txBox="1"/>
            <p:nvPr/>
          </p:nvSpPr>
          <p:spPr>
            <a:xfrm>
              <a:off x="5565130" y="5559623"/>
              <a:ext cx="599033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전송되지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87" name="Weave text 270:  "/>
            <p:cNvSpPr txBox="1"/>
            <p:nvPr/>
          </p:nvSpPr>
          <p:spPr>
            <a:xfrm>
              <a:off x="6125914" y="55596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88" name="Weave text 270: 않습니다"/>
            <p:cNvSpPr txBox="1"/>
            <p:nvPr/>
          </p:nvSpPr>
          <p:spPr>
            <a:xfrm>
              <a:off x="6168777" y="5559623"/>
              <a:ext cx="599033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않습니다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89" name="Weave text 270: ."/>
            <p:cNvSpPr txBox="1"/>
            <p:nvPr/>
          </p:nvSpPr>
          <p:spPr>
            <a:xfrm>
              <a:off x="6729561" y="5559623"/>
              <a:ext cx="82153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90" name="Line 271: Keystore로 저장소의 암호화 키를 보호합니다.">
            <a:hlinkClick r:id="rIdWeaveLink271"/>
          </p:cNvPr>
          <p:cNvGrpSpPr/>
          <p:nvPr/>
        </p:nvGrpSpPr>
        <p:grpSpPr>
          <a:xfrm>
            <a:off x="1209675" y="5885259"/>
            <a:ext cx="2066479" cy="205740"/>
            <a:chOff x="1209675" y="5885259"/>
            <a:chExt cx="2066479" cy="205740"/>
          </a:xfrm>
        </p:grpSpPr>
        <p:sp>
          <p:nvSpPr>
            <p:cNvPr id="291" name="Weave text 271: Keystore">
              <a:hlinkClick r:id="rIdWeaveLink271"/>
            </p:cNvPr>
            <p:cNvSpPr txBox="1"/>
            <p:nvPr/>
          </p:nvSpPr>
          <p:spPr>
            <a:xfrm>
              <a:off x="1209675" y="5885259"/>
              <a:ext cx="472529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Keystore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92" name="Weave text 271: 로">
              <a:hlinkClick r:id="rIdWeaveLink271"/>
            </p:cNvPr>
            <p:cNvSpPr txBox="1"/>
            <p:nvPr/>
          </p:nvSpPr>
          <p:spPr>
            <a:xfrm>
              <a:off x="1643955" y="5885259"/>
              <a:ext cx="134689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로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93" name="Weave text 271:  ">
              <a:hlinkClick r:id="rIdWeaveLink271"/>
            </p:cNvPr>
            <p:cNvSpPr txBox="1"/>
            <p:nvPr/>
          </p:nvSpPr>
          <p:spPr>
            <a:xfrm>
              <a:off x="1740396" y="58852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94" name="Weave text 271: 저장소의">
              <a:hlinkClick r:id="rIdWeaveLink271"/>
            </p:cNvPr>
            <p:cNvSpPr txBox="1"/>
            <p:nvPr/>
          </p:nvSpPr>
          <p:spPr>
            <a:xfrm>
              <a:off x="1769864" y="5885259"/>
              <a:ext cx="423714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저장소의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95" name="Weave text 271:  ">
              <a:hlinkClick r:id="rIdWeaveLink271"/>
            </p:cNvPr>
            <p:cNvSpPr txBox="1"/>
            <p:nvPr/>
          </p:nvSpPr>
          <p:spPr>
            <a:xfrm>
              <a:off x="2155329" y="58852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96" name="Weave text 271: 암호화">
              <a:hlinkClick r:id="rIdWeaveLink271"/>
            </p:cNvPr>
            <p:cNvSpPr txBox="1"/>
            <p:nvPr/>
          </p:nvSpPr>
          <p:spPr>
            <a:xfrm>
              <a:off x="2184797" y="5885259"/>
              <a:ext cx="32742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암호화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97" name="Weave text 271:  ">
              <a:hlinkClick r:id="rIdWeaveLink271"/>
            </p:cNvPr>
            <p:cNvSpPr txBox="1"/>
            <p:nvPr/>
          </p:nvSpPr>
          <p:spPr>
            <a:xfrm>
              <a:off x="2473970" y="58852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98" name="Weave text 271: 키를">
              <a:hlinkClick r:id="rIdWeaveLink271"/>
            </p:cNvPr>
            <p:cNvSpPr txBox="1"/>
            <p:nvPr/>
          </p:nvSpPr>
          <p:spPr>
            <a:xfrm>
              <a:off x="2503438" y="5885259"/>
              <a:ext cx="231130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키를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99" name="Weave text 271:  ">
              <a:hlinkClick r:id="rIdWeaveLink271"/>
            </p:cNvPr>
            <p:cNvSpPr txBox="1"/>
            <p:nvPr/>
          </p:nvSpPr>
          <p:spPr>
            <a:xfrm>
              <a:off x="2696319" y="58852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00" name="Weave text 271: 보호합니다">
              <a:hlinkClick r:id="rIdWeaveLink271"/>
            </p:cNvPr>
            <p:cNvSpPr txBox="1"/>
            <p:nvPr/>
          </p:nvSpPr>
          <p:spPr>
            <a:xfrm>
              <a:off x="2725787" y="5885259"/>
              <a:ext cx="520154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보호합니다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01" name="Weave text 271: .">
              <a:hlinkClick r:id="rIdWeaveLink271"/>
            </p:cNvPr>
            <p:cNvSpPr txBox="1"/>
            <p:nvPr/>
          </p:nvSpPr>
          <p:spPr>
            <a:xfrm>
              <a:off x="3207693" y="5885259"/>
              <a:ext cx="68461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302" name="Line 272:  근거가 부족하거나 충돌하면 답을 단정하지 않고 후보·원문을 먼저 보여줍"/>
          <p:cNvGrpSpPr/>
          <p:nvPr/>
        </p:nvGrpSpPr>
        <p:grpSpPr>
          <a:xfrm>
            <a:off x="3238054" y="5885259"/>
            <a:ext cx="3448348" cy="205740"/>
            <a:chOff x="3238054" y="5885259"/>
            <a:chExt cx="3448348" cy="205740"/>
          </a:xfrm>
        </p:grpSpPr>
        <p:sp>
          <p:nvSpPr>
            <p:cNvPr id="303" name="Weave text 272:  "/>
            <p:cNvSpPr txBox="1"/>
            <p:nvPr/>
          </p:nvSpPr>
          <p:spPr>
            <a:xfrm>
              <a:off x="3238054" y="5885259"/>
              <a:ext cx="67568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04" name="Weave text 272: 근거가"/>
            <p:cNvSpPr txBox="1"/>
            <p:nvPr/>
          </p:nvSpPr>
          <p:spPr>
            <a:xfrm>
              <a:off x="3267521" y="5885259"/>
              <a:ext cx="32742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근거가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05" name="Weave text 272:  "/>
            <p:cNvSpPr txBox="1"/>
            <p:nvPr/>
          </p:nvSpPr>
          <p:spPr>
            <a:xfrm>
              <a:off x="3556695" y="58852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06" name="Weave text 272: 부족하거나"/>
            <p:cNvSpPr txBox="1"/>
            <p:nvPr/>
          </p:nvSpPr>
          <p:spPr>
            <a:xfrm>
              <a:off x="3586162" y="5885259"/>
              <a:ext cx="520154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부족하거나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07" name="Weave text 272:  "/>
            <p:cNvSpPr txBox="1"/>
            <p:nvPr/>
          </p:nvSpPr>
          <p:spPr>
            <a:xfrm>
              <a:off x="4068068" y="58852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08" name="Weave text 272: 충돌하면"/>
            <p:cNvSpPr txBox="1"/>
            <p:nvPr/>
          </p:nvSpPr>
          <p:spPr>
            <a:xfrm>
              <a:off x="4097536" y="5885259"/>
              <a:ext cx="42386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충돌하면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09" name="Weave text 272:  "/>
            <p:cNvSpPr txBox="1"/>
            <p:nvPr/>
          </p:nvSpPr>
          <p:spPr>
            <a:xfrm>
              <a:off x="4483150" y="58852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10" name="Weave text 272: 답을"/>
            <p:cNvSpPr txBox="1"/>
            <p:nvPr/>
          </p:nvSpPr>
          <p:spPr>
            <a:xfrm>
              <a:off x="4512618" y="5885259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답을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11" name="Weave text 272:  "/>
            <p:cNvSpPr txBox="1"/>
            <p:nvPr/>
          </p:nvSpPr>
          <p:spPr>
            <a:xfrm>
              <a:off x="4705350" y="58852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12" name="Weave text 272: 단정하지"/>
            <p:cNvSpPr txBox="1"/>
            <p:nvPr/>
          </p:nvSpPr>
          <p:spPr>
            <a:xfrm>
              <a:off x="4734818" y="5885259"/>
              <a:ext cx="42386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단정하지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13" name="Weave text 272:  "/>
            <p:cNvSpPr txBox="1"/>
            <p:nvPr/>
          </p:nvSpPr>
          <p:spPr>
            <a:xfrm>
              <a:off x="5120432" y="58852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14" name="Weave text 272: 않고"/>
            <p:cNvSpPr txBox="1"/>
            <p:nvPr/>
          </p:nvSpPr>
          <p:spPr>
            <a:xfrm>
              <a:off x="5149900" y="5885259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않고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15" name="Weave text 272:  "/>
            <p:cNvSpPr txBox="1"/>
            <p:nvPr/>
          </p:nvSpPr>
          <p:spPr>
            <a:xfrm>
              <a:off x="5342632" y="58852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16" name="Weave text 272: 후보"/>
            <p:cNvSpPr txBox="1"/>
            <p:nvPr/>
          </p:nvSpPr>
          <p:spPr>
            <a:xfrm>
              <a:off x="5372100" y="5885259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후보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17" name="Weave text 272: ·"/>
            <p:cNvSpPr txBox="1"/>
            <p:nvPr/>
          </p:nvSpPr>
          <p:spPr>
            <a:xfrm>
              <a:off x="5564832" y="5885259"/>
              <a:ext cx="68461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18" name="Weave text 272: 원문을"/>
            <p:cNvSpPr txBox="1"/>
            <p:nvPr/>
          </p:nvSpPr>
          <p:spPr>
            <a:xfrm>
              <a:off x="5595045" y="5885259"/>
              <a:ext cx="32742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원문을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19" name="Weave text 272:  "/>
            <p:cNvSpPr txBox="1"/>
            <p:nvPr/>
          </p:nvSpPr>
          <p:spPr>
            <a:xfrm>
              <a:off x="5884218" y="58852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20" name="Weave text 272: 먼저"/>
            <p:cNvSpPr txBox="1"/>
            <p:nvPr/>
          </p:nvSpPr>
          <p:spPr>
            <a:xfrm>
              <a:off x="5913686" y="5885259"/>
              <a:ext cx="231130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먼저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21" name="Weave text 272:  "/>
            <p:cNvSpPr txBox="1"/>
            <p:nvPr/>
          </p:nvSpPr>
          <p:spPr>
            <a:xfrm>
              <a:off x="6106567" y="58852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22" name="Weave text 272: 보여줍니다"/>
            <p:cNvSpPr txBox="1"/>
            <p:nvPr/>
          </p:nvSpPr>
          <p:spPr>
            <a:xfrm>
              <a:off x="6136035" y="5885259"/>
              <a:ext cx="520154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보여줍니다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23" name="Weave text 272: ."/>
            <p:cNvSpPr txBox="1"/>
            <p:nvPr/>
          </p:nvSpPr>
          <p:spPr>
            <a:xfrm>
              <a:off x="6617940" y="5885259"/>
              <a:ext cx="68461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324" name="Line 273: Weave는 제안 설계 기준 · 상세 데이터 흐름과 모델 후보는 기획서의"/>
          <p:cNvGrpSpPr/>
          <p:nvPr/>
        </p:nvGrpSpPr>
        <p:grpSpPr>
          <a:xfrm>
            <a:off x="609600" y="6229350"/>
            <a:ext cx="3925937" cy="190500"/>
            <a:chOff x="609600" y="6229350"/>
            <a:chExt cx="3925937" cy="190500"/>
          </a:xfrm>
        </p:grpSpPr>
        <p:sp>
          <p:nvSpPr>
            <p:cNvPr id="325" name="Weave text 273: Weave"/>
            <p:cNvSpPr txBox="1"/>
            <p:nvPr/>
          </p:nvSpPr>
          <p:spPr>
            <a:xfrm>
              <a:off x="609600" y="6229350"/>
              <a:ext cx="342900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Weave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26" name="Weave text 273: 는"/>
            <p:cNvSpPr txBox="1"/>
            <p:nvPr/>
          </p:nvSpPr>
          <p:spPr>
            <a:xfrm>
              <a:off x="914251" y="6229350"/>
              <a:ext cx="125909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는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27" name="Weave text 273:  "/>
            <p:cNvSpPr txBox="1"/>
            <p:nvPr/>
          </p:nvSpPr>
          <p:spPr>
            <a:xfrm>
              <a:off x="1001911" y="622935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28" name="Weave text 273: 제안"/>
            <p:cNvSpPr txBox="1"/>
            <p:nvPr/>
          </p:nvSpPr>
          <p:spPr>
            <a:xfrm>
              <a:off x="1028700" y="6229350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제안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29" name="Weave text 273:  "/>
            <p:cNvSpPr txBox="1"/>
            <p:nvPr/>
          </p:nvSpPr>
          <p:spPr>
            <a:xfrm>
              <a:off x="1204020" y="622935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30" name="Weave text 273: 설계"/>
            <p:cNvSpPr txBox="1"/>
            <p:nvPr/>
          </p:nvSpPr>
          <p:spPr>
            <a:xfrm>
              <a:off x="1230809" y="6229350"/>
              <a:ext cx="213420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설계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31" name="Weave text 273:  "/>
            <p:cNvSpPr txBox="1"/>
            <p:nvPr/>
          </p:nvSpPr>
          <p:spPr>
            <a:xfrm>
              <a:off x="1405979" y="622935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32" name="Weave text 273: 기준"/>
            <p:cNvSpPr txBox="1"/>
            <p:nvPr/>
          </p:nvSpPr>
          <p:spPr>
            <a:xfrm>
              <a:off x="1432768" y="6229350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기준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33" name="Weave text 273:  · "/>
            <p:cNvSpPr txBox="1"/>
            <p:nvPr/>
          </p:nvSpPr>
          <p:spPr>
            <a:xfrm>
              <a:off x="1608088" y="6229350"/>
              <a:ext cx="119211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34" name="Weave text 273: 상세"/>
            <p:cNvSpPr txBox="1"/>
            <p:nvPr/>
          </p:nvSpPr>
          <p:spPr>
            <a:xfrm>
              <a:off x="1689050" y="6229350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상세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35" name="Weave text 273:  "/>
            <p:cNvSpPr txBox="1"/>
            <p:nvPr/>
          </p:nvSpPr>
          <p:spPr>
            <a:xfrm>
              <a:off x="1864370" y="622935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36" name="Weave text 273: 데이터"/>
            <p:cNvSpPr txBox="1"/>
            <p:nvPr/>
          </p:nvSpPr>
          <p:spPr>
            <a:xfrm>
              <a:off x="1891159" y="6229350"/>
              <a:ext cx="301079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데이터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37" name="Weave text 273:  "/>
            <p:cNvSpPr txBox="1"/>
            <p:nvPr/>
          </p:nvSpPr>
          <p:spPr>
            <a:xfrm>
              <a:off x="2153989" y="622935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38" name="Weave text 273: 흐름과"/>
            <p:cNvSpPr txBox="1"/>
            <p:nvPr/>
          </p:nvSpPr>
          <p:spPr>
            <a:xfrm>
              <a:off x="2180779" y="6229350"/>
              <a:ext cx="30122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흐름과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39" name="Weave text 273:  "/>
            <p:cNvSpPr txBox="1"/>
            <p:nvPr/>
          </p:nvSpPr>
          <p:spPr>
            <a:xfrm>
              <a:off x="2443758" y="622935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40" name="Weave text 273: 모델"/>
            <p:cNvSpPr txBox="1"/>
            <p:nvPr/>
          </p:nvSpPr>
          <p:spPr>
            <a:xfrm>
              <a:off x="2470547" y="6229350"/>
              <a:ext cx="213420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모델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41" name="Weave text 273:  "/>
            <p:cNvSpPr txBox="1"/>
            <p:nvPr/>
          </p:nvSpPr>
          <p:spPr>
            <a:xfrm>
              <a:off x="2645718" y="622935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42" name="Weave text 273: 후보는"/>
            <p:cNvSpPr txBox="1"/>
            <p:nvPr/>
          </p:nvSpPr>
          <p:spPr>
            <a:xfrm>
              <a:off x="2672507" y="6229350"/>
              <a:ext cx="30122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후보는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43" name="Weave text 273:  "/>
            <p:cNvSpPr txBox="1"/>
            <p:nvPr/>
          </p:nvSpPr>
          <p:spPr>
            <a:xfrm>
              <a:off x="2935486" y="622935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44" name="Weave text 273: 기획서의"/>
            <p:cNvSpPr txBox="1"/>
            <p:nvPr/>
          </p:nvSpPr>
          <p:spPr>
            <a:xfrm>
              <a:off x="2962275" y="6229350"/>
              <a:ext cx="388739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기획서의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45" name="Weave text 273:  Technical details "/>
            <p:cNvSpPr txBox="1"/>
            <p:nvPr/>
          </p:nvSpPr>
          <p:spPr>
            <a:xfrm>
              <a:off x="3312765" y="6229350"/>
              <a:ext cx="845493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 Technical details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46" name="Weave text 273: 부록"/>
            <p:cNvSpPr txBox="1"/>
            <p:nvPr/>
          </p:nvSpPr>
          <p:spPr>
            <a:xfrm>
              <a:off x="4120009" y="6229350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부록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47" name="Weave text 273:  "/>
            <p:cNvSpPr txBox="1"/>
            <p:nvPr/>
          </p:nvSpPr>
          <p:spPr>
            <a:xfrm>
              <a:off x="4295329" y="622935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48" name="Weave text 273: 참조"/>
            <p:cNvSpPr txBox="1"/>
            <p:nvPr/>
          </p:nvSpPr>
          <p:spPr>
            <a:xfrm>
              <a:off x="4322118" y="6229350"/>
              <a:ext cx="213420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참조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349" name="Line 274: WEAVE ASSIST / GALAXY AI CONCEPT"/>
          <p:cNvGrpSpPr/>
          <p:nvPr/>
        </p:nvGrpSpPr>
        <p:grpSpPr>
          <a:xfrm>
            <a:off x="609600" y="6486525"/>
            <a:ext cx="2393007" cy="190500"/>
            <a:chOff x="609600" y="6486525"/>
            <a:chExt cx="2393007" cy="190500"/>
          </a:xfrm>
        </p:grpSpPr>
        <p:sp>
          <p:nvSpPr>
            <p:cNvPr id="350" name="Weave text 274: WEAVE ASSIST / GALAXY AI CONCEPT"/>
            <p:cNvSpPr txBox="1"/>
            <p:nvPr/>
          </p:nvSpPr>
          <p:spPr>
            <a:xfrm>
              <a:off x="609600" y="6486525"/>
              <a:ext cx="2393007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WEAVE ASSIST / GALAXY AI CONCEPT</a:t>
              </a:r>
              <a:endParaRPr sz="750" b="0" i="0" spc="142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351" name="Line 275: 09 / 11"/>
          <p:cNvGrpSpPr/>
          <p:nvPr/>
        </p:nvGrpSpPr>
        <p:grpSpPr>
          <a:xfrm>
            <a:off x="11171039" y="6486525"/>
            <a:ext cx="449461" cy="190500"/>
            <a:chOff x="11171039" y="6486525"/>
            <a:chExt cx="449461" cy="190500"/>
          </a:xfrm>
        </p:grpSpPr>
        <p:sp>
          <p:nvSpPr>
            <p:cNvPr id="352" name="Weave text 275: 09 / 11"/>
            <p:cNvSpPr txBox="1"/>
            <p:nvPr/>
          </p:nvSpPr>
          <p:spPr>
            <a:xfrm>
              <a:off x="11171039" y="6486525"/>
              <a:ext cx="449461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09 / 11</a:t>
              </a:r>
              <a:endParaRPr sz="750" b="0" i="0" spc="142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TML visual layer (text is separately editable)"/>
          <p:cNvPicPr>
            <a:picLocks noChangeAspect="1"/>
          </p:cNvPicPr>
          <p:nvPr/>
        </p:nvPicPr>
        <p:blipFill>
          <a:blip r:embed="rIdWeaveVisualLayer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3" name="Line 276: 10 / DIFFERENTIATION"/>
          <p:cNvGrpSpPr/>
          <p:nvPr/>
        </p:nvGrpSpPr>
        <p:grpSpPr>
          <a:xfrm>
            <a:off x="609600" y="371475"/>
            <a:ext cx="1547366" cy="205740"/>
            <a:chOff x="609600" y="371475"/>
            <a:chExt cx="1547366" cy="205740"/>
          </a:xfrm>
        </p:grpSpPr>
        <p:sp>
          <p:nvSpPr>
            <p:cNvPr id="4" name="Weave text 276: 10 / DIFFERENTIATION"/>
            <p:cNvSpPr txBox="1"/>
            <p:nvPr/>
          </p:nvSpPr>
          <p:spPr>
            <a:xfrm>
              <a:off x="609600" y="371475"/>
              <a:ext cx="1547366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148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825" b="0" i="0" spc="148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rPr>
                <a:t xml:space="preserve">10 / DIFFERENTIATION</a:t>
              </a:r>
              <a:endParaRPr sz="825" b="0" i="0" spc="148" kern="0" lang="ko-KR" altLang="en-US" dirty="0">
                <a:solidFill>
                  <a:srgbClr val="B8A2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5" name="Line 277: 흩어진 기록을, 찾고 이어 쓰는 경험."/>
          <p:cNvGrpSpPr/>
          <p:nvPr/>
        </p:nvGrpSpPr>
        <p:grpSpPr>
          <a:xfrm>
            <a:off x="609600" y="704850"/>
            <a:ext cx="5260479" cy="647700"/>
            <a:chOff x="609600" y="704850"/>
            <a:chExt cx="5260479" cy="647700"/>
          </a:xfrm>
        </p:grpSpPr>
        <p:sp>
          <p:nvSpPr>
            <p:cNvPr id="6" name="Weave text 277: 흩어진"/>
            <p:cNvSpPr txBox="1"/>
            <p:nvPr/>
          </p:nvSpPr>
          <p:spPr>
            <a:xfrm>
              <a:off x="609600" y="704850"/>
              <a:ext cx="1032570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흩어진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7" name="Weave text 277:  "/>
            <p:cNvSpPr txBox="1"/>
            <p:nvPr/>
          </p:nvSpPr>
          <p:spPr>
            <a:xfrm>
              <a:off x="1603921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8" name="Weave text 277: 기록을"/>
            <p:cNvSpPr txBox="1"/>
            <p:nvPr/>
          </p:nvSpPr>
          <p:spPr>
            <a:xfrm>
              <a:off x="1680865" y="704850"/>
              <a:ext cx="1032718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기록을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9" name="Weave text 277: , "/>
            <p:cNvSpPr txBox="1"/>
            <p:nvPr/>
          </p:nvSpPr>
          <p:spPr>
            <a:xfrm>
              <a:off x="2675334" y="704850"/>
              <a:ext cx="209699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,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0" name="Weave text 277: 찾고"/>
            <p:cNvSpPr txBox="1"/>
            <p:nvPr/>
          </p:nvSpPr>
          <p:spPr>
            <a:xfrm>
              <a:off x="2846784" y="704850"/>
              <a:ext cx="701278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찾고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1" name="Weave text 277:  "/>
            <p:cNvSpPr txBox="1"/>
            <p:nvPr/>
          </p:nvSpPr>
          <p:spPr>
            <a:xfrm>
              <a:off x="3509814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2" name="Weave text 277: 이어"/>
            <p:cNvSpPr txBox="1"/>
            <p:nvPr/>
          </p:nvSpPr>
          <p:spPr>
            <a:xfrm>
              <a:off x="3586758" y="704850"/>
              <a:ext cx="70112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이어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3" name="Weave text 277:  "/>
            <p:cNvSpPr txBox="1"/>
            <p:nvPr/>
          </p:nvSpPr>
          <p:spPr>
            <a:xfrm>
              <a:off x="4249638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4" name="Weave text 277: 쓰는"/>
            <p:cNvSpPr txBox="1"/>
            <p:nvPr/>
          </p:nvSpPr>
          <p:spPr>
            <a:xfrm>
              <a:off x="4326582" y="704850"/>
              <a:ext cx="701278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쓰는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5" name="Weave text 277:  "/>
            <p:cNvSpPr txBox="1"/>
            <p:nvPr/>
          </p:nvSpPr>
          <p:spPr>
            <a:xfrm>
              <a:off x="4989612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6" name="Weave text 277: 경험"/>
            <p:cNvSpPr txBox="1"/>
            <p:nvPr/>
          </p:nvSpPr>
          <p:spPr>
            <a:xfrm>
              <a:off x="5066556" y="704850"/>
              <a:ext cx="70112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경험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7" name="Weave text 277: ."/>
            <p:cNvSpPr txBox="1"/>
            <p:nvPr/>
          </p:nvSpPr>
          <p:spPr>
            <a:xfrm>
              <a:off x="5729436" y="704850"/>
              <a:ext cx="14064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.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8" name="Line 278: 같은 정보를 보여주는 것을 넘어, 기록 속 단서를 이어 필요한 내용을 완"/>
          <p:cNvGrpSpPr/>
          <p:nvPr/>
        </p:nvGrpSpPr>
        <p:grpSpPr>
          <a:xfrm>
            <a:off x="609600" y="1343025"/>
            <a:ext cx="5399484" cy="297180"/>
            <a:chOff x="609600" y="1343025"/>
            <a:chExt cx="5399484" cy="297180"/>
          </a:xfrm>
        </p:grpSpPr>
        <p:sp>
          <p:nvSpPr>
            <p:cNvPr id="19" name="Weave text 278: 같은"/>
            <p:cNvSpPr txBox="1"/>
            <p:nvPr/>
          </p:nvSpPr>
          <p:spPr>
            <a:xfrm>
              <a:off x="609600" y="1343025"/>
              <a:ext cx="336054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같은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" name="Weave text 278:  "/>
            <p:cNvSpPr txBox="1"/>
            <p:nvPr/>
          </p:nvSpPr>
          <p:spPr>
            <a:xfrm>
              <a:off x="907405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" name="Weave text 278: 정보를"/>
            <p:cNvSpPr txBox="1"/>
            <p:nvPr/>
          </p:nvSpPr>
          <p:spPr>
            <a:xfrm>
              <a:off x="952946" y="1343025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정보를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" name="Weave text 278:  "/>
            <p:cNvSpPr txBox="1"/>
            <p:nvPr/>
          </p:nvSpPr>
          <p:spPr>
            <a:xfrm>
              <a:off x="1399877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" name="Weave text 278: 보여주는"/>
            <p:cNvSpPr txBox="1"/>
            <p:nvPr/>
          </p:nvSpPr>
          <p:spPr>
            <a:xfrm>
              <a:off x="1445419" y="1343025"/>
              <a:ext cx="63415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보여주는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4" name="Weave text 278:  "/>
            <p:cNvSpPr txBox="1"/>
            <p:nvPr/>
          </p:nvSpPr>
          <p:spPr>
            <a:xfrm>
              <a:off x="2041327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5" name="Weave text 278: 것을"/>
            <p:cNvSpPr txBox="1"/>
            <p:nvPr/>
          </p:nvSpPr>
          <p:spPr>
            <a:xfrm>
              <a:off x="2086868" y="1343025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것을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6" name="Weave text 278:  "/>
            <p:cNvSpPr txBox="1"/>
            <p:nvPr/>
          </p:nvSpPr>
          <p:spPr>
            <a:xfrm>
              <a:off x="2384822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" name="Weave text 278: 넘어"/>
            <p:cNvSpPr txBox="1"/>
            <p:nvPr/>
          </p:nvSpPr>
          <p:spPr>
            <a:xfrm>
              <a:off x="2430363" y="1343025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넘어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8" name="Weave text 278: , "/>
            <p:cNvSpPr txBox="1"/>
            <p:nvPr/>
          </p:nvSpPr>
          <p:spPr>
            <a:xfrm>
              <a:off x="2728317" y="1343025"/>
              <a:ext cx="130373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9" name="Weave text 278: 기록"/>
            <p:cNvSpPr txBox="1"/>
            <p:nvPr/>
          </p:nvSpPr>
          <p:spPr>
            <a:xfrm>
              <a:off x="2820442" y="1343025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기록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0" name="Weave text 278:  "/>
            <p:cNvSpPr txBox="1"/>
            <p:nvPr/>
          </p:nvSpPr>
          <p:spPr>
            <a:xfrm>
              <a:off x="3118396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1" name="Weave text 278: 속"/>
            <p:cNvSpPr txBox="1"/>
            <p:nvPr/>
          </p:nvSpPr>
          <p:spPr>
            <a:xfrm>
              <a:off x="3163937" y="1343025"/>
              <a:ext cx="187226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속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2" name="Weave text 278:  "/>
            <p:cNvSpPr txBox="1"/>
            <p:nvPr/>
          </p:nvSpPr>
          <p:spPr>
            <a:xfrm>
              <a:off x="3312914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3" name="Weave text 278: 단서를"/>
            <p:cNvSpPr txBox="1"/>
            <p:nvPr/>
          </p:nvSpPr>
          <p:spPr>
            <a:xfrm>
              <a:off x="3358455" y="1343025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단서를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4" name="Weave text 278:  "/>
            <p:cNvSpPr txBox="1"/>
            <p:nvPr/>
          </p:nvSpPr>
          <p:spPr>
            <a:xfrm>
              <a:off x="3805386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5" name="Weave text 278: 이어"/>
            <p:cNvSpPr txBox="1"/>
            <p:nvPr/>
          </p:nvSpPr>
          <p:spPr>
            <a:xfrm>
              <a:off x="3850928" y="1343025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이어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6" name="Weave text 278:  "/>
            <p:cNvSpPr txBox="1"/>
            <p:nvPr/>
          </p:nvSpPr>
          <p:spPr>
            <a:xfrm>
              <a:off x="4148882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7" name="Weave text 278: 필요한"/>
            <p:cNvSpPr txBox="1"/>
            <p:nvPr/>
          </p:nvSpPr>
          <p:spPr>
            <a:xfrm>
              <a:off x="4194423" y="1343025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필요한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8" name="Weave text 278:  "/>
            <p:cNvSpPr txBox="1"/>
            <p:nvPr/>
          </p:nvSpPr>
          <p:spPr>
            <a:xfrm>
              <a:off x="4641354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9" name="Weave text 278: 내용을"/>
            <p:cNvSpPr txBox="1"/>
            <p:nvPr/>
          </p:nvSpPr>
          <p:spPr>
            <a:xfrm>
              <a:off x="4686895" y="1343025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내용을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0" name="Weave text 278:  "/>
            <p:cNvSpPr txBox="1"/>
            <p:nvPr/>
          </p:nvSpPr>
          <p:spPr>
            <a:xfrm>
              <a:off x="5133826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1" name="Weave text 278: 완성합니다"/>
            <p:cNvSpPr txBox="1"/>
            <p:nvPr/>
          </p:nvSpPr>
          <p:spPr>
            <a:xfrm>
              <a:off x="5179368" y="1343025"/>
              <a:ext cx="783134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완성합니다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2" name="Weave text 278: ."/>
            <p:cNvSpPr txBox="1"/>
            <p:nvPr/>
          </p:nvSpPr>
          <p:spPr>
            <a:xfrm>
              <a:off x="5924252" y="1343025"/>
              <a:ext cx="84832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43" name="Line 279: 비교 요소"/>
          <p:cNvGrpSpPr/>
          <p:nvPr/>
        </p:nvGrpSpPr>
        <p:grpSpPr>
          <a:xfrm>
            <a:off x="609600" y="2107406"/>
            <a:ext cx="528638" cy="236220"/>
            <a:chOff x="609600" y="2107406"/>
            <a:chExt cx="528638" cy="236220"/>
          </a:xfrm>
        </p:grpSpPr>
        <p:sp>
          <p:nvSpPr>
            <p:cNvPr id="44" name="Weave text 279: 비교"/>
            <p:cNvSpPr txBox="1"/>
            <p:nvPr/>
          </p:nvSpPr>
          <p:spPr>
            <a:xfrm>
              <a:off x="609600" y="2107406"/>
              <a:ext cx="265956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8E9CB5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75" b="0" i="0" spc="0" kern="0" lang="ko-KR" altLang="en-US" dirty="0">
                  <a:solidFill>
                    <a:srgbClr val="8E9CB5"/>
                  </a:solidFill>
                  <a:latin typeface="Noto Sans KR"/>
                  <a:ea typeface="Noto Sans KR"/>
                  <a:cs typeface="Noto Sans KR"/>
                </a:rPr>
                <a:t xml:space="preserve">비교</a:t>
              </a:r>
              <a:endParaRPr sz="975" b="0" i="0" spc="0" kern="0" lang="ko-KR" altLang="en-US" dirty="0">
                <a:solidFill>
                  <a:srgbClr val="8E9CB5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5" name="Weave text 279:  "/>
            <p:cNvSpPr txBox="1"/>
            <p:nvPr/>
          </p:nvSpPr>
          <p:spPr>
            <a:xfrm>
              <a:off x="837307" y="2107406"/>
              <a:ext cx="73075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8E9CB5"/>
                  </a:solidFill>
                  <a:latin typeface="Inter"/>
                  <a:ea typeface="Inter"/>
                  <a:cs typeface="Inter"/>
                </a:defRPr>
              </a:pPr>
              <a:r>
                <a:rPr sz="975" b="0" i="0" spc="0" kern="0" lang="ko-KR" altLang="en-US" dirty="0">
                  <a:solidFill>
                    <a:srgbClr val="8E9CB5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75" b="0" i="0" spc="0" kern="0" lang="ko-KR" altLang="en-US" dirty="0">
                <a:solidFill>
                  <a:srgbClr val="8E9CB5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6" name="Weave text 279: 요소"/>
            <p:cNvSpPr txBox="1"/>
            <p:nvPr/>
          </p:nvSpPr>
          <p:spPr>
            <a:xfrm>
              <a:off x="872133" y="2107406"/>
              <a:ext cx="266105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8E9CB5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75" b="0" i="0" spc="0" kern="0" lang="ko-KR" altLang="en-US" dirty="0">
                  <a:solidFill>
                    <a:srgbClr val="8E9CB5"/>
                  </a:solidFill>
                  <a:latin typeface="Noto Sans KR"/>
                  <a:ea typeface="Noto Sans KR"/>
                  <a:cs typeface="Noto Sans KR"/>
                </a:rPr>
                <a:t xml:space="preserve">요소</a:t>
              </a:r>
              <a:endParaRPr sz="975" b="0" i="0" spc="0" kern="0" lang="ko-KR" altLang="en-US" dirty="0">
                <a:solidFill>
                  <a:srgbClr val="8E9CB5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47" name="Line 280: Samsung"/>
          <p:cNvGrpSpPr/>
          <p:nvPr/>
        </p:nvGrpSpPr>
        <p:grpSpPr>
          <a:xfrm>
            <a:off x="3615035" y="1896517"/>
            <a:ext cx="770781" cy="297180"/>
            <a:chOff x="3615035" y="1896517"/>
            <a:chExt cx="770781" cy="297180"/>
          </a:xfrm>
        </p:grpSpPr>
        <p:sp>
          <p:nvSpPr>
            <p:cNvPr id="48" name="Weave text 280: Samsung"/>
            <p:cNvSpPr txBox="1"/>
            <p:nvPr/>
          </p:nvSpPr>
          <p:spPr>
            <a:xfrm>
              <a:off x="3615035" y="1896517"/>
              <a:ext cx="770781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Samsung</a:t>
              </a:r>
              <a:endParaRPr sz="1275" b="0" i="0" spc="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49" name="Line 281: Writing Assist"/>
          <p:cNvGrpSpPr/>
          <p:nvPr/>
        </p:nvGrpSpPr>
        <p:grpSpPr>
          <a:xfrm>
            <a:off x="3435846" y="2090738"/>
            <a:ext cx="1129159" cy="297180"/>
            <a:chOff x="3435846" y="2090738"/>
            <a:chExt cx="1129159" cy="297180"/>
          </a:xfrm>
        </p:grpSpPr>
        <p:sp>
          <p:nvSpPr>
            <p:cNvPr id="50" name="Weave text 281: Writing Assist"/>
            <p:cNvSpPr txBox="1"/>
            <p:nvPr/>
          </p:nvSpPr>
          <p:spPr>
            <a:xfrm>
              <a:off x="3435846" y="2090738"/>
              <a:ext cx="1129159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Writing Assist</a:t>
              </a:r>
              <a:endParaRPr sz="1275" b="0" i="0" spc="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51" name="Line 282: 2024.01.31¹"/>
          <p:cNvGrpSpPr/>
          <p:nvPr/>
        </p:nvGrpSpPr>
        <p:grpSpPr>
          <a:xfrm>
            <a:off x="3727252" y="2342108"/>
            <a:ext cx="546497" cy="190500"/>
            <a:chOff x="3727252" y="2342108"/>
            <a:chExt cx="546497" cy="190500"/>
          </a:xfrm>
        </p:grpSpPr>
        <p:sp>
          <p:nvSpPr>
            <p:cNvPr id="52" name="Weave text 282: 2024.01.31¹"/>
            <p:cNvSpPr txBox="1"/>
            <p:nvPr/>
          </p:nvSpPr>
          <p:spPr>
            <a:xfrm>
              <a:off x="3727252" y="2342108"/>
              <a:ext cx="546497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9EA9C0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9EA9C0"/>
                  </a:solidFill>
                  <a:latin typeface="Inter"/>
                  <a:ea typeface="Inter"/>
                  <a:cs typeface="Inter"/>
                </a:rPr>
                <a:t xml:space="preserve">2024.01.31¹</a:t>
              </a:r>
              <a:endParaRPr sz="750" b="0" i="0" spc="0" kern="0" lang="ko-KR" altLang="en-US" dirty="0">
                <a:solidFill>
                  <a:srgbClr val="9EA9C0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53" name="Line 283: Now Nudge"/>
          <p:cNvGrpSpPr/>
          <p:nvPr/>
        </p:nvGrpSpPr>
        <p:grpSpPr>
          <a:xfrm>
            <a:off x="5695057" y="1993553"/>
            <a:ext cx="954137" cy="297180"/>
            <a:chOff x="5695057" y="1993553"/>
            <a:chExt cx="954137" cy="297180"/>
          </a:xfrm>
        </p:grpSpPr>
        <p:sp>
          <p:nvSpPr>
            <p:cNvPr id="54" name="Weave text 283: Now Nudge"/>
            <p:cNvSpPr txBox="1"/>
            <p:nvPr/>
          </p:nvSpPr>
          <p:spPr>
            <a:xfrm>
              <a:off x="5695057" y="1993553"/>
              <a:ext cx="954137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Now Nudge</a:t>
              </a:r>
              <a:endParaRPr sz="1275" b="0" i="0" spc="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55" name="Line 284: 2026.03.11"/>
          <p:cNvGrpSpPr/>
          <p:nvPr/>
        </p:nvGrpSpPr>
        <p:grpSpPr>
          <a:xfrm>
            <a:off x="5917704" y="2244923"/>
            <a:ext cx="508843" cy="190500"/>
            <a:chOff x="5917704" y="2244923"/>
            <a:chExt cx="508843" cy="190500"/>
          </a:xfrm>
        </p:grpSpPr>
        <p:sp>
          <p:nvSpPr>
            <p:cNvPr id="56" name="Weave text 284: 2026.03.11"/>
            <p:cNvSpPr txBox="1"/>
            <p:nvPr/>
          </p:nvSpPr>
          <p:spPr>
            <a:xfrm>
              <a:off x="5917704" y="2244923"/>
              <a:ext cx="508843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9EA9C0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9EA9C0"/>
                  </a:solidFill>
                  <a:latin typeface="Inter"/>
                  <a:ea typeface="Inter"/>
                  <a:cs typeface="Inter"/>
                </a:rPr>
                <a:t xml:space="preserve">2026.03.11</a:t>
              </a:r>
              <a:endParaRPr sz="750" b="0" i="0" spc="0" kern="0" lang="ko-KR" altLang="en-US" dirty="0">
                <a:solidFill>
                  <a:srgbClr val="9EA9C0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57" name="Line 285: Kanana"/>
          <p:cNvGrpSpPr/>
          <p:nvPr/>
        </p:nvGrpSpPr>
        <p:grpSpPr>
          <a:xfrm>
            <a:off x="8029277" y="1896517"/>
            <a:ext cx="629096" cy="297180"/>
            <a:chOff x="8029277" y="1896517"/>
            <a:chExt cx="629096" cy="297180"/>
          </a:xfrm>
        </p:grpSpPr>
        <p:sp>
          <p:nvSpPr>
            <p:cNvPr id="58" name="Weave text 285: Kanana"/>
            <p:cNvSpPr txBox="1"/>
            <p:nvPr/>
          </p:nvSpPr>
          <p:spPr>
            <a:xfrm>
              <a:off x="8029277" y="1896517"/>
              <a:ext cx="629096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Kanana</a:t>
              </a:r>
              <a:endParaRPr sz="1275" b="0" i="0" spc="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59" name="Line 286: in KakaoTalk"/>
          <p:cNvGrpSpPr/>
          <p:nvPr/>
        </p:nvGrpSpPr>
        <p:grpSpPr>
          <a:xfrm>
            <a:off x="7833420" y="2090738"/>
            <a:ext cx="1020961" cy="297180"/>
            <a:chOff x="7833420" y="2090738"/>
            <a:chExt cx="1020961" cy="297180"/>
          </a:xfrm>
        </p:grpSpPr>
        <p:sp>
          <p:nvSpPr>
            <p:cNvPr id="60" name="Weave text 286: in KakaoTalk"/>
            <p:cNvSpPr txBox="1"/>
            <p:nvPr/>
          </p:nvSpPr>
          <p:spPr>
            <a:xfrm>
              <a:off x="7833420" y="2090738"/>
              <a:ext cx="1020961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in KakaoTalk</a:t>
              </a:r>
              <a:endParaRPr sz="1275" b="0" i="0" spc="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61" name="Line 287: 2026.03.17"/>
          <p:cNvGrpSpPr/>
          <p:nvPr/>
        </p:nvGrpSpPr>
        <p:grpSpPr>
          <a:xfrm>
            <a:off x="8081814" y="2342108"/>
            <a:ext cx="524024" cy="190500"/>
            <a:chOff x="8081814" y="2342108"/>
            <a:chExt cx="524024" cy="190500"/>
          </a:xfrm>
        </p:grpSpPr>
        <p:sp>
          <p:nvSpPr>
            <p:cNvPr id="62" name="Weave text 287: 2026.03.17"/>
            <p:cNvSpPr txBox="1"/>
            <p:nvPr/>
          </p:nvSpPr>
          <p:spPr>
            <a:xfrm>
              <a:off x="8081814" y="2342108"/>
              <a:ext cx="524024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9EA9C0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9EA9C0"/>
                  </a:solidFill>
                  <a:latin typeface="Inter"/>
                  <a:ea typeface="Inter"/>
                  <a:cs typeface="Inter"/>
                </a:rPr>
                <a:t xml:space="preserve">2026.03.17</a:t>
              </a:r>
              <a:endParaRPr sz="750" b="0" i="0" spc="0" kern="0" lang="ko-KR" altLang="en-US" dirty="0">
                <a:solidFill>
                  <a:srgbClr val="9EA9C0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63" name="Line 288: Weave"/>
          <p:cNvGrpSpPr/>
          <p:nvPr/>
        </p:nvGrpSpPr>
        <p:grpSpPr>
          <a:xfrm>
            <a:off x="10230296" y="1993553"/>
            <a:ext cx="570607" cy="297180"/>
            <a:chOff x="10230296" y="1993553"/>
            <a:chExt cx="570607" cy="297180"/>
          </a:xfrm>
        </p:grpSpPr>
        <p:sp>
          <p:nvSpPr>
            <p:cNvPr id="64" name="Weave text 288: Weave"/>
            <p:cNvSpPr txBox="1"/>
            <p:nvPr/>
          </p:nvSpPr>
          <p:spPr>
            <a:xfrm>
              <a:off x="10230296" y="1993553"/>
              <a:ext cx="570607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0E8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275" b="0" i="0" spc="0" kern="0" lang="ko-KR" altLang="en-US" dirty="0">
                  <a:solidFill>
                    <a:srgbClr val="F0E8FF"/>
                  </a:solidFill>
                  <a:latin typeface="Inter SemiBold"/>
                  <a:ea typeface="Inter SemiBold"/>
                  <a:cs typeface="Inter SemiBold"/>
                </a:rPr>
                <a:t xml:space="preserve">Weave</a:t>
              </a:r>
              <a:endParaRPr sz="1275" b="0" i="0" spc="0" kern="0" lang="ko-KR" altLang="en-US" dirty="0">
                <a:solidFill>
                  <a:srgbClr val="F0E8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65" name="Line 289: 제안"/>
          <p:cNvGrpSpPr/>
          <p:nvPr/>
        </p:nvGrpSpPr>
        <p:grpSpPr>
          <a:xfrm>
            <a:off x="10408890" y="2244923"/>
            <a:ext cx="213420" cy="190500"/>
            <a:chOff x="10408890" y="2244923"/>
            <a:chExt cx="213420" cy="190500"/>
          </a:xfrm>
        </p:grpSpPr>
        <p:sp>
          <p:nvSpPr>
            <p:cNvPr id="66" name="Weave text 289: 제안"/>
            <p:cNvSpPr txBox="1"/>
            <p:nvPr/>
          </p:nvSpPr>
          <p:spPr>
            <a:xfrm>
              <a:off x="10408890" y="2244923"/>
              <a:ext cx="213420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9EA9C0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9EA9C0"/>
                  </a:solidFill>
                  <a:latin typeface="Noto Sans KR"/>
                  <a:ea typeface="Noto Sans KR"/>
                  <a:cs typeface="Noto Sans KR"/>
                </a:rPr>
                <a:t xml:space="preserve">제안</a:t>
              </a:r>
              <a:endParaRPr sz="750" b="0" i="0" spc="0" kern="0" lang="ko-KR" altLang="en-US" dirty="0">
                <a:solidFill>
                  <a:srgbClr val="9EA9C0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67" name="Line 290: 핵심 역할"/>
          <p:cNvGrpSpPr/>
          <p:nvPr/>
        </p:nvGrpSpPr>
        <p:grpSpPr>
          <a:xfrm>
            <a:off x="609600" y="2636044"/>
            <a:ext cx="586234" cy="266700"/>
            <a:chOff x="609600" y="2636044"/>
            <a:chExt cx="586234" cy="266700"/>
          </a:xfrm>
        </p:grpSpPr>
        <p:sp>
          <p:nvSpPr>
            <p:cNvPr id="68" name="Weave text 290: 핵심"/>
            <p:cNvSpPr txBox="1"/>
            <p:nvPr/>
          </p:nvSpPr>
          <p:spPr>
            <a:xfrm>
              <a:off x="609600" y="2636044"/>
              <a:ext cx="293936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rPr>
                <a:t xml:space="preserve">핵심</a:t>
              </a:r>
              <a:endParaRPr sz="1125" b="0" i="0" spc="-28" kern="0" lang="ko-KR" altLang="en-US" dirty="0">
                <a:solidFill>
                  <a:srgbClr val="C5CE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9" name="Weave text 290:  "/>
            <p:cNvSpPr txBox="1"/>
            <p:nvPr/>
          </p:nvSpPr>
          <p:spPr>
            <a:xfrm>
              <a:off x="865287" y="2636044"/>
              <a:ext cx="74861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125" b="0" i="0" spc="-28" kern="0" lang="ko-KR" altLang="en-US" dirty="0">
                <a:solidFill>
                  <a:srgbClr val="C5CE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0" name="Weave text 290: 역할"/>
            <p:cNvSpPr txBox="1"/>
            <p:nvPr/>
          </p:nvSpPr>
          <p:spPr>
            <a:xfrm>
              <a:off x="901898" y="2636044"/>
              <a:ext cx="293936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rPr>
                <a:t xml:space="preserve">역할</a:t>
              </a:r>
              <a:endParaRPr sz="1125" b="0" i="0" spc="-28" kern="0" lang="ko-KR" altLang="en-US" dirty="0">
                <a:solidFill>
                  <a:srgbClr val="C5CED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71" name="Line 291: 문장 생성·교정·번역"/>
          <p:cNvGrpSpPr/>
          <p:nvPr/>
        </p:nvGrpSpPr>
        <p:grpSpPr>
          <a:xfrm>
            <a:off x="3433465" y="2649438"/>
            <a:ext cx="1133921" cy="251460"/>
            <a:chOff x="3433465" y="2649438"/>
            <a:chExt cx="1133921" cy="251460"/>
          </a:xfrm>
        </p:grpSpPr>
        <p:sp>
          <p:nvSpPr>
            <p:cNvPr id="72" name="Weave text 291: 문장"/>
            <p:cNvSpPr txBox="1"/>
            <p:nvPr/>
          </p:nvSpPr>
          <p:spPr>
            <a:xfrm>
              <a:off x="3433465" y="2649438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문장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3" name="Weave text 291:  "/>
            <p:cNvSpPr txBox="1"/>
            <p:nvPr/>
          </p:nvSpPr>
          <p:spPr>
            <a:xfrm>
              <a:off x="3678734" y="2649438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4" name="Weave text 291: 생성"/>
            <p:cNvSpPr txBox="1"/>
            <p:nvPr/>
          </p:nvSpPr>
          <p:spPr>
            <a:xfrm>
              <a:off x="3716238" y="2649438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생성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5" name="Weave text 291: ·"/>
            <p:cNvSpPr txBox="1"/>
            <p:nvPr/>
          </p:nvSpPr>
          <p:spPr>
            <a:xfrm>
              <a:off x="3961656" y="2649438"/>
              <a:ext cx="76646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6" name="Weave text 291: 교정"/>
            <p:cNvSpPr txBox="1"/>
            <p:nvPr/>
          </p:nvSpPr>
          <p:spPr>
            <a:xfrm>
              <a:off x="4000054" y="2649438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교정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7" name="Weave text 291: ·"/>
            <p:cNvSpPr txBox="1"/>
            <p:nvPr/>
          </p:nvSpPr>
          <p:spPr>
            <a:xfrm>
              <a:off x="4245471" y="2649438"/>
              <a:ext cx="76646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8" name="Weave text 291: 번역"/>
            <p:cNvSpPr txBox="1"/>
            <p:nvPr/>
          </p:nvSpPr>
          <p:spPr>
            <a:xfrm>
              <a:off x="4283869" y="2649438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번역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79" name="Line 292: 필요한 정보·행동 안내"/>
          <p:cNvGrpSpPr/>
          <p:nvPr/>
        </p:nvGrpSpPr>
        <p:grpSpPr>
          <a:xfrm>
            <a:off x="5544294" y="2649438"/>
            <a:ext cx="1255663" cy="251460"/>
            <a:chOff x="5544294" y="2649438"/>
            <a:chExt cx="1255663" cy="251460"/>
          </a:xfrm>
        </p:grpSpPr>
        <p:sp>
          <p:nvSpPr>
            <p:cNvPr id="80" name="Weave text 292: 필요한"/>
            <p:cNvSpPr txBox="1"/>
            <p:nvPr/>
          </p:nvSpPr>
          <p:spPr>
            <a:xfrm>
              <a:off x="5544294" y="2649438"/>
              <a:ext cx="406152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필요한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1" name="Weave text 292:  "/>
            <p:cNvSpPr txBox="1"/>
            <p:nvPr/>
          </p:nvSpPr>
          <p:spPr>
            <a:xfrm>
              <a:off x="5912197" y="2649438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2" name="Weave text 292: 정보"/>
            <p:cNvSpPr txBox="1"/>
            <p:nvPr/>
          </p:nvSpPr>
          <p:spPr>
            <a:xfrm>
              <a:off x="5949702" y="2649438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정보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3" name="Weave text 292: ·"/>
            <p:cNvSpPr txBox="1"/>
            <p:nvPr/>
          </p:nvSpPr>
          <p:spPr>
            <a:xfrm>
              <a:off x="6195120" y="2649438"/>
              <a:ext cx="76646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4" name="Weave text 292: 행동"/>
            <p:cNvSpPr txBox="1"/>
            <p:nvPr/>
          </p:nvSpPr>
          <p:spPr>
            <a:xfrm>
              <a:off x="6233517" y="2649438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행동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5" name="Weave text 292:  "/>
            <p:cNvSpPr txBox="1"/>
            <p:nvPr/>
          </p:nvSpPr>
          <p:spPr>
            <a:xfrm>
              <a:off x="6478935" y="2649438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6" name="Weave text 292: 안내"/>
            <p:cNvSpPr txBox="1"/>
            <p:nvPr/>
          </p:nvSpPr>
          <p:spPr>
            <a:xfrm>
              <a:off x="6516439" y="2649438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안내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87" name="Line 293: 대화 속 일정·정보 챙기기"/>
          <p:cNvGrpSpPr/>
          <p:nvPr/>
        </p:nvGrpSpPr>
        <p:grpSpPr>
          <a:xfrm>
            <a:off x="7635925" y="2649438"/>
            <a:ext cx="1415951" cy="251460"/>
            <a:chOff x="7635925" y="2649438"/>
            <a:chExt cx="1415951" cy="251460"/>
          </a:xfrm>
        </p:grpSpPr>
        <p:sp>
          <p:nvSpPr>
            <p:cNvPr id="88" name="Weave text 293: 대화"/>
            <p:cNvSpPr txBox="1"/>
            <p:nvPr/>
          </p:nvSpPr>
          <p:spPr>
            <a:xfrm>
              <a:off x="7635925" y="2649438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대화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9" name="Weave text 293:  "/>
            <p:cNvSpPr txBox="1"/>
            <p:nvPr/>
          </p:nvSpPr>
          <p:spPr>
            <a:xfrm>
              <a:off x="7881193" y="2649438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0" name="Weave text 293: 속"/>
            <p:cNvSpPr txBox="1"/>
            <p:nvPr/>
          </p:nvSpPr>
          <p:spPr>
            <a:xfrm>
              <a:off x="7918698" y="2649438"/>
              <a:ext cx="160883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속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1" name="Weave text 293:  "/>
            <p:cNvSpPr txBox="1"/>
            <p:nvPr/>
          </p:nvSpPr>
          <p:spPr>
            <a:xfrm>
              <a:off x="8041332" y="2649438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2" name="Weave text 293: 일정"/>
            <p:cNvSpPr txBox="1"/>
            <p:nvPr/>
          </p:nvSpPr>
          <p:spPr>
            <a:xfrm>
              <a:off x="8078837" y="2649438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일정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3" name="Weave text 293: ·"/>
            <p:cNvSpPr txBox="1"/>
            <p:nvPr/>
          </p:nvSpPr>
          <p:spPr>
            <a:xfrm>
              <a:off x="8324255" y="2649438"/>
              <a:ext cx="76646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4" name="Weave text 293: 정보"/>
            <p:cNvSpPr txBox="1"/>
            <p:nvPr/>
          </p:nvSpPr>
          <p:spPr>
            <a:xfrm>
              <a:off x="8362652" y="2649438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정보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5" name="Weave text 293:  "/>
            <p:cNvSpPr txBox="1"/>
            <p:nvPr/>
          </p:nvSpPr>
          <p:spPr>
            <a:xfrm>
              <a:off x="8608070" y="2649438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6" name="Weave text 293: 챙기기"/>
            <p:cNvSpPr txBox="1"/>
            <p:nvPr/>
          </p:nvSpPr>
          <p:spPr>
            <a:xfrm>
              <a:off x="8645575" y="2649438"/>
              <a:ext cx="406301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챙기기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97" name="Line 294: 흩어진 기록 연결"/>
          <p:cNvGrpSpPr/>
          <p:nvPr/>
        </p:nvGrpSpPr>
        <p:grpSpPr>
          <a:xfrm>
            <a:off x="10029527" y="2546152"/>
            <a:ext cx="971996" cy="251460"/>
            <a:chOff x="10029527" y="2546152"/>
            <a:chExt cx="971996" cy="251460"/>
          </a:xfrm>
        </p:grpSpPr>
        <p:sp>
          <p:nvSpPr>
            <p:cNvPr id="98" name="Weave text 294: 흩어진"/>
            <p:cNvSpPr txBox="1"/>
            <p:nvPr/>
          </p:nvSpPr>
          <p:spPr>
            <a:xfrm>
              <a:off x="10029527" y="2546152"/>
              <a:ext cx="406152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rPr>
                <a:t xml:space="preserve">흩어진</a:t>
              </a:r>
              <a:endParaRPr sz="1050" b="0" i="0" spc="0" kern="0" lang="ko-KR" altLang="en-US" dirty="0">
                <a:solidFill>
                  <a:srgbClr val="E2D5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9" name="Weave text 294:  "/>
            <p:cNvSpPr txBox="1"/>
            <p:nvPr/>
          </p:nvSpPr>
          <p:spPr>
            <a:xfrm>
              <a:off x="10397430" y="2546152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E2D5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00" name="Weave text 294: 기록"/>
            <p:cNvSpPr txBox="1"/>
            <p:nvPr/>
          </p:nvSpPr>
          <p:spPr>
            <a:xfrm>
              <a:off x="10434935" y="2546152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rPr>
                <a:t xml:space="preserve">기록</a:t>
              </a:r>
              <a:endParaRPr sz="1050" b="0" i="0" spc="0" kern="0" lang="ko-KR" altLang="en-US" dirty="0">
                <a:solidFill>
                  <a:srgbClr val="E2D5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01" name="Weave text 294:  "/>
            <p:cNvSpPr txBox="1"/>
            <p:nvPr/>
          </p:nvSpPr>
          <p:spPr>
            <a:xfrm>
              <a:off x="10680353" y="2546152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E2D5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02" name="Weave text 294: 연결"/>
            <p:cNvSpPr txBox="1"/>
            <p:nvPr/>
          </p:nvSpPr>
          <p:spPr>
            <a:xfrm>
              <a:off x="10717857" y="2546152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rPr>
                <a:t xml:space="preserve">연결</a:t>
              </a:r>
              <a:endParaRPr sz="1050" b="0" i="0" spc="0" kern="0" lang="ko-KR" altLang="en-US" dirty="0">
                <a:solidFill>
                  <a:srgbClr val="E2D5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03" name="Line 295: 입력 완성"/>
          <p:cNvGrpSpPr/>
          <p:nvPr/>
        </p:nvGrpSpPr>
        <p:grpSpPr>
          <a:xfrm>
            <a:off x="10232231" y="2752725"/>
            <a:ext cx="566440" cy="251460"/>
            <a:chOff x="10232231" y="2752725"/>
            <a:chExt cx="566440" cy="251460"/>
          </a:xfrm>
        </p:grpSpPr>
        <p:sp>
          <p:nvSpPr>
            <p:cNvPr id="104" name="Weave text 295: 입력"/>
            <p:cNvSpPr txBox="1"/>
            <p:nvPr/>
          </p:nvSpPr>
          <p:spPr>
            <a:xfrm>
              <a:off x="10232231" y="2752725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rPr>
                <a:t xml:space="preserve">입력</a:t>
              </a:r>
              <a:endParaRPr sz="1050" b="0" i="0" spc="0" kern="0" lang="ko-KR" altLang="en-US" dirty="0">
                <a:solidFill>
                  <a:srgbClr val="E2D5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05" name="Weave text 295:  "/>
            <p:cNvSpPr txBox="1"/>
            <p:nvPr/>
          </p:nvSpPr>
          <p:spPr>
            <a:xfrm>
              <a:off x="10477500" y="2752725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E2D5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06" name="Weave text 295: 완성"/>
            <p:cNvSpPr txBox="1"/>
            <p:nvPr/>
          </p:nvSpPr>
          <p:spPr>
            <a:xfrm>
              <a:off x="10515005" y="2752725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rPr>
                <a:t xml:space="preserve">완성</a:t>
              </a:r>
              <a:endParaRPr sz="1050" b="0" i="0" spc="0" kern="0" lang="ko-KR" altLang="en-US" dirty="0">
                <a:solidFill>
                  <a:srgbClr val="E2D5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07" name="Line 296: 활용 데이터"/>
          <p:cNvGrpSpPr/>
          <p:nvPr/>
        </p:nvGrpSpPr>
        <p:grpSpPr>
          <a:xfrm>
            <a:off x="609600" y="3178969"/>
            <a:ext cx="714226" cy="266700"/>
            <a:chOff x="609600" y="3178969"/>
            <a:chExt cx="714226" cy="266700"/>
          </a:xfrm>
        </p:grpSpPr>
        <p:sp>
          <p:nvSpPr>
            <p:cNvPr id="108" name="Weave text 296: 활용"/>
            <p:cNvSpPr txBox="1"/>
            <p:nvPr/>
          </p:nvSpPr>
          <p:spPr>
            <a:xfrm>
              <a:off x="609600" y="3178969"/>
              <a:ext cx="293936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rPr>
                <a:t xml:space="preserve">활용</a:t>
              </a:r>
              <a:endParaRPr sz="1125" b="0" i="0" spc="-28" kern="0" lang="ko-KR" altLang="en-US" dirty="0">
                <a:solidFill>
                  <a:srgbClr val="C5CE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09" name="Weave text 296:  "/>
            <p:cNvSpPr txBox="1"/>
            <p:nvPr/>
          </p:nvSpPr>
          <p:spPr>
            <a:xfrm>
              <a:off x="865287" y="3178969"/>
              <a:ext cx="74861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125" b="0" i="0" spc="-28" kern="0" lang="ko-KR" altLang="en-US" dirty="0">
                <a:solidFill>
                  <a:srgbClr val="C5CE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0" name="Weave text 296: 데이터"/>
            <p:cNvSpPr txBox="1"/>
            <p:nvPr/>
          </p:nvSpPr>
          <p:spPr>
            <a:xfrm>
              <a:off x="901898" y="3178969"/>
              <a:ext cx="421928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rPr>
                <a:t xml:space="preserve">데이터</a:t>
              </a:r>
              <a:endParaRPr sz="1125" b="0" i="0" spc="-28" kern="0" lang="ko-KR" altLang="en-US" dirty="0">
                <a:solidFill>
                  <a:srgbClr val="C5CED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11" name="Line 297: 입력·선택한 문장"/>
          <p:cNvGrpSpPr/>
          <p:nvPr/>
        </p:nvGrpSpPr>
        <p:grpSpPr>
          <a:xfrm>
            <a:off x="3513981" y="3089077"/>
            <a:ext cx="972889" cy="251460"/>
            <a:chOff x="3513981" y="3089077"/>
            <a:chExt cx="972889" cy="251460"/>
          </a:xfrm>
        </p:grpSpPr>
        <p:sp>
          <p:nvSpPr>
            <p:cNvPr id="112" name="Weave text 297: 입력"/>
            <p:cNvSpPr txBox="1"/>
            <p:nvPr/>
          </p:nvSpPr>
          <p:spPr>
            <a:xfrm>
              <a:off x="3513981" y="3089077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입력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3" name="Weave text 297: ·"/>
            <p:cNvSpPr txBox="1"/>
            <p:nvPr/>
          </p:nvSpPr>
          <p:spPr>
            <a:xfrm>
              <a:off x="3759250" y="3089077"/>
              <a:ext cx="76646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4" name="Weave text 297: 선택한"/>
            <p:cNvSpPr txBox="1"/>
            <p:nvPr/>
          </p:nvSpPr>
          <p:spPr>
            <a:xfrm>
              <a:off x="3797647" y="3089077"/>
              <a:ext cx="406301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선택한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5" name="Weave text 297:  "/>
            <p:cNvSpPr txBox="1"/>
            <p:nvPr/>
          </p:nvSpPr>
          <p:spPr>
            <a:xfrm>
              <a:off x="4165699" y="3089077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6" name="Weave text 297: 문장"/>
            <p:cNvSpPr txBox="1"/>
            <p:nvPr/>
          </p:nvSpPr>
          <p:spPr>
            <a:xfrm>
              <a:off x="4203204" y="3089077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문장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17" name="Line 298: 답장할 대화 내용"/>
          <p:cNvGrpSpPr/>
          <p:nvPr/>
        </p:nvGrpSpPr>
        <p:grpSpPr>
          <a:xfrm>
            <a:off x="3514427" y="3295650"/>
            <a:ext cx="971996" cy="251460"/>
            <a:chOff x="3514427" y="3295650"/>
            <a:chExt cx="971996" cy="251460"/>
          </a:xfrm>
        </p:grpSpPr>
        <p:sp>
          <p:nvSpPr>
            <p:cNvPr id="118" name="Weave text 298: 답장할"/>
            <p:cNvSpPr txBox="1"/>
            <p:nvPr/>
          </p:nvSpPr>
          <p:spPr>
            <a:xfrm>
              <a:off x="3514427" y="3295650"/>
              <a:ext cx="406152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답장할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9" name="Weave text 298:  "/>
            <p:cNvSpPr txBox="1"/>
            <p:nvPr/>
          </p:nvSpPr>
          <p:spPr>
            <a:xfrm>
              <a:off x="3882330" y="3295650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0" name="Weave text 298: 대화"/>
            <p:cNvSpPr txBox="1"/>
            <p:nvPr/>
          </p:nvSpPr>
          <p:spPr>
            <a:xfrm>
              <a:off x="3919835" y="3295650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대화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1" name="Weave text 298:  "/>
            <p:cNvSpPr txBox="1"/>
            <p:nvPr/>
          </p:nvSpPr>
          <p:spPr>
            <a:xfrm>
              <a:off x="4165253" y="3295650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2" name="Weave text 298: 내용"/>
            <p:cNvSpPr txBox="1"/>
            <p:nvPr/>
          </p:nvSpPr>
          <p:spPr>
            <a:xfrm>
              <a:off x="4202757" y="3295650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내용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23" name="Line 299: 일정·사진·대화·스크린샷"/>
          <p:cNvGrpSpPr/>
          <p:nvPr/>
        </p:nvGrpSpPr>
        <p:grpSpPr>
          <a:xfrm>
            <a:off x="5482084" y="3089077"/>
            <a:ext cx="1380232" cy="251460"/>
            <a:chOff x="5482084" y="3089077"/>
            <a:chExt cx="1380232" cy="251460"/>
          </a:xfrm>
        </p:grpSpPr>
        <p:sp>
          <p:nvSpPr>
            <p:cNvPr id="124" name="Weave text 299: 일정"/>
            <p:cNvSpPr txBox="1"/>
            <p:nvPr/>
          </p:nvSpPr>
          <p:spPr>
            <a:xfrm>
              <a:off x="5482084" y="3089077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일정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5" name="Weave text 299: ·"/>
            <p:cNvSpPr txBox="1"/>
            <p:nvPr/>
          </p:nvSpPr>
          <p:spPr>
            <a:xfrm>
              <a:off x="5727353" y="3089077"/>
              <a:ext cx="76646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6" name="Weave text 299: 사진"/>
            <p:cNvSpPr txBox="1"/>
            <p:nvPr/>
          </p:nvSpPr>
          <p:spPr>
            <a:xfrm>
              <a:off x="5765750" y="3089077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사진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7" name="Weave text 299: ·"/>
            <p:cNvSpPr txBox="1"/>
            <p:nvPr/>
          </p:nvSpPr>
          <p:spPr>
            <a:xfrm>
              <a:off x="6011168" y="3089077"/>
              <a:ext cx="76646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8" name="Weave text 299: 대화"/>
            <p:cNvSpPr txBox="1"/>
            <p:nvPr/>
          </p:nvSpPr>
          <p:spPr>
            <a:xfrm>
              <a:off x="6049566" y="3089077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대화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9" name="Weave text 299: ·"/>
            <p:cNvSpPr txBox="1"/>
            <p:nvPr/>
          </p:nvSpPr>
          <p:spPr>
            <a:xfrm>
              <a:off x="6294983" y="3089077"/>
              <a:ext cx="76646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0" name="Weave text 299: 스크린샷"/>
            <p:cNvSpPr txBox="1"/>
            <p:nvPr/>
          </p:nvSpPr>
          <p:spPr>
            <a:xfrm>
              <a:off x="6333381" y="3089077"/>
              <a:ext cx="528935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스크린샷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31" name="Line 300: 이름·이메일 등 저장 정보"/>
          <p:cNvGrpSpPr/>
          <p:nvPr/>
        </p:nvGrpSpPr>
        <p:grpSpPr>
          <a:xfrm>
            <a:off x="5464225" y="3295650"/>
            <a:ext cx="1415951" cy="251460"/>
            <a:chOff x="5464225" y="3295650"/>
            <a:chExt cx="1415951" cy="251460"/>
          </a:xfrm>
        </p:grpSpPr>
        <p:sp>
          <p:nvSpPr>
            <p:cNvPr id="132" name="Weave text 300: 이름"/>
            <p:cNvSpPr txBox="1"/>
            <p:nvPr/>
          </p:nvSpPr>
          <p:spPr>
            <a:xfrm>
              <a:off x="5464225" y="3295650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이름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3" name="Weave text 300: ·"/>
            <p:cNvSpPr txBox="1"/>
            <p:nvPr/>
          </p:nvSpPr>
          <p:spPr>
            <a:xfrm>
              <a:off x="5709493" y="3295650"/>
              <a:ext cx="76646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4" name="Weave text 300: 이메일"/>
            <p:cNvSpPr txBox="1"/>
            <p:nvPr/>
          </p:nvSpPr>
          <p:spPr>
            <a:xfrm>
              <a:off x="5747891" y="3295650"/>
              <a:ext cx="406301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이메일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5" name="Weave text 300:  "/>
            <p:cNvSpPr txBox="1"/>
            <p:nvPr/>
          </p:nvSpPr>
          <p:spPr>
            <a:xfrm>
              <a:off x="6115943" y="3295650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6" name="Weave text 300: 등"/>
            <p:cNvSpPr txBox="1"/>
            <p:nvPr/>
          </p:nvSpPr>
          <p:spPr>
            <a:xfrm>
              <a:off x="6153448" y="3295650"/>
              <a:ext cx="161032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등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7" name="Weave text 300:  "/>
            <p:cNvSpPr txBox="1"/>
            <p:nvPr/>
          </p:nvSpPr>
          <p:spPr>
            <a:xfrm>
              <a:off x="6276231" y="3295650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8" name="Weave text 300: 저장"/>
            <p:cNvSpPr txBox="1"/>
            <p:nvPr/>
          </p:nvSpPr>
          <p:spPr>
            <a:xfrm>
              <a:off x="6313736" y="3295650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저장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9" name="Weave text 300:  "/>
            <p:cNvSpPr txBox="1"/>
            <p:nvPr/>
          </p:nvSpPr>
          <p:spPr>
            <a:xfrm>
              <a:off x="6559004" y="3295650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0" name="Weave text 300: 정보"/>
            <p:cNvSpPr txBox="1"/>
            <p:nvPr/>
          </p:nvSpPr>
          <p:spPr>
            <a:xfrm>
              <a:off x="6596509" y="3295650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정보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41" name="Line 301: 카카오톡 대화·일정"/>
          <p:cNvGrpSpPr/>
          <p:nvPr/>
        </p:nvGrpSpPr>
        <p:grpSpPr>
          <a:xfrm>
            <a:off x="7796064" y="3089077"/>
            <a:ext cx="1095524" cy="251460"/>
            <a:chOff x="7796064" y="3089077"/>
            <a:chExt cx="1095524" cy="251460"/>
          </a:xfrm>
        </p:grpSpPr>
        <p:sp>
          <p:nvSpPr>
            <p:cNvPr id="142" name="Weave text 301: 카카오톡"/>
            <p:cNvSpPr txBox="1"/>
            <p:nvPr/>
          </p:nvSpPr>
          <p:spPr>
            <a:xfrm>
              <a:off x="7796064" y="3089077"/>
              <a:ext cx="528935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카카오톡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3" name="Weave text 301:  "/>
            <p:cNvSpPr txBox="1"/>
            <p:nvPr/>
          </p:nvSpPr>
          <p:spPr>
            <a:xfrm>
              <a:off x="8286750" y="3089077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4" name="Weave text 301: 대화"/>
            <p:cNvSpPr txBox="1"/>
            <p:nvPr/>
          </p:nvSpPr>
          <p:spPr>
            <a:xfrm>
              <a:off x="8324255" y="3089077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대화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5" name="Weave text 301: ·"/>
            <p:cNvSpPr txBox="1"/>
            <p:nvPr/>
          </p:nvSpPr>
          <p:spPr>
            <a:xfrm>
              <a:off x="8569523" y="3089077"/>
              <a:ext cx="76795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6" name="Weave text 301: 일정"/>
            <p:cNvSpPr txBox="1"/>
            <p:nvPr/>
          </p:nvSpPr>
          <p:spPr>
            <a:xfrm>
              <a:off x="8608070" y="3089077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일정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47" name="Line 302: 동의해 연동한 서비스 정보"/>
          <p:cNvGrpSpPr/>
          <p:nvPr/>
        </p:nvGrpSpPr>
        <p:grpSpPr>
          <a:xfrm>
            <a:off x="7593806" y="3295650"/>
            <a:ext cx="1500188" cy="251460"/>
            <a:chOff x="7593806" y="3295650"/>
            <a:chExt cx="1500188" cy="251460"/>
          </a:xfrm>
        </p:grpSpPr>
        <p:sp>
          <p:nvSpPr>
            <p:cNvPr id="148" name="Weave text 302: 동의해"/>
            <p:cNvSpPr txBox="1"/>
            <p:nvPr/>
          </p:nvSpPr>
          <p:spPr>
            <a:xfrm>
              <a:off x="7593806" y="3295650"/>
              <a:ext cx="406152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동의해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9" name="Weave text 302:  "/>
            <p:cNvSpPr txBox="1"/>
            <p:nvPr/>
          </p:nvSpPr>
          <p:spPr>
            <a:xfrm>
              <a:off x="7961709" y="3295650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0" name="Weave text 302: 연동한"/>
            <p:cNvSpPr txBox="1"/>
            <p:nvPr/>
          </p:nvSpPr>
          <p:spPr>
            <a:xfrm>
              <a:off x="7999214" y="3295650"/>
              <a:ext cx="406301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연동한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1" name="Weave text 302:  "/>
            <p:cNvSpPr txBox="1"/>
            <p:nvPr/>
          </p:nvSpPr>
          <p:spPr>
            <a:xfrm>
              <a:off x="8367266" y="3295650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2" name="Weave text 302: 서비스"/>
            <p:cNvSpPr txBox="1"/>
            <p:nvPr/>
          </p:nvSpPr>
          <p:spPr>
            <a:xfrm>
              <a:off x="8404771" y="3295650"/>
              <a:ext cx="406301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서비스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3" name="Weave text 302:  "/>
            <p:cNvSpPr txBox="1"/>
            <p:nvPr/>
          </p:nvSpPr>
          <p:spPr>
            <a:xfrm>
              <a:off x="8772823" y="3295650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4" name="Weave text 302: 정보"/>
            <p:cNvSpPr txBox="1"/>
            <p:nvPr/>
          </p:nvSpPr>
          <p:spPr>
            <a:xfrm>
              <a:off x="8810327" y="3295650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정보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55" name="Line 303: 메모·메일·일정·사진"/>
          <p:cNvGrpSpPr/>
          <p:nvPr/>
        </p:nvGrpSpPr>
        <p:grpSpPr>
          <a:xfrm>
            <a:off x="9948118" y="3089077"/>
            <a:ext cx="1134814" cy="251460"/>
            <a:chOff x="9948118" y="3089077"/>
            <a:chExt cx="1134814" cy="251460"/>
          </a:xfrm>
        </p:grpSpPr>
        <p:sp>
          <p:nvSpPr>
            <p:cNvPr id="156" name="Weave text 303: 메모"/>
            <p:cNvSpPr txBox="1"/>
            <p:nvPr/>
          </p:nvSpPr>
          <p:spPr>
            <a:xfrm>
              <a:off x="9948118" y="3089077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rPr>
                <a:t xml:space="preserve">메모</a:t>
              </a:r>
              <a:endParaRPr sz="1050" b="0" i="0" spc="0" kern="0" lang="ko-KR" altLang="en-US" dirty="0">
                <a:solidFill>
                  <a:srgbClr val="E2D5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7" name="Weave text 303: ·"/>
            <p:cNvSpPr txBox="1"/>
            <p:nvPr/>
          </p:nvSpPr>
          <p:spPr>
            <a:xfrm>
              <a:off x="10193387" y="3089077"/>
              <a:ext cx="76646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050" b="0" i="0" spc="0" kern="0" lang="ko-KR" altLang="en-US" dirty="0">
                <a:solidFill>
                  <a:srgbClr val="E2D5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8" name="Weave text 303: 메일"/>
            <p:cNvSpPr txBox="1"/>
            <p:nvPr/>
          </p:nvSpPr>
          <p:spPr>
            <a:xfrm>
              <a:off x="10231785" y="3089077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rPr>
                <a:t xml:space="preserve">메일</a:t>
              </a:r>
              <a:endParaRPr sz="1050" b="0" i="0" spc="0" kern="0" lang="ko-KR" altLang="en-US" dirty="0">
                <a:solidFill>
                  <a:srgbClr val="E2D5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9" name="Weave text 303: ·"/>
            <p:cNvSpPr txBox="1"/>
            <p:nvPr/>
          </p:nvSpPr>
          <p:spPr>
            <a:xfrm>
              <a:off x="10477202" y="3089077"/>
              <a:ext cx="76646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050" b="0" i="0" spc="0" kern="0" lang="ko-KR" altLang="en-US" dirty="0">
                <a:solidFill>
                  <a:srgbClr val="E2D5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0" name="Weave text 303: 일정"/>
            <p:cNvSpPr txBox="1"/>
            <p:nvPr/>
          </p:nvSpPr>
          <p:spPr>
            <a:xfrm>
              <a:off x="10515600" y="3089077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rPr>
                <a:t xml:space="preserve">일정</a:t>
              </a:r>
              <a:endParaRPr sz="1050" b="0" i="0" spc="0" kern="0" lang="ko-KR" altLang="en-US" dirty="0">
                <a:solidFill>
                  <a:srgbClr val="E2D5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1" name="Weave text 303: ·"/>
            <p:cNvSpPr txBox="1"/>
            <p:nvPr/>
          </p:nvSpPr>
          <p:spPr>
            <a:xfrm>
              <a:off x="10761018" y="3089077"/>
              <a:ext cx="76646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050" b="0" i="0" spc="0" kern="0" lang="ko-KR" altLang="en-US" dirty="0">
                <a:solidFill>
                  <a:srgbClr val="E2D5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2" name="Weave text 303: 사진"/>
            <p:cNvSpPr txBox="1"/>
            <p:nvPr/>
          </p:nvSpPr>
          <p:spPr>
            <a:xfrm>
              <a:off x="10799415" y="3089077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rPr>
                <a:t xml:space="preserve">사진</a:t>
              </a:r>
              <a:endParaRPr sz="1050" b="0" i="0" spc="0" kern="0" lang="ko-KR" altLang="en-US" dirty="0">
                <a:solidFill>
                  <a:srgbClr val="E2D5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63" name="Line 304: 허용된 메신저 대화"/>
          <p:cNvGrpSpPr/>
          <p:nvPr/>
        </p:nvGrpSpPr>
        <p:grpSpPr>
          <a:xfrm>
            <a:off x="9968210" y="3295650"/>
            <a:ext cx="1094631" cy="251460"/>
            <a:chOff x="9968210" y="3295650"/>
            <a:chExt cx="1094631" cy="251460"/>
          </a:xfrm>
        </p:grpSpPr>
        <p:sp>
          <p:nvSpPr>
            <p:cNvPr id="164" name="Weave text 304: 허용된"/>
            <p:cNvSpPr txBox="1"/>
            <p:nvPr/>
          </p:nvSpPr>
          <p:spPr>
            <a:xfrm>
              <a:off x="9968210" y="3295650"/>
              <a:ext cx="406152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rPr>
                <a:t xml:space="preserve">허용된</a:t>
              </a:r>
              <a:endParaRPr sz="1050" b="0" i="0" spc="0" kern="0" lang="ko-KR" altLang="en-US" dirty="0">
                <a:solidFill>
                  <a:srgbClr val="E2D5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5" name="Weave text 304:  "/>
            <p:cNvSpPr txBox="1"/>
            <p:nvPr/>
          </p:nvSpPr>
          <p:spPr>
            <a:xfrm>
              <a:off x="10336113" y="3295650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E2D5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6" name="Weave text 304: 메신저"/>
            <p:cNvSpPr txBox="1"/>
            <p:nvPr/>
          </p:nvSpPr>
          <p:spPr>
            <a:xfrm>
              <a:off x="10373618" y="3295650"/>
              <a:ext cx="406301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rPr>
                <a:t xml:space="preserve">메신저</a:t>
              </a:r>
              <a:endParaRPr sz="1050" b="0" i="0" spc="0" kern="0" lang="ko-KR" altLang="en-US" dirty="0">
                <a:solidFill>
                  <a:srgbClr val="E2D5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7" name="Weave text 304:  "/>
            <p:cNvSpPr txBox="1"/>
            <p:nvPr/>
          </p:nvSpPr>
          <p:spPr>
            <a:xfrm>
              <a:off x="10741670" y="3295650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E2D5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8" name="Weave text 304: 대화"/>
            <p:cNvSpPr txBox="1"/>
            <p:nvPr/>
          </p:nvSpPr>
          <p:spPr>
            <a:xfrm>
              <a:off x="10779175" y="3295650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rPr>
                <a:t xml:space="preserve">대화</a:t>
              </a:r>
              <a:endParaRPr sz="1050" b="0" i="0" spc="0" kern="0" lang="ko-KR" altLang="en-US" dirty="0">
                <a:solidFill>
                  <a:srgbClr val="E2D5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69" name="Line 305: 데이터 처리"/>
          <p:cNvGrpSpPr/>
          <p:nvPr/>
        </p:nvGrpSpPr>
        <p:grpSpPr>
          <a:xfrm>
            <a:off x="609600" y="3769519"/>
            <a:ext cx="714226" cy="266700"/>
            <a:chOff x="609600" y="3769519"/>
            <a:chExt cx="714226" cy="266700"/>
          </a:xfrm>
        </p:grpSpPr>
        <p:sp>
          <p:nvSpPr>
            <p:cNvPr id="170" name="Weave text 305: 데이터"/>
            <p:cNvSpPr txBox="1"/>
            <p:nvPr/>
          </p:nvSpPr>
          <p:spPr>
            <a:xfrm>
              <a:off x="609600" y="3769519"/>
              <a:ext cx="421779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rPr>
                <a:t xml:space="preserve">데이터</a:t>
              </a:r>
              <a:endParaRPr sz="1125" b="0" i="0" spc="-28" kern="0" lang="ko-KR" altLang="en-US" dirty="0">
                <a:solidFill>
                  <a:srgbClr val="C5CE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1" name="Weave text 305:  "/>
            <p:cNvSpPr txBox="1"/>
            <p:nvPr/>
          </p:nvSpPr>
          <p:spPr>
            <a:xfrm>
              <a:off x="993130" y="3769519"/>
              <a:ext cx="74861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125" b="0" i="0" spc="-28" kern="0" lang="ko-KR" altLang="en-US" dirty="0">
                <a:solidFill>
                  <a:srgbClr val="C5CE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2" name="Weave text 305: 처리"/>
            <p:cNvSpPr txBox="1"/>
            <p:nvPr/>
          </p:nvSpPr>
          <p:spPr>
            <a:xfrm>
              <a:off x="1029742" y="3769519"/>
              <a:ext cx="294084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rPr>
                <a:t xml:space="preserve">처리</a:t>
              </a:r>
              <a:endParaRPr sz="1125" b="0" i="0" spc="-28" kern="0" lang="ko-KR" altLang="en-US" dirty="0">
                <a:solidFill>
                  <a:srgbClr val="C5CED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73" name="Line 306: 기능별 기기·클라우드"/>
          <p:cNvGrpSpPr/>
          <p:nvPr/>
        </p:nvGrpSpPr>
        <p:grpSpPr>
          <a:xfrm>
            <a:off x="3391346" y="3782913"/>
            <a:ext cx="1218158" cy="251460"/>
            <a:chOff x="3391346" y="3782913"/>
            <a:chExt cx="1218158" cy="251460"/>
          </a:xfrm>
        </p:grpSpPr>
        <p:sp>
          <p:nvSpPr>
            <p:cNvPr id="174" name="Weave text 306: 기능별"/>
            <p:cNvSpPr txBox="1"/>
            <p:nvPr/>
          </p:nvSpPr>
          <p:spPr>
            <a:xfrm>
              <a:off x="3391346" y="3782913"/>
              <a:ext cx="406152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기능별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5" name="Weave text 306:  "/>
            <p:cNvSpPr txBox="1"/>
            <p:nvPr/>
          </p:nvSpPr>
          <p:spPr>
            <a:xfrm>
              <a:off x="3759250" y="3782913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6" name="Weave text 306: 기기"/>
            <p:cNvSpPr txBox="1"/>
            <p:nvPr/>
          </p:nvSpPr>
          <p:spPr>
            <a:xfrm>
              <a:off x="3796754" y="3782913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기기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7" name="Weave text 306: ·"/>
            <p:cNvSpPr txBox="1"/>
            <p:nvPr/>
          </p:nvSpPr>
          <p:spPr>
            <a:xfrm>
              <a:off x="4042172" y="3782913"/>
              <a:ext cx="76646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8" name="Weave text 306: 클라우드"/>
            <p:cNvSpPr txBox="1"/>
            <p:nvPr/>
          </p:nvSpPr>
          <p:spPr>
            <a:xfrm>
              <a:off x="4080570" y="3782913"/>
              <a:ext cx="528935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클라우드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79" name="Line 307: 기기 내 처리 중심"/>
          <p:cNvGrpSpPr/>
          <p:nvPr/>
        </p:nvGrpSpPr>
        <p:grpSpPr>
          <a:xfrm>
            <a:off x="5667375" y="3782913"/>
            <a:ext cx="1009501" cy="251460"/>
            <a:chOff x="5667375" y="3782913"/>
            <a:chExt cx="1009501" cy="251460"/>
          </a:xfrm>
        </p:grpSpPr>
        <p:sp>
          <p:nvSpPr>
            <p:cNvPr id="180" name="Weave text 307: 기기"/>
            <p:cNvSpPr txBox="1"/>
            <p:nvPr/>
          </p:nvSpPr>
          <p:spPr>
            <a:xfrm>
              <a:off x="5667375" y="3782913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기기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1" name="Weave text 307:  "/>
            <p:cNvSpPr txBox="1"/>
            <p:nvPr/>
          </p:nvSpPr>
          <p:spPr>
            <a:xfrm>
              <a:off x="5912644" y="3782913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2" name="Weave text 307: 내"/>
            <p:cNvSpPr txBox="1"/>
            <p:nvPr/>
          </p:nvSpPr>
          <p:spPr>
            <a:xfrm>
              <a:off x="5950148" y="3782913"/>
              <a:ext cx="160883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내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3" name="Weave text 307:  "/>
            <p:cNvSpPr txBox="1"/>
            <p:nvPr/>
          </p:nvSpPr>
          <p:spPr>
            <a:xfrm>
              <a:off x="6072783" y="3782913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4" name="Weave text 307: 처리"/>
            <p:cNvSpPr txBox="1"/>
            <p:nvPr/>
          </p:nvSpPr>
          <p:spPr>
            <a:xfrm>
              <a:off x="6110288" y="3782913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처리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5" name="Weave text 307:  "/>
            <p:cNvSpPr txBox="1"/>
            <p:nvPr/>
          </p:nvSpPr>
          <p:spPr>
            <a:xfrm>
              <a:off x="6355705" y="3782913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6" name="Weave text 307: 중심"/>
            <p:cNvSpPr txBox="1"/>
            <p:nvPr/>
          </p:nvSpPr>
          <p:spPr>
            <a:xfrm>
              <a:off x="6393210" y="3782913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중심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87" name="Line 308: 대화 원문은 기기 내"/>
          <p:cNvGrpSpPr/>
          <p:nvPr/>
        </p:nvGrpSpPr>
        <p:grpSpPr>
          <a:xfrm>
            <a:off x="7777758" y="3679627"/>
            <a:ext cx="1132136" cy="251460"/>
            <a:chOff x="7777758" y="3679627"/>
            <a:chExt cx="1132136" cy="251460"/>
          </a:xfrm>
        </p:grpSpPr>
        <p:sp>
          <p:nvSpPr>
            <p:cNvPr id="188" name="Weave text 308: 대화"/>
            <p:cNvSpPr txBox="1"/>
            <p:nvPr/>
          </p:nvSpPr>
          <p:spPr>
            <a:xfrm>
              <a:off x="7777758" y="3679627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대화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9" name="Weave text 308:  "/>
            <p:cNvSpPr txBox="1"/>
            <p:nvPr/>
          </p:nvSpPr>
          <p:spPr>
            <a:xfrm>
              <a:off x="8023027" y="3679627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0" name="Weave text 308: 원문은"/>
            <p:cNvSpPr txBox="1"/>
            <p:nvPr/>
          </p:nvSpPr>
          <p:spPr>
            <a:xfrm>
              <a:off x="8060531" y="3679627"/>
              <a:ext cx="406301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원문은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1" name="Weave text 308:  "/>
            <p:cNvSpPr txBox="1"/>
            <p:nvPr/>
          </p:nvSpPr>
          <p:spPr>
            <a:xfrm>
              <a:off x="8428583" y="3679627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2" name="Weave text 308: 기기"/>
            <p:cNvSpPr txBox="1"/>
            <p:nvPr/>
          </p:nvSpPr>
          <p:spPr>
            <a:xfrm>
              <a:off x="8466088" y="3679627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기기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3" name="Weave text 308:  "/>
            <p:cNvSpPr txBox="1"/>
            <p:nvPr/>
          </p:nvSpPr>
          <p:spPr>
            <a:xfrm>
              <a:off x="8711505" y="3679627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4" name="Weave text 308: 내"/>
            <p:cNvSpPr txBox="1"/>
            <p:nvPr/>
          </p:nvSpPr>
          <p:spPr>
            <a:xfrm>
              <a:off x="8749010" y="3679627"/>
              <a:ext cx="160883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내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95" name="Line 309: 요약 맥락은 외부 AI 활용 가능"/>
          <p:cNvGrpSpPr/>
          <p:nvPr/>
        </p:nvGrpSpPr>
        <p:grpSpPr>
          <a:xfrm>
            <a:off x="7492305" y="3886200"/>
            <a:ext cx="1703040" cy="251460"/>
            <a:chOff x="7492305" y="3886200"/>
            <a:chExt cx="1703040" cy="251460"/>
          </a:xfrm>
        </p:grpSpPr>
        <p:sp>
          <p:nvSpPr>
            <p:cNvPr id="196" name="Weave text 309: 요약"/>
            <p:cNvSpPr txBox="1"/>
            <p:nvPr/>
          </p:nvSpPr>
          <p:spPr>
            <a:xfrm>
              <a:off x="7492305" y="3886200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요약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7" name="Weave text 309:  "/>
            <p:cNvSpPr txBox="1"/>
            <p:nvPr/>
          </p:nvSpPr>
          <p:spPr>
            <a:xfrm>
              <a:off x="7737574" y="3886200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8" name="Weave text 309: 맥락은"/>
            <p:cNvSpPr txBox="1"/>
            <p:nvPr/>
          </p:nvSpPr>
          <p:spPr>
            <a:xfrm>
              <a:off x="7775079" y="3886200"/>
              <a:ext cx="406301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맥락은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9" name="Weave text 309:  "/>
            <p:cNvSpPr txBox="1"/>
            <p:nvPr/>
          </p:nvSpPr>
          <p:spPr>
            <a:xfrm>
              <a:off x="8143131" y="3886200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0" name="Weave text 309: 외부"/>
            <p:cNvSpPr txBox="1"/>
            <p:nvPr/>
          </p:nvSpPr>
          <p:spPr>
            <a:xfrm>
              <a:off x="8180636" y="3886200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외부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1" name="Weave text 309:  AI "/>
            <p:cNvSpPr txBox="1"/>
            <p:nvPr/>
          </p:nvSpPr>
          <p:spPr>
            <a:xfrm>
              <a:off x="8426053" y="3886200"/>
              <a:ext cx="241102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AI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2" name="Weave text 309: 활용"/>
            <p:cNvSpPr txBox="1"/>
            <p:nvPr/>
          </p:nvSpPr>
          <p:spPr>
            <a:xfrm>
              <a:off x="8628906" y="3886200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활용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3" name="Weave text 309:  "/>
            <p:cNvSpPr txBox="1"/>
            <p:nvPr/>
          </p:nvSpPr>
          <p:spPr>
            <a:xfrm>
              <a:off x="8874175" y="3886200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4" name="Weave text 309: 가능"/>
            <p:cNvSpPr txBox="1"/>
            <p:nvPr/>
          </p:nvSpPr>
          <p:spPr>
            <a:xfrm>
              <a:off x="8911679" y="3886200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가능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205" name="Line 310: 기기 내 검색·문장 생성"/>
          <p:cNvGrpSpPr/>
          <p:nvPr/>
        </p:nvGrpSpPr>
        <p:grpSpPr>
          <a:xfrm>
            <a:off x="9868942" y="3782913"/>
            <a:ext cx="1293168" cy="251460"/>
            <a:chOff x="9868942" y="3782913"/>
            <a:chExt cx="1293168" cy="251460"/>
          </a:xfrm>
        </p:grpSpPr>
        <p:sp>
          <p:nvSpPr>
            <p:cNvPr id="206" name="Weave text 310: 기기"/>
            <p:cNvSpPr txBox="1"/>
            <p:nvPr/>
          </p:nvSpPr>
          <p:spPr>
            <a:xfrm>
              <a:off x="9868942" y="3782913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rPr>
                <a:t xml:space="preserve">기기</a:t>
              </a:r>
              <a:endParaRPr sz="1050" b="0" i="0" spc="0" kern="0" lang="ko-KR" altLang="en-US" dirty="0">
                <a:solidFill>
                  <a:srgbClr val="E2D5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7" name="Weave text 310:  "/>
            <p:cNvSpPr txBox="1"/>
            <p:nvPr/>
          </p:nvSpPr>
          <p:spPr>
            <a:xfrm>
              <a:off x="10114211" y="3782913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E2D5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8" name="Weave text 310: 내"/>
            <p:cNvSpPr txBox="1"/>
            <p:nvPr/>
          </p:nvSpPr>
          <p:spPr>
            <a:xfrm>
              <a:off x="10151715" y="3782913"/>
              <a:ext cx="160883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rPr>
                <a:t xml:space="preserve">내</a:t>
              </a:r>
              <a:endParaRPr sz="1050" b="0" i="0" spc="0" kern="0" lang="ko-KR" altLang="en-US" dirty="0">
                <a:solidFill>
                  <a:srgbClr val="E2D5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9" name="Weave text 310:  "/>
            <p:cNvSpPr txBox="1"/>
            <p:nvPr/>
          </p:nvSpPr>
          <p:spPr>
            <a:xfrm>
              <a:off x="10274350" y="3782913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E2D5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0" name="Weave text 310: 검색"/>
            <p:cNvSpPr txBox="1"/>
            <p:nvPr/>
          </p:nvSpPr>
          <p:spPr>
            <a:xfrm>
              <a:off x="10311854" y="3782913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rPr>
                <a:t xml:space="preserve">검색</a:t>
              </a:r>
              <a:endParaRPr sz="1050" b="0" i="0" spc="0" kern="0" lang="ko-KR" altLang="en-US" dirty="0">
                <a:solidFill>
                  <a:srgbClr val="E2D5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1" name="Weave text 310: ·"/>
            <p:cNvSpPr txBox="1"/>
            <p:nvPr/>
          </p:nvSpPr>
          <p:spPr>
            <a:xfrm>
              <a:off x="10557272" y="3782913"/>
              <a:ext cx="76646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050" b="0" i="0" spc="0" kern="0" lang="ko-KR" altLang="en-US" dirty="0">
                <a:solidFill>
                  <a:srgbClr val="E2D5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2" name="Weave text 310: 문장"/>
            <p:cNvSpPr txBox="1"/>
            <p:nvPr/>
          </p:nvSpPr>
          <p:spPr>
            <a:xfrm>
              <a:off x="10595670" y="3782913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rPr>
                <a:t xml:space="preserve">문장</a:t>
              </a:r>
              <a:endParaRPr sz="1050" b="0" i="0" spc="0" kern="0" lang="ko-KR" altLang="en-US" dirty="0">
                <a:solidFill>
                  <a:srgbClr val="E2D5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3" name="Weave text 310:  "/>
            <p:cNvSpPr txBox="1"/>
            <p:nvPr/>
          </p:nvSpPr>
          <p:spPr>
            <a:xfrm>
              <a:off x="10841087" y="3782913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E2D5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4" name="Weave text 310: 생성"/>
            <p:cNvSpPr txBox="1"/>
            <p:nvPr/>
          </p:nvSpPr>
          <p:spPr>
            <a:xfrm>
              <a:off x="10878592" y="3782913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rPr>
                <a:t xml:space="preserve">생성</a:t>
              </a:r>
              <a:endParaRPr sz="1050" b="0" i="0" spc="0" kern="0" lang="ko-KR" altLang="en-US" dirty="0">
                <a:solidFill>
                  <a:srgbClr val="E2D5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215" name="Line 311: 여러 앱의 기록 활용"/>
          <p:cNvGrpSpPr/>
          <p:nvPr/>
        </p:nvGrpSpPr>
        <p:grpSpPr>
          <a:xfrm>
            <a:off x="609600" y="4269581"/>
            <a:ext cx="1170980" cy="266700"/>
            <a:chOff x="609600" y="4269581"/>
            <a:chExt cx="1170980" cy="266700"/>
          </a:xfrm>
        </p:grpSpPr>
        <p:sp>
          <p:nvSpPr>
            <p:cNvPr id="216" name="Weave text 311: 여러"/>
            <p:cNvSpPr txBox="1"/>
            <p:nvPr/>
          </p:nvSpPr>
          <p:spPr>
            <a:xfrm>
              <a:off x="609600" y="4269581"/>
              <a:ext cx="293936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rPr>
                <a:t xml:space="preserve">여러</a:t>
              </a:r>
              <a:endParaRPr sz="1125" b="0" i="0" spc="-28" kern="0" lang="ko-KR" altLang="en-US" dirty="0">
                <a:solidFill>
                  <a:srgbClr val="C5CE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7" name="Weave text 311:  "/>
            <p:cNvSpPr txBox="1"/>
            <p:nvPr/>
          </p:nvSpPr>
          <p:spPr>
            <a:xfrm>
              <a:off x="865287" y="4269581"/>
              <a:ext cx="74861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125" b="0" i="0" spc="-28" kern="0" lang="ko-KR" altLang="en-US" dirty="0">
                <a:solidFill>
                  <a:srgbClr val="C5CE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8" name="Weave text 311: 앱의"/>
            <p:cNvSpPr txBox="1"/>
            <p:nvPr/>
          </p:nvSpPr>
          <p:spPr>
            <a:xfrm>
              <a:off x="901898" y="4269581"/>
              <a:ext cx="293936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rPr>
                <a:t xml:space="preserve">앱의</a:t>
              </a:r>
              <a:endParaRPr sz="1125" b="0" i="0" spc="-28" kern="0" lang="ko-KR" altLang="en-US" dirty="0">
                <a:solidFill>
                  <a:srgbClr val="C5CE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9" name="Weave text 311:  "/>
            <p:cNvSpPr txBox="1"/>
            <p:nvPr/>
          </p:nvSpPr>
          <p:spPr>
            <a:xfrm>
              <a:off x="1157585" y="4269581"/>
              <a:ext cx="74861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125" b="0" i="0" spc="-28" kern="0" lang="ko-KR" altLang="en-US" dirty="0">
                <a:solidFill>
                  <a:srgbClr val="C5CE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20" name="Weave text 311: 기록"/>
            <p:cNvSpPr txBox="1"/>
            <p:nvPr/>
          </p:nvSpPr>
          <p:spPr>
            <a:xfrm>
              <a:off x="1194197" y="4269581"/>
              <a:ext cx="294084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rPr>
                <a:t xml:space="preserve">기록</a:t>
              </a:r>
              <a:endParaRPr sz="1125" b="0" i="0" spc="-28" kern="0" lang="ko-KR" altLang="en-US" dirty="0">
                <a:solidFill>
                  <a:srgbClr val="C5CE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1" name="Weave text 311:  "/>
            <p:cNvSpPr txBox="1"/>
            <p:nvPr/>
          </p:nvSpPr>
          <p:spPr>
            <a:xfrm>
              <a:off x="1450032" y="4269581"/>
              <a:ext cx="74861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125" b="0" i="0" spc="-28" kern="0" lang="ko-KR" altLang="en-US" dirty="0">
                <a:solidFill>
                  <a:srgbClr val="C5CE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22" name="Weave text 311: 활용"/>
            <p:cNvSpPr txBox="1"/>
            <p:nvPr/>
          </p:nvSpPr>
          <p:spPr>
            <a:xfrm>
              <a:off x="1486644" y="4269581"/>
              <a:ext cx="293936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rPr>
                <a:t xml:space="preserve">활용</a:t>
              </a:r>
              <a:endParaRPr sz="1125" b="0" i="0" spc="-28" kern="0" lang="ko-KR" altLang="en-US" dirty="0">
                <a:solidFill>
                  <a:srgbClr val="C5CED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223" name="Line 312: ×"/>
          <p:cNvGrpSpPr/>
          <p:nvPr/>
        </p:nvGrpSpPr>
        <p:grpSpPr>
          <a:xfrm>
            <a:off x="3902571" y="4211241"/>
            <a:ext cx="195709" cy="419100"/>
            <a:chOff x="3902571" y="4211241"/>
            <a:chExt cx="195709" cy="419100"/>
          </a:xfrm>
        </p:grpSpPr>
        <p:sp>
          <p:nvSpPr>
            <p:cNvPr id="224" name="Weave text 312: ×"/>
            <p:cNvSpPr txBox="1"/>
            <p:nvPr/>
          </p:nvSpPr>
          <p:spPr>
            <a:xfrm>
              <a:off x="3902571" y="4211241"/>
              <a:ext cx="195709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×</a:t>
              </a:r>
              <a:endParaRPr sz="1875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25" name="Line 313: ○"/>
          <p:cNvGrpSpPr/>
          <p:nvPr/>
        </p:nvGrpSpPr>
        <p:grpSpPr>
          <a:xfrm>
            <a:off x="6044208" y="4211241"/>
            <a:ext cx="255836" cy="419100"/>
            <a:chOff x="6044208" y="4211241"/>
            <a:chExt cx="255836" cy="419100"/>
          </a:xfrm>
        </p:grpSpPr>
        <p:sp>
          <p:nvSpPr>
            <p:cNvPr id="226" name="Weave text 313: ○"/>
            <p:cNvSpPr txBox="1"/>
            <p:nvPr/>
          </p:nvSpPr>
          <p:spPr>
            <a:xfrm>
              <a:off x="6044208" y="4211241"/>
              <a:ext cx="255836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○</a:t>
              </a:r>
              <a:endParaRPr sz="1875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27" name="Line 314: △"/>
          <p:cNvGrpSpPr/>
          <p:nvPr/>
        </p:nvGrpSpPr>
        <p:grpSpPr>
          <a:xfrm>
            <a:off x="7799040" y="4211241"/>
            <a:ext cx="278904" cy="419100"/>
            <a:chOff x="7799040" y="4211241"/>
            <a:chExt cx="278904" cy="419100"/>
          </a:xfrm>
        </p:grpSpPr>
        <p:sp>
          <p:nvSpPr>
            <p:cNvPr id="228" name="Weave text 314: △"/>
            <p:cNvSpPr txBox="1"/>
            <p:nvPr/>
          </p:nvSpPr>
          <p:spPr>
            <a:xfrm>
              <a:off x="7799040" y="4211241"/>
              <a:ext cx="278904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△</a:t>
              </a:r>
              <a:endParaRPr sz="1875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29" name="Line 315: 카톡·연동 서비스"/>
          <p:cNvGrpSpPr/>
          <p:nvPr/>
        </p:nvGrpSpPr>
        <p:grpSpPr>
          <a:xfrm>
            <a:off x="8116044" y="4295477"/>
            <a:ext cx="772567" cy="205740"/>
            <a:chOff x="8116044" y="4295477"/>
            <a:chExt cx="772567" cy="205740"/>
          </a:xfrm>
        </p:grpSpPr>
        <p:sp>
          <p:nvSpPr>
            <p:cNvPr id="230" name="Weave text 315: 카톡"/>
            <p:cNvSpPr txBox="1"/>
            <p:nvPr/>
          </p:nvSpPr>
          <p:spPr>
            <a:xfrm>
              <a:off x="8116044" y="4295477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998B2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998B2"/>
                  </a:solidFill>
                  <a:latin typeface="Noto Sans KR"/>
                  <a:ea typeface="Noto Sans KR"/>
                  <a:cs typeface="Noto Sans KR"/>
                </a:rPr>
                <a:t xml:space="preserve">카톡</a:t>
              </a:r>
              <a:endParaRPr sz="825" b="0" i="0" spc="0" kern="0" lang="ko-KR" altLang="en-US" dirty="0">
                <a:solidFill>
                  <a:srgbClr val="8998B2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31" name="Weave text 315: ·"/>
            <p:cNvSpPr txBox="1"/>
            <p:nvPr/>
          </p:nvSpPr>
          <p:spPr>
            <a:xfrm>
              <a:off x="8308777" y="4295477"/>
              <a:ext cx="68461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998B2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998B2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825" b="0" i="0" spc="0" kern="0" lang="ko-KR" altLang="en-US" dirty="0">
                <a:solidFill>
                  <a:srgbClr val="8998B2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2" name="Weave text 315: 연동"/>
            <p:cNvSpPr txBox="1"/>
            <p:nvPr/>
          </p:nvSpPr>
          <p:spPr>
            <a:xfrm>
              <a:off x="8338989" y="4295477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998B2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998B2"/>
                  </a:solidFill>
                  <a:latin typeface="Noto Sans KR"/>
                  <a:ea typeface="Noto Sans KR"/>
                  <a:cs typeface="Noto Sans KR"/>
                </a:rPr>
                <a:t xml:space="preserve">연동</a:t>
              </a:r>
              <a:endParaRPr sz="825" b="0" i="0" spc="0" kern="0" lang="ko-KR" altLang="en-US" dirty="0">
                <a:solidFill>
                  <a:srgbClr val="8998B2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33" name="Weave text 315:  "/>
            <p:cNvSpPr txBox="1"/>
            <p:nvPr/>
          </p:nvSpPr>
          <p:spPr>
            <a:xfrm>
              <a:off x="8531721" y="4295477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998B2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998B2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998B2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4" name="Weave text 315: 서비스"/>
            <p:cNvSpPr txBox="1"/>
            <p:nvPr/>
          </p:nvSpPr>
          <p:spPr>
            <a:xfrm>
              <a:off x="8561189" y="4295477"/>
              <a:ext cx="32742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998B2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998B2"/>
                  </a:solidFill>
                  <a:latin typeface="Noto Sans KR"/>
                  <a:ea typeface="Noto Sans KR"/>
                  <a:cs typeface="Noto Sans KR"/>
                </a:rPr>
                <a:t xml:space="preserve">서비스</a:t>
              </a:r>
              <a:endParaRPr sz="825" b="0" i="0" spc="0" kern="0" lang="ko-KR" altLang="en-US" dirty="0">
                <a:solidFill>
                  <a:srgbClr val="8998B2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235" name="Line 316: ○"/>
          <p:cNvGrpSpPr/>
          <p:nvPr/>
        </p:nvGrpSpPr>
        <p:grpSpPr>
          <a:xfrm>
            <a:off x="10387608" y="4211241"/>
            <a:ext cx="255836" cy="419100"/>
            <a:chOff x="10387608" y="4211241"/>
            <a:chExt cx="255836" cy="419100"/>
          </a:xfrm>
        </p:grpSpPr>
        <p:sp>
          <p:nvSpPr>
            <p:cNvPr id="236" name="Weave text 316: ○"/>
            <p:cNvSpPr txBox="1"/>
            <p:nvPr/>
          </p:nvSpPr>
          <p:spPr>
            <a:xfrm>
              <a:off x="10387608" y="4211241"/>
              <a:ext cx="255836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defRPr>
              </a:pPr>
              <a:r>
                <a:rPr sz="1875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rPr>
                <a:t xml:space="preserve">○</a:t>
              </a:r>
              <a:endParaRPr sz="1875" b="0" i="0" spc="0" kern="0" lang="ko-KR" altLang="en-US" dirty="0">
                <a:solidFill>
                  <a:srgbClr val="E2D5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37" name="Line 317: 기록 통합검색 패널"/>
          <p:cNvGrpSpPr/>
          <p:nvPr/>
        </p:nvGrpSpPr>
        <p:grpSpPr>
          <a:xfrm>
            <a:off x="609600" y="4726781"/>
            <a:ext cx="1126034" cy="266700"/>
            <a:chOff x="609600" y="4726781"/>
            <a:chExt cx="1126034" cy="266700"/>
          </a:xfrm>
        </p:grpSpPr>
        <p:sp>
          <p:nvSpPr>
            <p:cNvPr id="238" name="Weave text 317: 기록"/>
            <p:cNvSpPr txBox="1"/>
            <p:nvPr/>
          </p:nvSpPr>
          <p:spPr>
            <a:xfrm>
              <a:off x="609600" y="4726781"/>
              <a:ext cx="293936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DB9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125" b="0" i="0" spc="-28" kern="0" lang="ko-KR" altLang="en-US" dirty="0">
                  <a:solidFill>
                    <a:srgbClr val="CDB9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기록</a:t>
              </a:r>
              <a:endParaRPr sz="1125" b="0" i="0" spc="-28" kern="0" lang="ko-KR" altLang="en-US" dirty="0">
                <a:solidFill>
                  <a:srgbClr val="CDB9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39" name="Weave text 317:  "/>
            <p:cNvSpPr txBox="1"/>
            <p:nvPr/>
          </p:nvSpPr>
          <p:spPr>
            <a:xfrm>
              <a:off x="865287" y="4726781"/>
              <a:ext cx="70693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DB9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125" b="0" i="0" spc="-28" kern="0" lang="ko-KR" altLang="en-US" dirty="0">
                  <a:solidFill>
                    <a:srgbClr val="CDB9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125" b="0" i="0" spc="-28" kern="0" lang="ko-KR" altLang="en-US" dirty="0">
                <a:solidFill>
                  <a:srgbClr val="CDB9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240" name="Weave text 317: 통합검색"/>
            <p:cNvSpPr txBox="1"/>
            <p:nvPr/>
          </p:nvSpPr>
          <p:spPr>
            <a:xfrm>
              <a:off x="897731" y="4726781"/>
              <a:ext cx="549771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DB9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125" b="0" i="0" spc="-28" kern="0" lang="ko-KR" altLang="en-US" dirty="0">
                  <a:solidFill>
                    <a:srgbClr val="CDB9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통합검색</a:t>
              </a:r>
              <a:endParaRPr sz="1125" b="0" i="0" spc="-28" kern="0" lang="ko-KR" altLang="en-US" dirty="0">
                <a:solidFill>
                  <a:srgbClr val="CDB9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41" name="Weave text 317:  "/>
            <p:cNvSpPr txBox="1"/>
            <p:nvPr/>
          </p:nvSpPr>
          <p:spPr>
            <a:xfrm>
              <a:off x="1409254" y="4726781"/>
              <a:ext cx="70545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DB9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125" b="0" i="0" spc="-28" kern="0" lang="ko-KR" altLang="en-US" dirty="0">
                  <a:solidFill>
                    <a:srgbClr val="CDB9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125" b="0" i="0" spc="-28" kern="0" lang="ko-KR" altLang="en-US" dirty="0">
                <a:solidFill>
                  <a:srgbClr val="CDB9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242" name="Weave text 317: 패널"/>
            <p:cNvSpPr txBox="1"/>
            <p:nvPr/>
          </p:nvSpPr>
          <p:spPr>
            <a:xfrm>
              <a:off x="1441549" y="4726781"/>
              <a:ext cx="294084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DB9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125" b="0" i="0" spc="-28" kern="0" lang="ko-KR" altLang="en-US" dirty="0">
                  <a:solidFill>
                    <a:srgbClr val="CDB9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패널</a:t>
              </a:r>
              <a:endParaRPr sz="1125" b="0" i="0" spc="-28" kern="0" lang="ko-KR" altLang="en-US" dirty="0">
                <a:solidFill>
                  <a:srgbClr val="CDB9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243" name="Line 318: ×"/>
          <p:cNvGrpSpPr/>
          <p:nvPr/>
        </p:nvGrpSpPr>
        <p:grpSpPr>
          <a:xfrm>
            <a:off x="3902571" y="4668441"/>
            <a:ext cx="195709" cy="419100"/>
            <a:chOff x="3902571" y="4668441"/>
            <a:chExt cx="195709" cy="419100"/>
          </a:xfrm>
        </p:grpSpPr>
        <p:sp>
          <p:nvSpPr>
            <p:cNvPr id="244" name="Weave text 318: ×"/>
            <p:cNvSpPr txBox="1"/>
            <p:nvPr/>
          </p:nvSpPr>
          <p:spPr>
            <a:xfrm>
              <a:off x="3902571" y="4668441"/>
              <a:ext cx="195709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×</a:t>
              </a:r>
              <a:endParaRPr sz="1875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45" name="Line 319: ×"/>
          <p:cNvGrpSpPr/>
          <p:nvPr/>
        </p:nvGrpSpPr>
        <p:grpSpPr>
          <a:xfrm>
            <a:off x="6074271" y="4668441"/>
            <a:ext cx="195709" cy="419100"/>
            <a:chOff x="6074271" y="4668441"/>
            <a:chExt cx="195709" cy="419100"/>
          </a:xfrm>
        </p:grpSpPr>
        <p:sp>
          <p:nvSpPr>
            <p:cNvPr id="246" name="Weave text 319: ×"/>
            <p:cNvSpPr txBox="1"/>
            <p:nvPr/>
          </p:nvSpPr>
          <p:spPr>
            <a:xfrm>
              <a:off x="6074271" y="4668441"/>
              <a:ext cx="195709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×</a:t>
              </a:r>
              <a:endParaRPr sz="1875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47" name="Line 320: ×"/>
          <p:cNvGrpSpPr/>
          <p:nvPr/>
        </p:nvGrpSpPr>
        <p:grpSpPr>
          <a:xfrm>
            <a:off x="8245971" y="4668441"/>
            <a:ext cx="195709" cy="419100"/>
            <a:chOff x="8245971" y="4668441"/>
            <a:chExt cx="195709" cy="419100"/>
          </a:xfrm>
        </p:grpSpPr>
        <p:sp>
          <p:nvSpPr>
            <p:cNvPr id="248" name="Weave text 320: ×"/>
            <p:cNvSpPr txBox="1"/>
            <p:nvPr/>
          </p:nvSpPr>
          <p:spPr>
            <a:xfrm>
              <a:off x="8245971" y="4668441"/>
              <a:ext cx="195709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×</a:t>
              </a:r>
              <a:endParaRPr sz="1875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49" name="Line 321: ○"/>
          <p:cNvGrpSpPr/>
          <p:nvPr/>
        </p:nvGrpSpPr>
        <p:grpSpPr>
          <a:xfrm>
            <a:off x="10387608" y="4668441"/>
            <a:ext cx="255836" cy="419100"/>
            <a:chOff x="10387608" y="4668441"/>
            <a:chExt cx="255836" cy="419100"/>
          </a:xfrm>
        </p:grpSpPr>
        <p:sp>
          <p:nvSpPr>
            <p:cNvPr id="250" name="Weave text 321: ○"/>
            <p:cNvSpPr txBox="1"/>
            <p:nvPr/>
          </p:nvSpPr>
          <p:spPr>
            <a:xfrm>
              <a:off x="10387608" y="4668441"/>
              <a:ext cx="255836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defRPr>
              </a:pPr>
              <a:r>
                <a:rPr sz="1875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rPr>
                <a:t xml:space="preserve">○</a:t>
              </a:r>
              <a:endParaRPr sz="1875" b="0" i="0" spc="0" kern="0" lang="ko-KR" altLang="en-US" dirty="0">
                <a:solidFill>
                  <a:srgbClr val="E2D5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51" name="Line 322: 앱 간 단서를 이어 입력 완성"/>
          <p:cNvGrpSpPr/>
          <p:nvPr/>
        </p:nvGrpSpPr>
        <p:grpSpPr>
          <a:xfrm>
            <a:off x="609600" y="5212556"/>
            <a:ext cx="1606897" cy="266700"/>
            <a:chOff x="609600" y="5212556"/>
            <a:chExt cx="1606897" cy="266700"/>
          </a:xfrm>
        </p:grpSpPr>
        <p:sp>
          <p:nvSpPr>
            <p:cNvPr id="252" name="Weave text 322: 앱"/>
            <p:cNvSpPr txBox="1"/>
            <p:nvPr/>
          </p:nvSpPr>
          <p:spPr>
            <a:xfrm>
              <a:off x="609600" y="5212556"/>
              <a:ext cx="166092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DB9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125" b="0" i="0" spc="-28" kern="0" lang="ko-KR" altLang="en-US" dirty="0">
                  <a:solidFill>
                    <a:srgbClr val="CDB9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앱</a:t>
              </a:r>
              <a:endParaRPr sz="1125" b="0" i="0" spc="-28" kern="0" lang="ko-KR" altLang="en-US" dirty="0">
                <a:solidFill>
                  <a:srgbClr val="CDB9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53" name="Weave text 322:  "/>
            <p:cNvSpPr txBox="1"/>
            <p:nvPr/>
          </p:nvSpPr>
          <p:spPr>
            <a:xfrm>
              <a:off x="737443" y="5212556"/>
              <a:ext cx="70693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DB9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125" b="0" i="0" spc="-28" kern="0" lang="ko-KR" altLang="en-US" dirty="0">
                  <a:solidFill>
                    <a:srgbClr val="CDB9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125" b="0" i="0" spc="-28" kern="0" lang="ko-KR" altLang="en-US" dirty="0">
                <a:solidFill>
                  <a:srgbClr val="CDB9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254" name="Weave text 322: 간"/>
            <p:cNvSpPr txBox="1"/>
            <p:nvPr/>
          </p:nvSpPr>
          <p:spPr>
            <a:xfrm>
              <a:off x="769888" y="5212556"/>
              <a:ext cx="166092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DB9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125" b="0" i="0" spc="-28" kern="0" lang="ko-KR" altLang="en-US" dirty="0">
                  <a:solidFill>
                    <a:srgbClr val="CDB9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간</a:t>
              </a:r>
              <a:endParaRPr sz="1125" b="0" i="0" spc="-28" kern="0" lang="ko-KR" altLang="en-US" dirty="0">
                <a:solidFill>
                  <a:srgbClr val="CDB9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55" name="Weave text 322:  "/>
            <p:cNvSpPr txBox="1"/>
            <p:nvPr/>
          </p:nvSpPr>
          <p:spPr>
            <a:xfrm>
              <a:off x="897731" y="5212556"/>
              <a:ext cx="70693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DB9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125" b="0" i="0" spc="-28" kern="0" lang="ko-KR" altLang="en-US" dirty="0">
                  <a:solidFill>
                    <a:srgbClr val="CDB9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125" b="0" i="0" spc="-28" kern="0" lang="ko-KR" altLang="en-US" dirty="0">
                <a:solidFill>
                  <a:srgbClr val="CDB9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256" name="Weave text 322: 단서를"/>
            <p:cNvSpPr txBox="1"/>
            <p:nvPr/>
          </p:nvSpPr>
          <p:spPr>
            <a:xfrm>
              <a:off x="930176" y="5212556"/>
              <a:ext cx="421779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DB9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125" b="0" i="0" spc="-28" kern="0" lang="ko-KR" altLang="en-US" dirty="0">
                  <a:solidFill>
                    <a:srgbClr val="CDB9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단서를</a:t>
              </a:r>
              <a:endParaRPr sz="1125" b="0" i="0" spc="-28" kern="0" lang="ko-KR" altLang="en-US" dirty="0">
                <a:solidFill>
                  <a:srgbClr val="CDB9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57" name="Weave text 322:  "/>
            <p:cNvSpPr txBox="1"/>
            <p:nvPr/>
          </p:nvSpPr>
          <p:spPr>
            <a:xfrm>
              <a:off x="1313706" y="5212556"/>
              <a:ext cx="70693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DB9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125" b="0" i="0" spc="-28" kern="0" lang="ko-KR" altLang="en-US" dirty="0">
                  <a:solidFill>
                    <a:srgbClr val="CDB9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125" b="0" i="0" spc="-28" kern="0" lang="ko-KR" altLang="en-US" dirty="0">
                <a:solidFill>
                  <a:srgbClr val="CDB9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258" name="Weave text 322: 이어"/>
            <p:cNvSpPr txBox="1"/>
            <p:nvPr/>
          </p:nvSpPr>
          <p:spPr>
            <a:xfrm>
              <a:off x="1346150" y="5212556"/>
              <a:ext cx="294084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DB9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125" b="0" i="0" spc="-28" kern="0" lang="ko-KR" altLang="en-US" dirty="0">
                  <a:solidFill>
                    <a:srgbClr val="CDB9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이어</a:t>
              </a:r>
              <a:endParaRPr sz="1125" b="0" i="0" spc="-28" kern="0" lang="ko-KR" altLang="en-US" dirty="0">
                <a:solidFill>
                  <a:srgbClr val="CDB9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59" name="Weave text 322:  "/>
            <p:cNvSpPr txBox="1"/>
            <p:nvPr/>
          </p:nvSpPr>
          <p:spPr>
            <a:xfrm>
              <a:off x="1601986" y="5212556"/>
              <a:ext cx="70545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DB9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125" b="0" i="0" spc="-28" kern="0" lang="ko-KR" altLang="en-US" dirty="0">
                  <a:solidFill>
                    <a:srgbClr val="CDB9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125" b="0" i="0" spc="-28" kern="0" lang="ko-KR" altLang="en-US" dirty="0">
                <a:solidFill>
                  <a:srgbClr val="CDB9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260" name="Weave text 322: 입력"/>
            <p:cNvSpPr txBox="1"/>
            <p:nvPr/>
          </p:nvSpPr>
          <p:spPr>
            <a:xfrm>
              <a:off x="1634282" y="5212556"/>
              <a:ext cx="294084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DB9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125" b="0" i="0" spc="-28" kern="0" lang="ko-KR" altLang="en-US" dirty="0">
                  <a:solidFill>
                    <a:srgbClr val="CDB9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입력</a:t>
              </a:r>
              <a:endParaRPr sz="1125" b="0" i="0" spc="-28" kern="0" lang="ko-KR" altLang="en-US" dirty="0">
                <a:solidFill>
                  <a:srgbClr val="CDB9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61" name="Weave text 322:  "/>
            <p:cNvSpPr txBox="1"/>
            <p:nvPr/>
          </p:nvSpPr>
          <p:spPr>
            <a:xfrm>
              <a:off x="1890117" y="5212556"/>
              <a:ext cx="70693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DB9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125" b="0" i="0" spc="-28" kern="0" lang="ko-KR" altLang="en-US" dirty="0">
                  <a:solidFill>
                    <a:srgbClr val="CDB9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125" b="0" i="0" spc="-28" kern="0" lang="ko-KR" altLang="en-US" dirty="0">
                <a:solidFill>
                  <a:srgbClr val="CDB9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262" name="Weave text 322: 완성"/>
            <p:cNvSpPr txBox="1"/>
            <p:nvPr/>
          </p:nvSpPr>
          <p:spPr>
            <a:xfrm>
              <a:off x="1922562" y="5212556"/>
              <a:ext cx="293936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DB9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125" b="0" i="0" spc="-28" kern="0" lang="ko-KR" altLang="en-US" dirty="0">
                  <a:solidFill>
                    <a:srgbClr val="CDB9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완성</a:t>
              </a:r>
              <a:endParaRPr sz="1125" b="0" i="0" spc="-28" kern="0" lang="ko-KR" altLang="en-US" dirty="0">
                <a:solidFill>
                  <a:srgbClr val="CDB9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263" name="Line 323: ×"/>
          <p:cNvGrpSpPr/>
          <p:nvPr/>
        </p:nvGrpSpPr>
        <p:grpSpPr>
          <a:xfrm>
            <a:off x="3902571" y="5154216"/>
            <a:ext cx="195709" cy="419100"/>
            <a:chOff x="3902571" y="5154216"/>
            <a:chExt cx="195709" cy="419100"/>
          </a:xfrm>
        </p:grpSpPr>
        <p:sp>
          <p:nvSpPr>
            <p:cNvPr id="264" name="Weave text 323: ×"/>
            <p:cNvSpPr txBox="1"/>
            <p:nvPr/>
          </p:nvSpPr>
          <p:spPr>
            <a:xfrm>
              <a:off x="3902571" y="5154216"/>
              <a:ext cx="195709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×</a:t>
              </a:r>
              <a:endParaRPr sz="1875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65" name="Line 324: △"/>
          <p:cNvGrpSpPr/>
          <p:nvPr/>
        </p:nvGrpSpPr>
        <p:grpSpPr>
          <a:xfrm>
            <a:off x="5579120" y="5154216"/>
            <a:ext cx="278904" cy="419100"/>
            <a:chOff x="5579120" y="5154216"/>
            <a:chExt cx="278904" cy="419100"/>
          </a:xfrm>
        </p:grpSpPr>
        <p:sp>
          <p:nvSpPr>
            <p:cNvPr id="266" name="Weave text 324: △"/>
            <p:cNvSpPr txBox="1"/>
            <p:nvPr/>
          </p:nvSpPr>
          <p:spPr>
            <a:xfrm>
              <a:off x="5579120" y="5154216"/>
              <a:ext cx="278904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△</a:t>
              </a:r>
              <a:endParaRPr sz="1875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67" name="Line 325: 정보 조회·자동입력"/>
          <p:cNvGrpSpPr/>
          <p:nvPr/>
        </p:nvGrpSpPr>
        <p:grpSpPr>
          <a:xfrm>
            <a:off x="5896124" y="5238452"/>
            <a:ext cx="869007" cy="205740"/>
            <a:chOff x="5896124" y="5238452"/>
            <a:chExt cx="869007" cy="205740"/>
          </a:xfrm>
        </p:grpSpPr>
        <p:sp>
          <p:nvSpPr>
            <p:cNvPr id="268" name="Weave text 325: 정보"/>
            <p:cNvSpPr txBox="1"/>
            <p:nvPr/>
          </p:nvSpPr>
          <p:spPr>
            <a:xfrm>
              <a:off x="5896124" y="5238452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998B2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998B2"/>
                  </a:solidFill>
                  <a:latin typeface="Noto Sans KR"/>
                  <a:ea typeface="Noto Sans KR"/>
                  <a:cs typeface="Noto Sans KR"/>
                </a:rPr>
                <a:t xml:space="preserve">정보</a:t>
              </a:r>
              <a:endParaRPr sz="825" b="0" i="0" spc="0" kern="0" lang="ko-KR" altLang="en-US" dirty="0">
                <a:solidFill>
                  <a:srgbClr val="8998B2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69" name="Weave text 325:  "/>
            <p:cNvSpPr txBox="1"/>
            <p:nvPr/>
          </p:nvSpPr>
          <p:spPr>
            <a:xfrm>
              <a:off x="6088856" y="5238452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998B2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998B2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998B2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0" name="Weave text 325: 조회"/>
            <p:cNvSpPr txBox="1"/>
            <p:nvPr/>
          </p:nvSpPr>
          <p:spPr>
            <a:xfrm>
              <a:off x="6118324" y="5238452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998B2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998B2"/>
                  </a:solidFill>
                  <a:latin typeface="Noto Sans KR"/>
                  <a:ea typeface="Noto Sans KR"/>
                  <a:cs typeface="Noto Sans KR"/>
                </a:rPr>
                <a:t xml:space="preserve">조회</a:t>
              </a:r>
              <a:endParaRPr sz="825" b="0" i="0" spc="0" kern="0" lang="ko-KR" altLang="en-US" dirty="0">
                <a:solidFill>
                  <a:srgbClr val="8998B2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71" name="Weave text 325: ·"/>
            <p:cNvSpPr txBox="1"/>
            <p:nvPr/>
          </p:nvSpPr>
          <p:spPr>
            <a:xfrm>
              <a:off x="6311057" y="5238452"/>
              <a:ext cx="68461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998B2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998B2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825" b="0" i="0" spc="0" kern="0" lang="ko-KR" altLang="en-US" dirty="0">
                <a:solidFill>
                  <a:srgbClr val="8998B2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2" name="Weave text 325: 자동입력"/>
            <p:cNvSpPr txBox="1"/>
            <p:nvPr/>
          </p:nvSpPr>
          <p:spPr>
            <a:xfrm>
              <a:off x="6341269" y="5238452"/>
              <a:ext cx="42386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998B2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998B2"/>
                  </a:solidFill>
                  <a:latin typeface="Noto Sans KR"/>
                  <a:ea typeface="Noto Sans KR"/>
                  <a:cs typeface="Noto Sans KR"/>
                </a:rPr>
                <a:t xml:space="preserve">자동입력</a:t>
              </a:r>
              <a:endParaRPr sz="825" b="0" i="0" spc="0" kern="0" lang="ko-KR" altLang="en-US" dirty="0">
                <a:solidFill>
                  <a:srgbClr val="8998B2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273" name="Line 326: △"/>
          <p:cNvGrpSpPr/>
          <p:nvPr/>
        </p:nvGrpSpPr>
        <p:grpSpPr>
          <a:xfrm>
            <a:off x="7847558" y="5154216"/>
            <a:ext cx="278904" cy="419100"/>
            <a:chOff x="7847558" y="5154216"/>
            <a:chExt cx="278904" cy="419100"/>
          </a:xfrm>
        </p:grpSpPr>
        <p:sp>
          <p:nvSpPr>
            <p:cNvPr id="274" name="Weave text 326: △"/>
            <p:cNvSpPr txBox="1"/>
            <p:nvPr/>
          </p:nvSpPr>
          <p:spPr>
            <a:xfrm>
              <a:off x="7847558" y="5154216"/>
              <a:ext cx="278904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△</a:t>
              </a:r>
              <a:endParaRPr sz="1875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75" name="Line 327: 카톡 대화 중심"/>
          <p:cNvGrpSpPr/>
          <p:nvPr/>
        </p:nvGrpSpPr>
        <p:grpSpPr>
          <a:xfrm>
            <a:off x="8164562" y="5238452"/>
            <a:ext cx="675531" cy="205740"/>
            <a:chOff x="8164562" y="5238452"/>
            <a:chExt cx="675531" cy="205740"/>
          </a:xfrm>
        </p:grpSpPr>
        <p:sp>
          <p:nvSpPr>
            <p:cNvPr id="276" name="Weave text 327: 카톡"/>
            <p:cNvSpPr txBox="1"/>
            <p:nvPr/>
          </p:nvSpPr>
          <p:spPr>
            <a:xfrm>
              <a:off x="8164562" y="5238452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998B2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998B2"/>
                  </a:solidFill>
                  <a:latin typeface="Noto Sans KR"/>
                  <a:ea typeface="Noto Sans KR"/>
                  <a:cs typeface="Noto Sans KR"/>
                </a:rPr>
                <a:t xml:space="preserve">카톡</a:t>
              </a:r>
              <a:endParaRPr sz="825" b="0" i="0" spc="0" kern="0" lang="ko-KR" altLang="en-US" dirty="0">
                <a:solidFill>
                  <a:srgbClr val="8998B2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77" name="Weave text 327:  "/>
            <p:cNvSpPr txBox="1"/>
            <p:nvPr/>
          </p:nvSpPr>
          <p:spPr>
            <a:xfrm>
              <a:off x="8357295" y="5238452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998B2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998B2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998B2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8" name="Weave text 327: 대화"/>
            <p:cNvSpPr txBox="1"/>
            <p:nvPr/>
          </p:nvSpPr>
          <p:spPr>
            <a:xfrm>
              <a:off x="8386762" y="5238452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998B2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998B2"/>
                  </a:solidFill>
                  <a:latin typeface="Noto Sans KR"/>
                  <a:ea typeface="Noto Sans KR"/>
                  <a:cs typeface="Noto Sans KR"/>
                </a:rPr>
                <a:t xml:space="preserve">대화</a:t>
              </a:r>
              <a:endParaRPr sz="825" b="0" i="0" spc="0" kern="0" lang="ko-KR" altLang="en-US" dirty="0">
                <a:solidFill>
                  <a:srgbClr val="8998B2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79" name="Weave text 327:  "/>
            <p:cNvSpPr txBox="1"/>
            <p:nvPr/>
          </p:nvSpPr>
          <p:spPr>
            <a:xfrm>
              <a:off x="8579495" y="5238452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998B2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998B2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998B2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80" name="Weave text 327: 중심"/>
            <p:cNvSpPr txBox="1"/>
            <p:nvPr/>
          </p:nvSpPr>
          <p:spPr>
            <a:xfrm>
              <a:off x="8608963" y="5238452"/>
              <a:ext cx="231130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998B2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998B2"/>
                  </a:solidFill>
                  <a:latin typeface="Noto Sans KR"/>
                  <a:ea typeface="Noto Sans KR"/>
                  <a:cs typeface="Noto Sans KR"/>
                </a:rPr>
                <a:t xml:space="preserve">중심</a:t>
              </a:r>
              <a:endParaRPr sz="825" b="0" i="0" spc="0" kern="0" lang="ko-KR" altLang="en-US" dirty="0">
                <a:solidFill>
                  <a:srgbClr val="8998B2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281" name="Line 328: ○"/>
          <p:cNvGrpSpPr/>
          <p:nvPr/>
        </p:nvGrpSpPr>
        <p:grpSpPr>
          <a:xfrm>
            <a:off x="10387608" y="5154216"/>
            <a:ext cx="255836" cy="419100"/>
            <a:chOff x="10387608" y="5154216"/>
            <a:chExt cx="255836" cy="419100"/>
          </a:xfrm>
        </p:grpSpPr>
        <p:sp>
          <p:nvSpPr>
            <p:cNvPr id="282" name="Weave text 328: ○"/>
            <p:cNvSpPr txBox="1"/>
            <p:nvPr/>
          </p:nvSpPr>
          <p:spPr>
            <a:xfrm>
              <a:off x="10387608" y="5154216"/>
              <a:ext cx="255836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defRPr>
              </a:pPr>
              <a:r>
                <a:rPr sz="1875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rPr>
                <a:t xml:space="preserve">○</a:t>
              </a:r>
              <a:endParaRPr sz="1875" b="0" i="0" spc="0" kern="0" lang="ko-KR" altLang="en-US" dirty="0">
                <a:solidFill>
                  <a:srgbClr val="E2D5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83" name="Line 329: 상황에 맞춰 먼저 알림"/>
          <p:cNvGrpSpPr/>
          <p:nvPr/>
        </p:nvGrpSpPr>
        <p:grpSpPr>
          <a:xfrm>
            <a:off x="609600" y="5698331"/>
            <a:ext cx="1298823" cy="266700"/>
            <a:chOff x="609600" y="5698331"/>
            <a:chExt cx="1298823" cy="266700"/>
          </a:xfrm>
        </p:grpSpPr>
        <p:sp>
          <p:nvSpPr>
            <p:cNvPr id="284" name="Weave text 329: 상황에"/>
            <p:cNvSpPr txBox="1"/>
            <p:nvPr/>
          </p:nvSpPr>
          <p:spPr>
            <a:xfrm>
              <a:off x="609600" y="5698331"/>
              <a:ext cx="421779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rPr>
                <a:t xml:space="preserve">상황에</a:t>
              </a:r>
              <a:endParaRPr sz="1125" b="0" i="0" spc="-28" kern="0" lang="ko-KR" altLang="en-US" dirty="0">
                <a:solidFill>
                  <a:srgbClr val="C5CE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85" name="Weave text 329:  "/>
            <p:cNvSpPr txBox="1"/>
            <p:nvPr/>
          </p:nvSpPr>
          <p:spPr>
            <a:xfrm>
              <a:off x="993130" y="5698331"/>
              <a:ext cx="74861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125" b="0" i="0" spc="-28" kern="0" lang="ko-KR" altLang="en-US" dirty="0">
                <a:solidFill>
                  <a:srgbClr val="C5CE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86" name="Weave text 329: 맞춰"/>
            <p:cNvSpPr txBox="1"/>
            <p:nvPr/>
          </p:nvSpPr>
          <p:spPr>
            <a:xfrm>
              <a:off x="1029742" y="5698331"/>
              <a:ext cx="294084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rPr>
                <a:t xml:space="preserve">맞춰</a:t>
              </a:r>
              <a:endParaRPr sz="1125" b="0" i="0" spc="-28" kern="0" lang="ko-KR" altLang="en-US" dirty="0">
                <a:solidFill>
                  <a:srgbClr val="C5CE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87" name="Weave text 329:  "/>
            <p:cNvSpPr txBox="1"/>
            <p:nvPr/>
          </p:nvSpPr>
          <p:spPr>
            <a:xfrm>
              <a:off x="1285577" y="5698331"/>
              <a:ext cx="74861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125" b="0" i="0" spc="-28" kern="0" lang="ko-KR" altLang="en-US" dirty="0">
                <a:solidFill>
                  <a:srgbClr val="C5CE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88" name="Weave text 329: 먼저"/>
            <p:cNvSpPr txBox="1"/>
            <p:nvPr/>
          </p:nvSpPr>
          <p:spPr>
            <a:xfrm>
              <a:off x="1322189" y="5698331"/>
              <a:ext cx="293936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rPr>
                <a:t xml:space="preserve">먼저</a:t>
              </a:r>
              <a:endParaRPr sz="1125" b="0" i="0" spc="-28" kern="0" lang="ko-KR" altLang="en-US" dirty="0">
                <a:solidFill>
                  <a:srgbClr val="C5CE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89" name="Weave text 329:  "/>
            <p:cNvSpPr txBox="1"/>
            <p:nvPr/>
          </p:nvSpPr>
          <p:spPr>
            <a:xfrm>
              <a:off x="1577876" y="5698331"/>
              <a:ext cx="74861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125" b="0" i="0" spc="-28" kern="0" lang="ko-KR" altLang="en-US" dirty="0">
                <a:solidFill>
                  <a:srgbClr val="C5CE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90" name="Weave text 329: 알림"/>
            <p:cNvSpPr txBox="1"/>
            <p:nvPr/>
          </p:nvSpPr>
          <p:spPr>
            <a:xfrm>
              <a:off x="1614488" y="5698331"/>
              <a:ext cx="293936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rPr>
                <a:t xml:space="preserve">알림</a:t>
              </a:r>
              <a:endParaRPr sz="1125" b="0" i="0" spc="-28" kern="0" lang="ko-KR" altLang="en-US" dirty="0">
                <a:solidFill>
                  <a:srgbClr val="C5CED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291" name="Line 330: ×"/>
          <p:cNvGrpSpPr/>
          <p:nvPr/>
        </p:nvGrpSpPr>
        <p:grpSpPr>
          <a:xfrm>
            <a:off x="3902571" y="5639991"/>
            <a:ext cx="195709" cy="419100"/>
            <a:chOff x="3902571" y="5639991"/>
            <a:chExt cx="195709" cy="419100"/>
          </a:xfrm>
        </p:grpSpPr>
        <p:sp>
          <p:nvSpPr>
            <p:cNvPr id="292" name="Weave text 330: ×"/>
            <p:cNvSpPr txBox="1"/>
            <p:nvPr/>
          </p:nvSpPr>
          <p:spPr>
            <a:xfrm>
              <a:off x="3902571" y="5639991"/>
              <a:ext cx="195709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×</a:t>
              </a:r>
              <a:endParaRPr sz="1875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93" name="Line 331: ○"/>
          <p:cNvGrpSpPr/>
          <p:nvPr/>
        </p:nvGrpSpPr>
        <p:grpSpPr>
          <a:xfrm>
            <a:off x="6044208" y="5639991"/>
            <a:ext cx="255836" cy="419100"/>
            <a:chOff x="6044208" y="5639991"/>
            <a:chExt cx="255836" cy="419100"/>
          </a:xfrm>
        </p:grpSpPr>
        <p:sp>
          <p:nvSpPr>
            <p:cNvPr id="294" name="Weave text 331: ○"/>
            <p:cNvSpPr txBox="1"/>
            <p:nvPr/>
          </p:nvSpPr>
          <p:spPr>
            <a:xfrm>
              <a:off x="6044208" y="5639991"/>
              <a:ext cx="255836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○</a:t>
              </a:r>
              <a:endParaRPr sz="1875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95" name="Line 332: ○"/>
          <p:cNvGrpSpPr/>
          <p:nvPr/>
        </p:nvGrpSpPr>
        <p:grpSpPr>
          <a:xfrm>
            <a:off x="8215908" y="5639991"/>
            <a:ext cx="255836" cy="419100"/>
            <a:chOff x="8215908" y="5639991"/>
            <a:chExt cx="255836" cy="419100"/>
          </a:xfrm>
        </p:grpSpPr>
        <p:sp>
          <p:nvSpPr>
            <p:cNvPr id="296" name="Weave text 332: ○"/>
            <p:cNvSpPr txBox="1"/>
            <p:nvPr/>
          </p:nvSpPr>
          <p:spPr>
            <a:xfrm>
              <a:off x="8215908" y="5639991"/>
              <a:ext cx="255836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○</a:t>
              </a:r>
              <a:endParaRPr sz="1875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97" name="Line 333: ○"/>
          <p:cNvGrpSpPr/>
          <p:nvPr/>
        </p:nvGrpSpPr>
        <p:grpSpPr>
          <a:xfrm>
            <a:off x="10387608" y="5639991"/>
            <a:ext cx="255836" cy="419100"/>
            <a:chOff x="10387608" y="5639991"/>
            <a:chExt cx="255836" cy="419100"/>
          </a:xfrm>
        </p:grpSpPr>
        <p:sp>
          <p:nvSpPr>
            <p:cNvPr id="298" name="Weave text 333: ○"/>
            <p:cNvSpPr txBox="1"/>
            <p:nvPr/>
          </p:nvSpPr>
          <p:spPr>
            <a:xfrm>
              <a:off x="10387608" y="5639991"/>
              <a:ext cx="255836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defRPr>
              </a:pPr>
              <a:r>
                <a:rPr sz="1875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rPr>
                <a:t xml:space="preserve">○</a:t>
              </a:r>
              <a:endParaRPr sz="1875" b="0" i="0" spc="0" kern="0" lang="ko-KR" altLang="en-US" dirty="0">
                <a:solidFill>
                  <a:srgbClr val="E2D5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99" name="Line 334: ○ 해당 경험 지원 · △ 범위·흐름에 차이 · × 해당 UX 미안내(공"/>
          <p:cNvGrpSpPr/>
          <p:nvPr/>
        </p:nvGrpSpPr>
        <p:grpSpPr>
          <a:xfrm>
            <a:off x="609600" y="6096000"/>
            <a:ext cx="4129980" cy="190500"/>
            <a:chOff x="609600" y="6096000"/>
            <a:chExt cx="4129980" cy="190500"/>
          </a:xfrm>
        </p:grpSpPr>
        <p:sp>
          <p:nvSpPr>
            <p:cNvPr id="300" name="Weave text 334: ○ "/>
            <p:cNvSpPr txBox="1"/>
            <p:nvPr/>
          </p:nvSpPr>
          <p:spPr>
            <a:xfrm>
              <a:off x="609600" y="6096000"/>
              <a:ext cx="151954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○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01" name="Weave text 334: 해당"/>
            <p:cNvSpPr txBox="1"/>
            <p:nvPr/>
          </p:nvSpPr>
          <p:spPr>
            <a:xfrm>
              <a:off x="723454" y="6096000"/>
              <a:ext cx="213420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해당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02" name="Weave text 334:  "/>
            <p:cNvSpPr txBox="1"/>
            <p:nvPr/>
          </p:nvSpPr>
          <p:spPr>
            <a:xfrm>
              <a:off x="898624" y="609600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03" name="Weave text 334: 경험"/>
            <p:cNvSpPr txBox="1"/>
            <p:nvPr/>
          </p:nvSpPr>
          <p:spPr>
            <a:xfrm>
              <a:off x="925413" y="6096000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경험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04" name="Weave text 334:  "/>
            <p:cNvSpPr txBox="1"/>
            <p:nvPr/>
          </p:nvSpPr>
          <p:spPr>
            <a:xfrm>
              <a:off x="1100733" y="609600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05" name="Weave text 334: 지원"/>
            <p:cNvSpPr txBox="1"/>
            <p:nvPr/>
          </p:nvSpPr>
          <p:spPr>
            <a:xfrm>
              <a:off x="1127522" y="6096000"/>
              <a:ext cx="213420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지원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06" name="Weave text 334:  · △ "/>
            <p:cNvSpPr txBox="1"/>
            <p:nvPr/>
          </p:nvSpPr>
          <p:spPr>
            <a:xfrm>
              <a:off x="1302693" y="6096000"/>
              <a:ext cx="242441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· △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07" name="Weave text 334: 범위"/>
            <p:cNvSpPr txBox="1"/>
            <p:nvPr/>
          </p:nvSpPr>
          <p:spPr>
            <a:xfrm>
              <a:off x="1506885" y="6096000"/>
              <a:ext cx="213420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범위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08" name="Weave text 334: ·"/>
            <p:cNvSpPr txBox="1"/>
            <p:nvPr/>
          </p:nvSpPr>
          <p:spPr>
            <a:xfrm>
              <a:off x="1682055" y="6096000"/>
              <a:ext cx="65782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09" name="Weave text 334: 흐름에"/>
            <p:cNvSpPr txBox="1"/>
            <p:nvPr/>
          </p:nvSpPr>
          <p:spPr>
            <a:xfrm>
              <a:off x="1709589" y="6096000"/>
              <a:ext cx="301079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흐름에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10" name="Weave text 334:  "/>
            <p:cNvSpPr txBox="1"/>
            <p:nvPr/>
          </p:nvSpPr>
          <p:spPr>
            <a:xfrm>
              <a:off x="1972419" y="609600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11" name="Weave text 334: 차이"/>
            <p:cNvSpPr txBox="1"/>
            <p:nvPr/>
          </p:nvSpPr>
          <p:spPr>
            <a:xfrm>
              <a:off x="1999208" y="6096000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차이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12" name="Weave text 334:  · × "/>
            <p:cNvSpPr txBox="1"/>
            <p:nvPr/>
          </p:nvSpPr>
          <p:spPr>
            <a:xfrm>
              <a:off x="2174528" y="6096000"/>
              <a:ext cx="208955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· ×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13" name="Weave text 334: 해당"/>
            <p:cNvSpPr txBox="1"/>
            <p:nvPr/>
          </p:nvSpPr>
          <p:spPr>
            <a:xfrm>
              <a:off x="2345234" y="6096000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해당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14" name="Weave text 334:  UX "/>
            <p:cNvSpPr txBox="1"/>
            <p:nvPr/>
          </p:nvSpPr>
          <p:spPr>
            <a:xfrm>
              <a:off x="2520553" y="6096000"/>
              <a:ext cx="227707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UX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15" name="Weave text 334: 미안내"/>
            <p:cNvSpPr txBox="1"/>
            <p:nvPr/>
          </p:nvSpPr>
          <p:spPr>
            <a:xfrm>
              <a:off x="2710011" y="6096000"/>
              <a:ext cx="301079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미안내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16" name="Weave text 334: ("/>
            <p:cNvSpPr txBox="1"/>
            <p:nvPr/>
          </p:nvSpPr>
          <p:spPr>
            <a:xfrm>
              <a:off x="2972842" y="6096000"/>
              <a:ext cx="73075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(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17" name="Weave text 334: 공개"/>
            <p:cNvSpPr txBox="1"/>
            <p:nvPr/>
          </p:nvSpPr>
          <p:spPr>
            <a:xfrm>
              <a:off x="3007668" y="6096000"/>
              <a:ext cx="213420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공개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18" name="Weave text 334:  "/>
            <p:cNvSpPr txBox="1"/>
            <p:nvPr/>
          </p:nvSpPr>
          <p:spPr>
            <a:xfrm>
              <a:off x="3182838" y="609600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19" name="Weave text 334: 자료"/>
            <p:cNvSpPr txBox="1"/>
            <p:nvPr/>
          </p:nvSpPr>
          <p:spPr>
            <a:xfrm>
              <a:off x="3209627" y="6096000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자료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20" name="Weave text 334:  "/>
            <p:cNvSpPr txBox="1"/>
            <p:nvPr/>
          </p:nvSpPr>
          <p:spPr>
            <a:xfrm>
              <a:off x="3384947" y="609600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21" name="Weave text 334: 기준"/>
            <p:cNvSpPr txBox="1"/>
            <p:nvPr/>
          </p:nvSpPr>
          <p:spPr>
            <a:xfrm>
              <a:off x="3411736" y="6096000"/>
              <a:ext cx="213420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기준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22" name="Weave text 334: ) · Weave"/>
            <p:cNvSpPr txBox="1"/>
            <p:nvPr/>
          </p:nvSpPr>
          <p:spPr>
            <a:xfrm>
              <a:off x="3586907" y="6096000"/>
              <a:ext cx="458837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) · Weave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23" name="Weave text 334: 는"/>
            <p:cNvSpPr txBox="1"/>
            <p:nvPr/>
          </p:nvSpPr>
          <p:spPr>
            <a:xfrm>
              <a:off x="4007495" y="6096000"/>
              <a:ext cx="125909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는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24" name="Weave text 334:  "/>
            <p:cNvSpPr txBox="1"/>
            <p:nvPr/>
          </p:nvSpPr>
          <p:spPr>
            <a:xfrm>
              <a:off x="4095155" y="609600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25" name="Weave text 334: 제안"/>
            <p:cNvSpPr txBox="1"/>
            <p:nvPr/>
          </p:nvSpPr>
          <p:spPr>
            <a:xfrm>
              <a:off x="4121944" y="6096000"/>
              <a:ext cx="213420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제안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26" name="Weave text 334:  "/>
            <p:cNvSpPr txBox="1"/>
            <p:nvPr/>
          </p:nvSpPr>
          <p:spPr>
            <a:xfrm>
              <a:off x="4297114" y="609600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27" name="Weave text 334: 설계"/>
            <p:cNvSpPr txBox="1"/>
            <p:nvPr/>
          </p:nvSpPr>
          <p:spPr>
            <a:xfrm>
              <a:off x="4323904" y="6096000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설계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28" name="Weave text 334:  "/>
            <p:cNvSpPr txBox="1"/>
            <p:nvPr/>
          </p:nvSpPr>
          <p:spPr>
            <a:xfrm>
              <a:off x="4499223" y="609600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29" name="Weave text 334: 기준"/>
            <p:cNvSpPr txBox="1"/>
            <p:nvPr/>
          </p:nvSpPr>
          <p:spPr>
            <a:xfrm>
              <a:off x="4526012" y="6096000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기준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330" name="Line 335: ¹ 전신 Chat Assist 최초 탑재 기기 출시일. "/>
          <p:cNvGrpSpPr/>
          <p:nvPr/>
        </p:nvGrpSpPr>
        <p:grpSpPr>
          <a:xfrm>
            <a:off x="609600" y="6262688"/>
            <a:ext cx="1754088" cy="190500"/>
            <a:chOff x="609600" y="6262688"/>
            <a:chExt cx="1754088" cy="190500"/>
          </a:xfrm>
        </p:grpSpPr>
        <p:sp>
          <p:nvSpPr>
            <p:cNvPr id="331" name="Weave text 335: ¹ "/>
            <p:cNvSpPr txBox="1"/>
            <p:nvPr/>
          </p:nvSpPr>
          <p:spPr>
            <a:xfrm>
              <a:off x="609600" y="6262688"/>
              <a:ext cx="93911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¹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32" name="Weave text 335: 전신"/>
            <p:cNvSpPr txBox="1"/>
            <p:nvPr/>
          </p:nvSpPr>
          <p:spPr>
            <a:xfrm>
              <a:off x="665262" y="6262688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전신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33" name="Weave text 335:  Chat Assist "/>
            <p:cNvSpPr txBox="1"/>
            <p:nvPr/>
          </p:nvSpPr>
          <p:spPr>
            <a:xfrm>
              <a:off x="840581" y="6262688"/>
              <a:ext cx="599926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Chat Assist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34" name="Weave text 335: 최초"/>
            <p:cNvSpPr txBox="1"/>
            <p:nvPr/>
          </p:nvSpPr>
          <p:spPr>
            <a:xfrm>
              <a:off x="1402259" y="6262688"/>
              <a:ext cx="213420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최초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35" name="Weave text 335:  "/>
            <p:cNvSpPr txBox="1"/>
            <p:nvPr/>
          </p:nvSpPr>
          <p:spPr>
            <a:xfrm>
              <a:off x="1577429" y="6262688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36" name="Weave text 335: 탑재"/>
            <p:cNvSpPr txBox="1"/>
            <p:nvPr/>
          </p:nvSpPr>
          <p:spPr>
            <a:xfrm>
              <a:off x="1604218" y="6262688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탑재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37" name="Weave text 335:  "/>
            <p:cNvSpPr txBox="1"/>
            <p:nvPr/>
          </p:nvSpPr>
          <p:spPr>
            <a:xfrm>
              <a:off x="1779538" y="6262688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38" name="Weave text 335: 기기"/>
            <p:cNvSpPr txBox="1"/>
            <p:nvPr/>
          </p:nvSpPr>
          <p:spPr>
            <a:xfrm>
              <a:off x="1806327" y="6262688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기기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39" name="Weave text 335:  "/>
            <p:cNvSpPr txBox="1"/>
            <p:nvPr/>
          </p:nvSpPr>
          <p:spPr>
            <a:xfrm>
              <a:off x="1981646" y="6262688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40" name="Weave text 335: 출시일"/>
            <p:cNvSpPr txBox="1"/>
            <p:nvPr/>
          </p:nvSpPr>
          <p:spPr>
            <a:xfrm>
              <a:off x="2008436" y="6262688"/>
              <a:ext cx="301079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출시일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41" name="Weave text 335: . "/>
            <p:cNvSpPr txBox="1"/>
            <p:nvPr/>
          </p:nvSpPr>
          <p:spPr>
            <a:xfrm>
              <a:off x="2271266" y="6262688"/>
              <a:ext cx="92422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.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342" name="Line 336: 삼성">
            <a:hlinkClick r:id="rIdWeaveLink336"/>
          </p:cNvPr>
          <p:cNvGrpSpPr/>
          <p:nvPr/>
        </p:nvGrpSpPr>
        <p:grpSpPr>
          <a:xfrm>
            <a:off x="2325588" y="6262688"/>
            <a:ext cx="213420" cy="190500"/>
            <a:chOff x="2325588" y="6262688"/>
            <a:chExt cx="213420" cy="190500"/>
          </a:xfrm>
        </p:grpSpPr>
        <p:sp>
          <p:nvSpPr>
            <p:cNvPr id="343" name="Weave text 336: 삼성">
              <a:hlinkClick r:id="rIdWeaveLink336"/>
            </p:cNvPr>
            <p:cNvSpPr txBox="1"/>
            <p:nvPr/>
          </p:nvSpPr>
          <p:spPr>
            <a:xfrm>
              <a:off x="2325588" y="6262688"/>
              <a:ext cx="213420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삼성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344" name="Line 337: ·"/>
          <p:cNvGrpSpPr/>
          <p:nvPr/>
        </p:nvGrpSpPr>
        <p:grpSpPr>
          <a:xfrm>
            <a:off x="2500908" y="6262688"/>
            <a:ext cx="65633" cy="190500"/>
            <a:chOff x="2500908" y="6262688"/>
            <a:chExt cx="65633" cy="190500"/>
          </a:xfrm>
        </p:grpSpPr>
        <p:sp>
          <p:nvSpPr>
            <p:cNvPr id="345" name="Weave text 337: ·"/>
            <p:cNvSpPr txBox="1"/>
            <p:nvPr/>
          </p:nvSpPr>
          <p:spPr>
            <a:xfrm>
              <a:off x="2500908" y="6262688"/>
              <a:ext cx="65633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346" name="Line 338: 카카오">
            <a:hlinkClick r:id="rIdWeaveLink338"/>
          </p:cNvPr>
          <p:cNvGrpSpPr/>
          <p:nvPr/>
        </p:nvGrpSpPr>
        <p:grpSpPr>
          <a:xfrm>
            <a:off x="2528441" y="6262688"/>
            <a:ext cx="301079" cy="190500"/>
            <a:chOff x="2528441" y="6262688"/>
            <a:chExt cx="301079" cy="190500"/>
          </a:xfrm>
        </p:grpSpPr>
        <p:sp>
          <p:nvSpPr>
            <p:cNvPr id="347" name="Weave text 338: 카카오">
              <a:hlinkClick r:id="rIdWeaveLink338"/>
            </p:cNvPr>
            <p:cNvSpPr txBox="1"/>
            <p:nvPr/>
          </p:nvSpPr>
          <p:spPr>
            <a:xfrm>
              <a:off x="2528441" y="6262688"/>
              <a:ext cx="301079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카카오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348" name="Line 339:  공식 안내 기준 / △는 해당 기술이 불가능하다는 의미가 아닙니다."/>
          <p:cNvGrpSpPr/>
          <p:nvPr/>
        </p:nvGrpSpPr>
        <p:grpSpPr>
          <a:xfrm>
            <a:off x="2791420" y="6262688"/>
            <a:ext cx="2654796" cy="190500"/>
            <a:chOff x="2791420" y="6262688"/>
            <a:chExt cx="2654796" cy="190500"/>
          </a:xfrm>
        </p:grpSpPr>
        <p:sp>
          <p:nvSpPr>
            <p:cNvPr id="349" name="Weave text 339:  "/>
            <p:cNvSpPr txBox="1"/>
            <p:nvPr/>
          </p:nvSpPr>
          <p:spPr>
            <a:xfrm>
              <a:off x="2791420" y="6262688"/>
              <a:ext cx="64889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50" name="Weave text 339: 공식"/>
            <p:cNvSpPr txBox="1"/>
            <p:nvPr/>
          </p:nvSpPr>
          <p:spPr>
            <a:xfrm>
              <a:off x="2818209" y="6262688"/>
              <a:ext cx="213420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공식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51" name="Weave text 339:  "/>
            <p:cNvSpPr txBox="1"/>
            <p:nvPr/>
          </p:nvSpPr>
          <p:spPr>
            <a:xfrm>
              <a:off x="2993380" y="6262688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52" name="Weave text 339: 안내"/>
            <p:cNvSpPr txBox="1"/>
            <p:nvPr/>
          </p:nvSpPr>
          <p:spPr>
            <a:xfrm>
              <a:off x="3020169" y="6262688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안내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53" name="Weave text 339:  "/>
            <p:cNvSpPr txBox="1"/>
            <p:nvPr/>
          </p:nvSpPr>
          <p:spPr>
            <a:xfrm>
              <a:off x="3195489" y="6262688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54" name="Weave text 339: 기준"/>
            <p:cNvSpPr txBox="1"/>
            <p:nvPr/>
          </p:nvSpPr>
          <p:spPr>
            <a:xfrm>
              <a:off x="3222278" y="6262688"/>
              <a:ext cx="213420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기준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55" name="Weave text 339:  / △"/>
            <p:cNvSpPr txBox="1"/>
            <p:nvPr/>
          </p:nvSpPr>
          <p:spPr>
            <a:xfrm>
              <a:off x="3397448" y="6262688"/>
              <a:ext cx="22249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/ △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56" name="Weave text 339: 는"/>
            <p:cNvSpPr txBox="1"/>
            <p:nvPr/>
          </p:nvSpPr>
          <p:spPr>
            <a:xfrm>
              <a:off x="3581698" y="6262688"/>
              <a:ext cx="125909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는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57" name="Weave text 339:  "/>
            <p:cNvSpPr txBox="1"/>
            <p:nvPr/>
          </p:nvSpPr>
          <p:spPr>
            <a:xfrm>
              <a:off x="3669357" y="6262688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58" name="Weave text 339: 해당"/>
            <p:cNvSpPr txBox="1"/>
            <p:nvPr/>
          </p:nvSpPr>
          <p:spPr>
            <a:xfrm>
              <a:off x="3696146" y="6262688"/>
              <a:ext cx="213420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해당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59" name="Weave text 339:  "/>
            <p:cNvSpPr txBox="1"/>
            <p:nvPr/>
          </p:nvSpPr>
          <p:spPr>
            <a:xfrm>
              <a:off x="3871317" y="6262688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60" name="Weave text 339: 기술이"/>
            <p:cNvSpPr txBox="1"/>
            <p:nvPr/>
          </p:nvSpPr>
          <p:spPr>
            <a:xfrm>
              <a:off x="3898106" y="6262688"/>
              <a:ext cx="30122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기술이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61" name="Weave text 339:  "/>
            <p:cNvSpPr txBox="1"/>
            <p:nvPr/>
          </p:nvSpPr>
          <p:spPr>
            <a:xfrm>
              <a:off x="4161086" y="6262688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62" name="Weave text 339: 불가능하다는"/>
            <p:cNvSpPr txBox="1"/>
            <p:nvPr/>
          </p:nvSpPr>
          <p:spPr>
            <a:xfrm>
              <a:off x="4187875" y="6262688"/>
              <a:ext cx="563910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불가능하다는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63" name="Weave text 339:  "/>
            <p:cNvSpPr txBox="1"/>
            <p:nvPr/>
          </p:nvSpPr>
          <p:spPr>
            <a:xfrm>
              <a:off x="4713536" y="6262688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64" name="Weave text 339: 의미가"/>
            <p:cNvSpPr txBox="1"/>
            <p:nvPr/>
          </p:nvSpPr>
          <p:spPr>
            <a:xfrm>
              <a:off x="4740325" y="6262688"/>
              <a:ext cx="30122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의미가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65" name="Weave text 339:  "/>
            <p:cNvSpPr txBox="1"/>
            <p:nvPr/>
          </p:nvSpPr>
          <p:spPr>
            <a:xfrm>
              <a:off x="5003304" y="6262688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66" name="Weave text 339: 아닙니다"/>
            <p:cNvSpPr txBox="1"/>
            <p:nvPr/>
          </p:nvSpPr>
          <p:spPr>
            <a:xfrm>
              <a:off x="5030093" y="6262688"/>
              <a:ext cx="388739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아닙니다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67" name="Weave text 339: ."/>
            <p:cNvSpPr txBox="1"/>
            <p:nvPr/>
          </p:nvSpPr>
          <p:spPr>
            <a:xfrm>
              <a:off x="5380583" y="6262688"/>
              <a:ext cx="65633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368" name="Line 340: WEAVE ASSIST / GALAXY AI CONCEPT"/>
          <p:cNvGrpSpPr/>
          <p:nvPr/>
        </p:nvGrpSpPr>
        <p:grpSpPr>
          <a:xfrm>
            <a:off x="609600" y="6486525"/>
            <a:ext cx="2393007" cy="190500"/>
            <a:chOff x="609600" y="6486525"/>
            <a:chExt cx="2393007" cy="190500"/>
          </a:xfrm>
        </p:grpSpPr>
        <p:sp>
          <p:nvSpPr>
            <p:cNvPr id="369" name="Weave text 340: WEAVE ASSIST / GALAXY AI CONCEPT"/>
            <p:cNvSpPr txBox="1"/>
            <p:nvPr/>
          </p:nvSpPr>
          <p:spPr>
            <a:xfrm>
              <a:off x="609600" y="6486525"/>
              <a:ext cx="2393007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WEAVE ASSIST / GALAXY AI CONCEPT</a:t>
              </a:r>
              <a:endParaRPr sz="750" b="0" i="0" spc="142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370" name="Line 341: 10 / 11"/>
          <p:cNvGrpSpPr/>
          <p:nvPr/>
        </p:nvGrpSpPr>
        <p:grpSpPr>
          <a:xfrm>
            <a:off x="11191429" y="6486525"/>
            <a:ext cx="429071" cy="190500"/>
            <a:chOff x="11191429" y="6486525"/>
            <a:chExt cx="429071" cy="190500"/>
          </a:xfrm>
        </p:grpSpPr>
        <p:sp>
          <p:nvSpPr>
            <p:cNvPr id="371" name="Weave text 341: 10 / 11"/>
            <p:cNvSpPr txBox="1"/>
            <p:nvPr/>
          </p:nvSpPr>
          <p:spPr>
            <a:xfrm>
              <a:off x="11191429" y="6486525"/>
              <a:ext cx="429071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10 / 11</a:t>
              </a:r>
              <a:endParaRPr sz="750" b="0" i="0" spc="142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TML visual layer (text is separately editable)"/>
          <p:cNvPicPr>
            <a:picLocks noChangeAspect="1"/>
          </p:cNvPicPr>
          <p:nvPr/>
        </p:nvPicPr>
        <p:blipFill>
          <a:blip r:embed="rIdWeaveVisualLayer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3" name="Line 342: 11 / THE IMPACT"/>
          <p:cNvGrpSpPr/>
          <p:nvPr/>
        </p:nvGrpSpPr>
        <p:grpSpPr>
          <a:xfrm>
            <a:off x="609600" y="371475"/>
            <a:ext cx="1142554" cy="205740"/>
            <a:chOff x="609600" y="371475"/>
            <a:chExt cx="1142554" cy="205740"/>
          </a:xfrm>
        </p:grpSpPr>
        <p:sp>
          <p:nvSpPr>
            <p:cNvPr id="4" name="Weave text 342: 11 / THE IMPACT"/>
            <p:cNvSpPr txBox="1"/>
            <p:nvPr/>
          </p:nvSpPr>
          <p:spPr>
            <a:xfrm>
              <a:off x="609600" y="371475"/>
              <a:ext cx="1142554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148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825" b="0" i="0" spc="148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rPr>
                <a:t xml:space="preserve">11 / THE IMPACT</a:t>
              </a:r>
              <a:endParaRPr sz="825" b="0" i="0" spc="148" kern="0" lang="ko-KR" altLang="en-US" dirty="0">
                <a:solidFill>
                  <a:srgbClr val="B8A2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5" name="Line 343: 흩어진 기억과"/>
          <p:cNvGrpSpPr/>
          <p:nvPr/>
        </p:nvGrpSpPr>
        <p:grpSpPr>
          <a:xfrm>
            <a:off x="609600" y="895350"/>
            <a:ext cx="2244477" cy="693420"/>
            <a:chOff x="609600" y="895350"/>
            <a:chExt cx="2244477" cy="693420"/>
          </a:xfrm>
        </p:grpSpPr>
        <p:sp>
          <p:nvSpPr>
            <p:cNvPr id="6" name="Weave text 343: 흩어진"/>
            <p:cNvSpPr txBox="1"/>
            <p:nvPr/>
          </p:nvSpPr>
          <p:spPr>
            <a:xfrm>
              <a:off x="609600" y="895350"/>
              <a:ext cx="1101030" cy="631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225" b="0" i="0" spc="-177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225" b="0" i="0" spc="-177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흩어진</a:t>
              </a:r>
              <a:endParaRPr sz="3225" b="0" i="0" spc="-177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7" name="Weave text 343:  "/>
            <p:cNvSpPr txBox="1"/>
            <p:nvPr/>
          </p:nvSpPr>
          <p:spPr>
            <a:xfrm>
              <a:off x="1672382" y="895350"/>
              <a:ext cx="118914" cy="5336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225" b="0" i="0" spc="-177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225" b="0" i="0" spc="-177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225" b="0" i="0" spc="-177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8" name="Weave text 343: 기억과"/>
            <p:cNvSpPr txBox="1"/>
            <p:nvPr/>
          </p:nvSpPr>
          <p:spPr>
            <a:xfrm>
              <a:off x="1753046" y="895350"/>
              <a:ext cx="1101030" cy="631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225" b="0" i="0" spc="-177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225" b="0" i="0" spc="-177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기억과</a:t>
              </a:r>
              <a:endParaRPr sz="3225" b="0" i="0" spc="-177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9" name="Line 344: 우리의 대화,"/>
          <p:cNvGrpSpPr/>
          <p:nvPr/>
        </p:nvGrpSpPr>
        <p:grpSpPr>
          <a:xfrm>
            <a:off x="609600" y="1480989"/>
            <a:ext cx="1998315" cy="693420"/>
            <a:chOff x="609600" y="1480989"/>
            <a:chExt cx="1998315" cy="693420"/>
          </a:xfrm>
        </p:grpSpPr>
        <p:sp>
          <p:nvSpPr>
            <p:cNvPr id="10" name="Weave text 344: 우리의"/>
            <p:cNvSpPr txBox="1"/>
            <p:nvPr/>
          </p:nvSpPr>
          <p:spPr>
            <a:xfrm>
              <a:off x="609600" y="1480989"/>
              <a:ext cx="1101030" cy="631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225" b="0" i="0" spc="-177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225" b="0" i="0" spc="-177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우리의</a:t>
              </a:r>
              <a:endParaRPr sz="3225" b="0" i="0" spc="-177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1" name="Weave text 344:  "/>
            <p:cNvSpPr txBox="1"/>
            <p:nvPr/>
          </p:nvSpPr>
          <p:spPr>
            <a:xfrm>
              <a:off x="1672382" y="1480989"/>
              <a:ext cx="118914" cy="5336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225" b="0" i="0" spc="-177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225" b="0" i="0" spc="-177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225" b="0" i="0" spc="-177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2" name="Weave text 344: 대화"/>
            <p:cNvSpPr txBox="1"/>
            <p:nvPr/>
          </p:nvSpPr>
          <p:spPr>
            <a:xfrm>
              <a:off x="1753046" y="1480989"/>
              <a:ext cx="746820" cy="631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225" b="0" i="0" spc="-177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225" b="0" i="0" spc="-177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대화</a:t>
              </a:r>
              <a:endParaRPr sz="3225" b="0" i="0" spc="-177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3" name="Weave text 344: ,"/>
            <p:cNvSpPr txBox="1"/>
            <p:nvPr/>
          </p:nvSpPr>
          <p:spPr>
            <a:xfrm>
              <a:off x="2461617" y="1480989"/>
              <a:ext cx="146298" cy="5336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225" b="0" i="0" spc="-177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225" b="0" i="0" spc="-177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,</a:t>
              </a:r>
              <a:endParaRPr sz="3225" b="0" i="0" spc="-177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4" name="Line 345: Weave가 잇습니다."/>
          <p:cNvGrpSpPr/>
          <p:nvPr/>
        </p:nvGrpSpPr>
        <p:grpSpPr>
          <a:xfrm>
            <a:off x="609600" y="2066627"/>
            <a:ext cx="3232398" cy="693420"/>
            <a:chOff x="609600" y="2066627"/>
            <a:chExt cx="3232398" cy="693420"/>
          </a:xfrm>
        </p:grpSpPr>
        <p:sp>
          <p:nvSpPr>
            <p:cNvPr id="15" name="Weave text 345: Weave"/>
            <p:cNvSpPr txBox="1"/>
            <p:nvPr/>
          </p:nvSpPr>
          <p:spPr>
            <a:xfrm>
              <a:off x="609600" y="2066627"/>
              <a:ext cx="1272332" cy="5336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225" b="0" i="0" spc="-177" kern="0" lang="ko-KR" altLang="en-US" dirty="0">
                  <a:solidFill>
                    <a:srgbClr val="C9B4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225" b="0" i="0" spc="-177" kern="0" lang="ko-KR" altLang="en-US" dirty="0">
                  <a:solidFill>
                    <a:srgbClr val="C9B4FF"/>
                  </a:solidFill>
                  <a:latin typeface="Inter SemiBold"/>
                  <a:ea typeface="Inter SemiBold"/>
                  <a:cs typeface="Inter SemiBold"/>
                </a:rPr>
                <a:t xml:space="preserve">Weave</a:t>
              </a:r>
              <a:endParaRPr sz="3225" b="0" i="0" spc="-177" kern="0" lang="ko-KR" altLang="en-US" dirty="0">
                <a:solidFill>
                  <a:srgbClr val="C9B4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6" name="Weave text 345: 가"/>
            <p:cNvSpPr txBox="1"/>
            <p:nvPr/>
          </p:nvSpPr>
          <p:spPr>
            <a:xfrm>
              <a:off x="1843683" y="2066627"/>
              <a:ext cx="392460" cy="631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225" b="0" i="0" spc="-177" kern="0" lang="ko-KR" altLang="en-US" dirty="0">
                  <a:solidFill>
                    <a:srgbClr val="C9B4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225" b="0" i="0" spc="-177" kern="0" lang="ko-KR" altLang="en-US" dirty="0">
                  <a:solidFill>
                    <a:srgbClr val="C9B4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가</a:t>
              </a:r>
              <a:endParaRPr sz="3225" b="0" i="0" spc="-177" kern="0" lang="ko-KR" altLang="en-US" dirty="0">
                <a:solidFill>
                  <a:srgbClr val="C9B4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7" name="Weave text 345:  "/>
            <p:cNvSpPr txBox="1"/>
            <p:nvPr/>
          </p:nvSpPr>
          <p:spPr>
            <a:xfrm>
              <a:off x="2197894" y="2066627"/>
              <a:ext cx="118914" cy="5336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225" b="0" i="0" spc="-177" kern="0" lang="ko-KR" altLang="en-US" dirty="0">
                  <a:solidFill>
                    <a:srgbClr val="C9B4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225" b="0" i="0" spc="-177" kern="0" lang="ko-KR" altLang="en-US" dirty="0">
                  <a:solidFill>
                    <a:srgbClr val="C9B4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225" b="0" i="0" spc="-177" kern="0" lang="ko-KR" altLang="en-US" dirty="0">
                <a:solidFill>
                  <a:srgbClr val="C9B4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8" name="Weave text 345: 잇습니다"/>
            <p:cNvSpPr txBox="1"/>
            <p:nvPr/>
          </p:nvSpPr>
          <p:spPr>
            <a:xfrm>
              <a:off x="2278559" y="2066627"/>
              <a:ext cx="1455390" cy="631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225" b="0" i="0" spc="-177" kern="0" lang="ko-KR" altLang="en-US" dirty="0">
                  <a:solidFill>
                    <a:srgbClr val="C9B4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225" b="0" i="0" spc="-177" kern="0" lang="ko-KR" altLang="en-US" dirty="0">
                  <a:solidFill>
                    <a:srgbClr val="C9B4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잇습니다</a:t>
              </a:r>
              <a:endParaRPr sz="3225" b="0" i="0" spc="-177" kern="0" lang="ko-KR" altLang="en-US" dirty="0">
                <a:solidFill>
                  <a:srgbClr val="C9B4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9" name="Weave text 345: ."/>
            <p:cNvSpPr txBox="1"/>
            <p:nvPr/>
          </p:nvSpPr>
          <p:spPr>
            <a:xfrm>
              <a:off x="3695700" y="2066627"/>
              <a:ext cx="146298" cy="5336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225" b="0" i="0" spc="-177" kern="0" lang="ko-KR" altLang="en-US" dirty="0">
                  <a:solidFill>
                    <a:srgbClr val="C9B4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225" b="0" i="0" spc="-177" kern="0" lang="ko-KR" altLang="en-US" dirty="0">
                  <a:solidFill>
                    <a:srgbClr val="C9B4FF"/>
                  </a:solidFill>
                  <a:latin typeface="Inter SemiBold"/>
                  <a:ea typeface="Inter SemiBold"/>
                  <a:cs typeface="Inter SemiBold"/>
                </a:rPr>
                <a:t xml:space="preserve">.</a:t>
              </a:r>
              <a:endParaRPr sz="3225" b="0" i="0" spc="-177" kern="0" lang="ko-KR" altLang="en-US" dirty="0">
                <a:solidFill>
                  <a:srgbClr val="C9B4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20" name="Line 346: 덜 찾고, 더 잘 챙기고."/>
          <p:cNvGrpSpPr/>
          <p:nvPr/>
        </p:nvGrpSpPr>
        <p:grpSpPr>
          <a:xfrm>
            <a:off x="609600" y="3257550"/>
            <a:ext cx="1591717" cy="312420"/>
            <a:chOff x="609600" y="3257550"/>
            <a:chExt cx="1591717" cy="312420"/>
          </a:xfrm>
        </p:grpSpPr>
        <p:sp>
          <p:nvSpPr>
            <p:cNvPr id="21" name="Weave text 346: 덜"/>
            <p:cNvSpPr txBox="1"/>
            <p:nvPr/>
          </p:nvSpPr>
          <p:spPr>
            <a:xfrm>
              <a:off x="609600" y="3257550"/>
              <a:ext cx="195858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덜</a:t>
              </a:r>
              <a:endParaRPr sz="135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" name="Weave text 346:  "/>
            <p:cNvSpPr txBox="1"/>
            <p:nvPr/>
          </p:nvSpPr>
          <p:spPr>
            <a:xfrm>
              <a:off x="767209" y="3257550"/>
              <a:ext cx="8646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" name="Weave text 346: 찾고"/>
            <p:cNvSpPr txBox="1"/>
            <p:nvPr/>
          </p:nvSpPr>
          <p:spPr>
            <a:xfrm>
              <a:off x="815429" y="3257550"/>
              <a:ext cx="35376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찾고</a:t>
              </a:r>
              <a:endParaRPr sz="135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4" name="Weave text 346: , "/>
            <p:cNvSpPr txBox="1"/>
            <p:nvPr/>
          </p:nvSpPr>
          <p:spPr>
            <a:xfrm>
              <a:off x="1130945" y="3257550"/>
              <a:ext cx="13588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135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5" name="Weave text 346: 더"/>
            <p:cNvSpPr txBox="1"/>
            <p:nvPr/>
          </p:nvSpPr>
          <p:spPr>
            <a:xfrm>
              <a:off x="1228576" y="3257550"/>
              <a:ext cx="196007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더</a:t>
              </a:r>
              <a:endParaRPr sz="135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6" name="Weave text 346:  "/>
            <p:cNvSpPr txBox="1"/>
            <p:nvPr/>
          </p:nvSpPr>
          <p:spPr>
            <a:xfrm>
              <a:off x="1386334" y="3257550"/>
              <a:ext cx="8646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" name="Weave text 346: 잘"/>
            <p:cNvSpPr txBox="1"/>
            <p:nvPr/>
          </p:nvSpPr>
          <p:spPr>
            <a:xfrm>
              <a:off x="1434554" y="3257550"/>
              <a:ext cx="196007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잘</a:t>
              </a:r>
              <a:endParaRPr sz="135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8" name="Weave text 346:  "/>
            <p:cNvSpPr txBox="1"/>
            <p:nvPr/>
          </p:nvSpPr>
          <p:spPr>
            <a:xfrm>
              <a:off x="1592312" y="3257550"/>
              <a:ext cx="8646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9" name="Weave text 346: 챙기고"/>
            <p:cNvSpPr txBox="1"/>
            <p:nvPr/>
          </p:nvSpPr>
          <p:spPr>
            <a:xfrm>
              <a:off x="1640532" y="3257550"/>
              <a:ext cx="511373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챙기고</a:t>
              </a:r>
              <a:endParaRPr sz="135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0" name="Weave text 346: ."/>
            <p:cNvSpPr txBox="1"/>
            <p:nvPr/>
          </p:nvSpPr>
          <p:spPr>
            <a:xfrm>
              <a:off x="2113657" y="3257550"/>
              <a:ext cx="8766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35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31" name="Line 347: 쌓인 기록이 오늘의 도움이 되는"/>
          <p:cNvGrpSpPr/>
          <p:nvPr/>
        </p:nvGrpSpPr>
        <p:grpSpPr>
          <a:xfrm>
            <a:off x="609600" y="3583186"/>
            <a:ext cx="2281535" cy="312420"/>
            <a:chOff x="609600" y="3583186"/>
            <a:chExt cx="2281535" cy="312420"/>
          </a:xfrm>
        </p:grpSpPr>
        <p:sp>
          <p:nvSpPr>
            <p:cNvPr id="32" name="Weave text 347: 쌓인"/>
            <p:cNvSpPr txBox="1"/>
            <p:nvPr/>
          </p:nvSpPr>
          <p:spPr>
            <a:xfrm>
              <a:off x="609600" y="3583186"/>
              <a:ext cx="353616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쌓인</a:t>
              </a:r>
              <a:endParaRPr sz="135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3" name="Weave text 347:  "/>
            <p:cNvSpPr txBox="1"/>
            <p:nvPr/>
          </p:nvSpPr>
          <p:spPr>
            <a:xfrm>
              <a:off x="924967" y="3583186"/>
              <a:ext cx="8646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4" name="Weave text 347: 기록이"/>
            <p:cNvSpPr txBox="1"/>
            <p:nvPr/>
          </p:nvSpPr>
          <p:spPr>
            <a:xfrm>
              <a:off x="973187" y="3583186"/>
              <a:ext cx="511522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기록이</a:t>
              </a:r>
              <a:endParaRPr sz="135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5" name="Weave text 347:  "/>
            <p:cNvSpPr txBox="1"/>
            <p:nvPr/>
          </p:nvSpPr>
          <p:spPr>
            <a:xfrm>
              <a:off x="1446461" y="3583186"/>
              <a:ext cx="8646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6" name="Weave text 347: 오늘의"/>
            <p:cNvSpPr txBox="1"/>
            <p:nvPr/>
          </p:nvSpPr>
          <p:spPr>
            <a:xfrm>
              <a:off x="1494681" y="3583186"/>
              <a:ext cx="511373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오늘의</a:t>
              </a:r>
              <a:endParaRPr sz="135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7" name="Weave text 347:  "/>
            <p:cNvSpPr txBox="1"/>
            <p:nvPr/>
          </p:nvSpPr>
          <p:spPr>
            <a:xfrm>
              <a:off x="1967805" y="3583186"/>
              <a:ext cx="8646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8" name="Weave text 347: 도움이"/>
            <p:cNvSpPr txBox="1"/>
            <p:nvPr/>
          </p:nvSpPr>
          <p:spPr>
            <a:xfrm>
              <a:off x="2016026" y="3583186"/>
              <a:ext cx="511522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도움이</a:t>
              </a:r>
              <a:endParaRPr sz="135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9" name="Weave text 347:  "/>
            <p:cNvSpPr txBox="1"/>
            <p:nvPr/>
          </p:nvSpPr>
          <p:spPr>
            <a:xfrm>
              <a:off x="2489299" y="3583186"/>
              <a:ext cx="8646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0" name="Weave text 347: 되는"/>
            <p:cNvSpPr txBox="1"/>
            <p:nvPr/>
          </p:nvSpPr>
          <p:spPr>
            <a:xfrm>
              <a:off x="2537520" y="3583186"/>
              <a:ext cx="353616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되는</a:t>
              </a:r>
              <a:endParaRPr sz="135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41" name="Line 348: 갤럭시의 새로운 사용 경험."/>
          <p:cNvGrpSpPr/>
          <p:nvPr/>
        </p:nvGrpSpPr>
        <p:grpSpPr>
          <a:xfrm>
            <a:off x="609600" y="3908822"/>
            <a:ext cx="1967359" cy="312420"/>
            <a:chOff x="609600" y="3908822"/>
            <a:chExt cx="1967359" cy="312420"/>
          </a:xfrm>
        </p:grpSpPr>
        <p:sp>
          <p:nvSpPr>
            <p:cNvPr id="42" name="Weave text 348: 갤럭시의"/>
            <p:cNvSpPr txBox="1"/>
            <p:nvPr/>
          </p:nvSpPr>
          <p:spPr>
            <a:xfrm>
              <a:off x="609600" y="3908822"/>
              <a:ext cx="669131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갤럭시의</a:t>
              </a:r>
              <a:endParaRPr sz="135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3" name="Weave text 348:  "/>
            <p:cNvSpPr txBox="1"/>
            <p:nvPr/>
          </p:nvSpPr>
          <p:spPr>
            <a:xfrm>
              <a:off x="1240482" y="3908822"/>
              <a:ext cx="8646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4" name="Weave text 348: 새로운"/>
            <p:cNvSpPr txBox="1"/>
            <p:nvPr/>
          </p:nvSpPr>
          <p:spPr>
            <a:xfrm>
              <a:off x="1288703" y="3908822"/>
              <a:ext cx="511373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새로운</a:t>
              </a:r>
              <a:endParaRPr sz="135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5" name="Weave text 348:  "/>
            <p:cNvSpPr txBox="1"/>
            <p:nvPr/>
          </p:nvSpPr>
          <p:spPr>
            <a:xfrm>
              <a:off x="1761827" y="3908822"/>
              <a:ext cx="8646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6" name="Weave text 348: 사용"/>
            <p:cNvSpPr txBox="1"/>
            <p:nvPr/>
          </p:nvSpPr>
          <p:spPr>
            <a:xfrm>
              <a:off x="1810048" y="3908822"/>
              <a:ext cx="35376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사용</a:t>
              </a:r>
              <a:endParaRPr sz="135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7" name="Weave text 348:  "/>
            <p:cNvSpPr txBox="1"/>
            <p:nvPr/>
          </p:nvSpPr>
          <p:spPr>
            <a:xfrm>
              <a:off x="2125563" y="3908822"/>
              <a:ext cx="8646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8" name="Weave text 348: 경험"/>
            <p:cNvSpPr txBox="1"/>
            <p:nvPr/>
          </p:nvSpPr>
          <p:spPr>
            <a:xfrm>
              <a:off x="2173784" y="3908822"/>
              <a:ext cx="35376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경험</a:t>
              </a:r>
              <a:endParaRPr sz="135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9" name="Weave text 348: ."/>
            <p:cNvSpPr txBox="1"/>
            <p:nvPr/>
          </p:nvSpPr>
          <p:spPr>
            <a:xfrm>
              <a:off x="2489299" y="3908822"/>
              <a:ext cx="8766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35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50" name="Line 349: 01 · 하던 일을 이어가는 경험"/>
          <p:cNvGrpSpPr/>
          <p:nvPr/>
        </p:nvGrpSpPr>
        <p:grpSpPr>
          <a:xfrm>
            <a:off x="5695950" y="1190625"/>
            <a:ext cx="1397943" cy="220980"/>
            <a:chOff x="5695950" y="1190625"/>
            <a:chExt cx="1397943" cy="220980"/>
          </a:xfrm>
        </p:grpSpPr>
        <p:sp>
          <p:nvSpPr>
            <p:cNvPr id="51" name="Weave text 349: 01 · "/>
            <p:cNvSpPr txBox="1"/>
            <p:nvPr/>
          </p:nvSpPr>
          <p:spPr>
            <a:xfrm>
              <a:off x="5695950" y="1190625"/>
              <a:ext cx="254943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rPr>
                <a:t xml:space="preserve">01 · </a:t>
              </a:r>
              <a:endParaRPr sz="900" b="0" i="0" spc="0" kern="0" lang="ko-KR" altLang="en-US" dirty="0">
                <a:solidFill>
                  <a:srgbClr val="B8A2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52" name="Weave text 349: 하던"/>
            <p:cNvSpPr txBox="1"/>
            <p:nvPr/>
          </p:nvSpPr>
          <p:spPr>
            <a:xfrm>
              <a:off x="5912644" y="1190625"/>
              <a:ext cx="248692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하던</a:t>
              </a:r>
              <a:endParaRPr sz="90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53" name="Weave text 349:  "/>
            <p:cNvSpPr txBox="1"/>
            <p:nvPr/>
          </p:nvSpPr>
          <p:spPr>
            <a:xfrm>
              <a:off x="6123087" y="1190625"/>
              <a:ext cx="68610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900" b="0" i="0" spc="0" kern="0" lang="ko-KR" altLang="en-US" dirty="0">
                <a:solidFill>
                  <a:srgbClr val="B8A2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54" name="Weave text 349: 일을"/>
            <p:cNvSpPr txBox="1"/>
            <p:nvPr/>
          </p:nvSpPr>
          <p:spPr>
            <a:xfrm>
              <a:off x="6153448" y="1190625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일을</a:t>
              </a:r>
              <a:endParaRPr sz="90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55" name="Weave text 349:  "/>
            <p:cNvSpPr txBox="1"/>
            <p:nvPr/>
          </p:nvSpPr>
          <p:spPr>
            <a:xfrm>
              <a:off x="6363742" y="1190625"/>
              <a:ext cx="68759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900" b="0" i="0" spc="0" kern="0" lang="ko-KR" altLang="en-US" dirty="0">
                <a:solidFill>
                  <a:srgbClr val="B8A2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56" name="Weave text 349: 이어가는"/>
            <p:cNvSpPr txBox="1"/>
            <p:nvPr/>
          </p:nvSpPr>
          <p:spPr>
            <a:xfrm>
              <a:off x="6394252" y="1190625"/>
              <a:ext cx="458837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이어가는</a:t>
              </a:r>
              <a:endParaRPr sz="90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57" name="Weave text 349:  "/>
            <p:cNvSpPr txBox="1"/>
            <p:nvPr/>
          </p:nvSpPr>
          <p:spPr>
            <a:xfrm>
              <a:off x="6814840" y="1190625"/>
              <a:ext cx="68759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900" b="0" i="0" spc="0" kern="0" lang="ko-KR" altLang="en-US" dirty="0">
                <a:solidFill>
                  <a:srgbClr val="B8A2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58" name="Weave text 349: 경험"/>
            <p:cNvSpPr txBox="1"/>
            <p:nvPr/>
          </p:nvSpPr>
          <p:spPr>
            <a:xfrm>
              <a:off x="6845350" y="1190625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경험</a:t>
              </a:r>
              <a:endParaRPr sz="90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59" name="Line 350: “잠깐만, 찾아볼게” 대신, 하던 일을 이어갑니다."/>
          <p:cNvGrpSpPr/>
          <p:nvPr/>
        </p:nvGrpSpPr>
        <p:grpSpPr>
          <a:xfrm>
            <a:off x="5695950" y="1476375"/>
            <a:ext cx="4295477" cy="403860"/>
            <a:chOff x="5695950" y="1476375"/>
            <a:chExt cx="4295477" cy="403860"/>
          </a:xfrm>
        </p:grpSpPr>
        <p:sp>
          <p:nvSpPr>
            <p:cNvPr id="60" name="Weave text 350: “"/>
            <p:cNvSpPr txBox="1"/>
            <p:nvPr/>
          </p:nvSpPr>
          <p:spPr>
            <a:xfrm>
              <a:off x="5695950" y="1476375"/>
              <a:ext cx="144959" cy="31469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0" i="0" spc="-72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800" b="0" i="0" spc="-72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“</a:t>
              </a:r>
              <a:endParaRPr sz="1800" b="0" i="0" spc="-72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61" name="Weave text 350: 잠깐만"/>
            <p:cNvSpPr txBox="1"/>
            <p:nvPr/>
          </p:nvSpPr>
          <p:spPr>
            <a:xfrm>
              <a:off x="5802660" y="1476375"/>
              <a:ext cx="641747" cy="3691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0" i="0" spc="-72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800" b="0" i="0" spc="-72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잠깐만</a:t>
              </a:r>
              <a:endParaRPr sz="1800" b="0" i="0" spc="-72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62" name="Weave text 350: , "/>
            <p:cNvSpPr txBox="1"/>
            <p:nvPr/>
          </p:nvSpPr>
          <p:spPr>
            <a:xfrm>
              <a:off x="6406158" y="1476375"/>
              <a:ext cx="145703" cy="31469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0" i="0" spc="-72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800" b="0" i="0" spc="-72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, </a:t>
              </a:r>
              <a:endParaRPr sz="1800" b="0" i="0" spc="-72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63" name="Weave text 350: 찾아볼게"/>
            <p:cNvSpPr txBox="1"/>
            <p:nvPr/>
          </p:nvSpPr>
          <p:spPr>
            <a:xfrm>
              <a:off x="6513612" y="1476375"/>
              <a:ext cx="842962" cy="3691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0" i="0" spc="-72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800" b="0" i="0" spc="-72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찾아볼게</a:t>
              </a:r>
              <a:endParaRPr sz="1800" b="0" i="0" spc="-72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64" name="Weave text 350: ” "/>
            <p:cNvSpPr txBox="1"/>
            <p:nvPr/>
          </p:nvSpPr>
          <p:spPr>
            <a:xfrm>
              <a:off x="7318325" y="1476375"/>
              <a:ext cx="192137" cy="31469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0" i="0" spc="-72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800" b="0" i="0" spc="-72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” </a:t>
              </a:r>
              <a:endParaRPr sz="1800" b="0" i="0" spc="-72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65" name="Weave text 350: 대신"/>
            <p:cNvSpPr txBox="1"/>
            <p:nvPr/>
          </p:nvSpPr>
          <p:spPr>
            <a:xfrm>
              <a:off x="7472214" y="1476375"/>
              <a:ext cx="440531" cy="3691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0" i="0" spc="-72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800" b="0" i="0" spc="-72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대신</a:t>
              </a:r>
              <a:endParaRPr sz="1800" b="0" i="0" spc="-72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66" name="Weave text 350: , "/>
            <p:cNvSpPr txBox="1"/>
            <p:nvPr/>
          </p:nvSpPr>
          <p:spPr>
            <a:xfrm>
              <a:off x="7874496" y="1476375"/>
              <a:ext cx="145852" cy="31469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0" i="0" spc="-72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800" b="0" i="0" spc="-72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, </a:t>
              </a:r>
              <a:endParaRPr sz="1800" b="0" i="0" spc="-72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67" name="Weave text 350: 하던"/>
            <p:cNvSpPr txBox="1"/>
            <p:nvPr/>
          </p:nvSpPr>
          <p:spPr>
            <a:xfrm>
              <a:off x="7982099" y="1476375"/>
              <a:ext cx="440531" cy="3691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0" i="0" spc="-72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800" b="0" i="0" spc="-72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하던</a:t>
              </a:r>
              <a:endParaRPr sz="1800" b="0" i="0" spc="-72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68" name="Weave text 350:  "/>
            <p:cNvSpPr txBox="1"/>
            <p:nvPr/>
          </p:nvSpPr>
          <p:spPr>
            <a:xfrm>
              <a:off x="8384381" y="1476375"/>
              <a:ext cx="86767" cy="31469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0" i="0" spc="-72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800" b="0" i="0" spc="-72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800" b="0" i="0" spc="-72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69" name="Weave text 350: 일을"/>
            <p:cNvSpPr txBox="1"/>
            <p:nvPr/>
          </p:nvSpPr>
          <p:spPr>
            <a:xfrm>
              <a:off x="8432899" y="1476375"/>
              <a:ext cx="440531" cy="3691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0" i="0" spc="-72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800" b="0" i="0" spc="-72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일을</a:t>
              </a:r>
              <a:endParaRPr sz="1800" b="0" i="0" spc="-72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70" name="Weave text 350:  "/>
            <p:cNvSpPr txBox="1"/>
            <p:nvPr/>
          </p:nvSpPr>
          <p:spPr>
            <a:xfrm>
              <a:off x="8835182" y="1476375"/>
              <a:ext cx="86767" cy="31469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0" i="0" spc="-72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800" b="0" i="0" spc="-72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800" b="0" i="0" spc="-72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71" name="Weave text 350: 이어갑니다"/>
            <p:cNvSpPr txBox="1"/>
            <p:nvPr/>
          </p:nvSpPr>
          <p:spPr>
            <a:xfrm>
              <a:off x="8883700" y="1476375"/>
              <a:ext cx="1044029" cy="3691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0" i="0" spc="-72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800" b="0" i="0" spc="-72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이어갑니다</a:t>
              </a:r>
              <a:endParaRPr sz="1800" b="0" i="0" spc="-72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72" name="Weave text 350: ."/>
            <p:cNvSpPr txBox="1"/>
            <p:nvPr/>
          </p:nvSpPr>
          <p:spPr>
            <a:xfrm>
              <a:off x="9889480" y="1476375"/>
              <a:ext cx="101947" cy="31469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0" i="0" spc="-72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800" b="0" i="0" spc="-72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.</a:t>
              </a:r>
              <a:endParaRPr sz="1800" b="0" i="0" spc="-72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73" name="Line 351: 앱을 오가며 찾고 다시 입력하는 수고를 줄여,"/>
          <p:cNvGrpSpPr/>
          <p:nvPr/>
        </p:nvGrpSpPr>
        <p:grpSpPr>
          <a:xfrm>
            <a:off x="5695950" y="1952625"/>
            <a:ext cx="2863007" cy="281940"/>
            <a:chOff x="5695950" y="1952625"/>
            <a:chExt cx="2863007" cy="281940"/>
          </a:xfrm>
        </p:grpSpPr>
        <p:sp>
          <p:nvSpPr>
            <p:cNvPr id="74" name="Weave text 351: 앱을"/>
            <p:cNvSpPr txBox="1"/>
            <p:nvPr/>
          </p:nvSpPr>
          <p:spPr>
            <a:xfrm>
              <a:off x="5695950" y="19526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앱을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5" name="Weave text 351:  "/>
            <p:cNvSpPr txBox="1"/>
            <p:nvPr/>
          </p:nvSpPr>
          <p:spPr>
            <a:xfrm>
              <a:off x="5976342" y="19526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6" name="Weave text 351: 오가며"/>
            <p:cNvSpPr txBox="1"/>
            <p:nvPr/>
          </p:nvSpPr>
          <p:spPr>
            <a:xfrm>
              <a:off x="6019205" y="1952625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오가며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7" name="Weave text 351:  "/>
            <p:cNvSpPr txBox="1"/>
            <p:nvPr/>
          </p:nvSpPr>
          <p:spPr>
            <a:xfrm>
              <a:off x="6439793" y="19526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8" name="Weave text 351: 찾고"/>
            <p:cNvSpPr txBox="1"/>
            <p:nvPr/>
          </p:nvSpPr>
          <p:spPr>
            <a:xfrm>
              <a:off x="6482655" y="19526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찾고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9" name="Weave text 351:  "/>
            <p:cNvSpPr txBox="1"/>
            <p:nvPr/>
          </p:nvSpPr>
          <p:spPr>
            <a:xfrm>
              <a:off x="6763048" y="19526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0" name="Weave text 351: 다시"/>
            <p:cNvSpPr txBox="1"/>
            <p:nvPr/>
          </p:nvSpPr>
          <p:spPr>
            <a:xfrm>
              <a:off x="6805910" y="19526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다시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1" name="Weave text 351:  "/>
            <p:cNvSpPr txBox="1"/>
            <p:nvPr/>
          </p:nvSpPr>
          <p:spPr>
            <a:xfrm>
              <a:off x="7086302" y="19526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2" name="Weave text 351: 입력하는"/>
            <p:cNvSpPr txBox="1"/>
            <p:nvPr/>
          </p:nvSpPr>
          <p:spPr>
            <a:xfrm>
              <a:off x="7129165" y="1952625"/>
              <a:ext cx="599182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입력하는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3" name="Weave text 351:  "/>
            <p:cNvSpPr txBox="1"/>
            <p:nvPr/>
          </p:nvSpPr>
          <p:spPr>
            <a:xfrm>
              <a:off x="7690098" y="19526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4" name="Weave text 351: 수고를"/>
            <p:cNvSpPr txBox="1"/>
            <p:nvPr/>
          </p:nvSpPr>
          <p:spPr>
            <a:xfrm>
              <a:off x="7732961" y="1952625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수고를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5" name="Weave text 351:  "/>
            <p:cNvSpPr txBox="1"/>
            <p:nvPr/>
          </p:nvSpPr>
          <p:spPr>
            <a:xfrm>
              <a:off x="8153549" y="19526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6" name="Weave text 351: 줄여"/>
            <p:cNvSpPr txBox="1"/>
            <p:nvPr/>
          </p:nvSpPr>
          <p:spPr>
            <a:xfrm>
              <a:off x="8196411" y="19526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줄여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7" name="Weave text 351: ,"/>
            <p:cNvSpPr txBox="1"/>
            <p:nvPr/>
          </p:nvSpPr>
          <p:spPr>
            <a:xfrm>
              <a:off x="8476804" y="1952625"/>
              <a:ext cx="82153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,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88" name="Line 352: 기억을 찾느라 멈췄던 대화와 업무가 자연스럽게 이어집니다."/>
          <p:cNvGrpSpPr/>
          <p:nvPr/>
        </p:nvGrpSpPr>
        <p:grpSpPr>
          <a:xfrm>
            <a:off x="5695950" y="2219325"/>
            <a:ext cx="3844528" cy="281940"/>
            <a:chOff x="5695950" y="2219325"/>
            <a:chExt cx="3844528" cy="281940"/>
          </a:xfrm>
        </p:grpSpPr>
        <p:sp>
          <p:nvSpPr>
            <p:cNvPr id="89" name="Weave text 352: 기억을"/>
            <p:cNvSpPr txBox="1"/>
            <p:nvPr/>
          </p:nvSpPr>
          <p:spPr>
            <a:xfrm>
              <a:off x="5695950" y="2219325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기억을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0" name="Weave text 352:  "/>
            <p:cNvSpPr txBox="1"/>
            <p:nvPr/>
          </p:nvSpPr>
          <p:spPr>
            <a:xfrm>
              <a:off x="6116538" y="22193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1" name="Weave text 352: 찾느라"/>
            <p:cNvSpPr txBox="1"/>
            <p:nvPr/>
          </p:nvSpPr>
          <p:spPr>
            <a:xfrm>
              <a:off x="6159401" y="2219325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찾느라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2" name="Weave text 352:  "/>
            <p:cNvSpPr txBox="1"/>
            <p:nvPr/>
          </p:nvSpPr>
          <p:spPr>
            <a:xfrm>
              <a:off x="6579989" y="22193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3" name="Weave text 352: 멈췄던"/>
            <p:cNvSpPr txBox="1"/>
            <p:nvPr/>
          </p:nvSpPr>
          <p:spPr>
            <a:xfrm>
              <a:off x="6622852" y="2219325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멈췄던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4" name="Weave text 352:  "/>
            <p:cNvSpPr txBox="1"/>
            <p:nvPr/>
          </p:nvSpPr>
          <p:spPr>
            <a:xfrm>
              <a:off x="7043440" y="22193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5" name="Weave text 352: 대화와"/>
            <p:cNvSpPr txBox="1"/>
            <p:nvPr/>
          </p:nvSpPr>
          <p:spPr>
            <a:xfrm>
              <a:off x="7086302" y="2219325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대화와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6" name="Weave text 352:  "/>
            <p:cNvSpPr txBox="1"/>
            <p:nvPr/>
          </p:nvSpPr>
          <p:spPr>
            <a:xfrm>
              <a:off x="7506891" y="22193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7" name="Weave text 352: 업무가"/>
            <p:cNvSpPr txBox="1"/>
            <p:nvPr/>
          </p:nvSpPr>
          <p:spPr>
            <a:xfrm>
              <a:off x="7549753" y="2219325"/>
              <a:ext cx="458986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업무가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8" name="Weave text 352:  "/>
            <p:cNvSpPr txBox="1"/>
            <p:nvPr/>
          </p:nvSpPr>
          <p:spPr>
            <a:xfrm>
              <a:off x="7970490" y="22193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9" name="Weave text 352: 자연스럽게"/>
            <p:cNvSpPr txBox="1"/>
            <p:nvPr/>
          </p:nvSpPr>
          <p:spPr>
            <a:xfrm>
              <a:off x="8013353" y="2219325"/>
              <a:ext cx="73922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자연스럽게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00" name="Weave text 352:  "/>
            <p:cNvSpPr txBox="1"/>
            <p:nvPr/>
          </p:nvSpPr>
          <p:spPr>
            <a:xfrm>
              <a:off x="8714333" y="22193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01" name="Weave text 352: 이어집니다"/>
            <p:cNvSpPr txBox="1"/>
            <p:nvPr/>
          </p:nvSpPr>
          <p:spPr>
            <a:xfrm>
              <a:off x="8757196" y="2219325"/>
              <a:ext cx="739378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이어집니다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02" name="Weave text 352: ."/>
            <p:cNvSpPr txBox="1"/>
            <p:nvPr/>
          </p:nvSpPr>
          <p:spPr>
            <a:xfrm>
              <a:off x="9458325" y="2219325"/>
              <a:ext cx="82153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03" name="Line 353: 02 · 관계를 챙기는 경험"/>
          <p:cNvGrpSpPr/>
          <p:nvPr/>
        </p:nvGrpSpPr>
        <p:grpSpPr>
          <a:xfrm>
            <a:off x="5695950" y="2857500"/>
            <a:ext cx="1180207" cy="220980"/>
            <a:chOff x="5695950" y="2857500"/>
            <a:chExt cx="1180207" cy="220980"/>
          </a:xfrm>
        </p:grpSpPr>
        <p:sp>
          <p:nvSpPr>
            <p:cNvPr id="104" name="Weave text 353: 02 · "/>
            <p:cNvSpPr txBox="1"/>
            <p:nvPr/>
          </p:nvSpPr>
          <p:spPr>
            <a:xfrm>
              <a:off x="5695950" y="2857500"/>
              <a:ext cx="278011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rPr>
                <a:t xml:space="preserve">02 · </a:t>
              </a:r>
              <a:endParaRPr sz="900" b="0" i="0" spc="0" kern="0" lang="ko-KR" altLang="en-US" dirty="0">
                <a:solidFill>
                  <a:srgbClr val="B8A2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05" name="Weave text 353: 관계를"/>
            <p:cNvSpPr txBox="1"/>
            <p:nvPr/>
          </p:nvSpPr>
          <p:spPr>
            <a:xfrm>
              <a:off x="5935712" y="2857500"/>
              <a:ext cx="353764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관계를</a:t>
              </a:r>
              <a:endParaRPr sz="90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06" name="Weave text 353:  "/>
            <p:cNvSpPr txBox="1"/>
            <p:nvPr/>
          </p:nvSpPr>
          <p:spPr>
            <a:xfrm>
              <a:off x="6251228" y="2857500"/>
              <a:ext cx="68610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900" b="0" i="0" spc="0" kern="0" lang="ko-KR" altLang="en-US" dirty="0">
                <a:solidFill>
                  <a:srgbClr val="B8A2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07" name="Weave text 353: 챙기는"/>
            <p:cNvSpPr txBox="1"/>
            <p:nvPr/>
          </p:nvSpPr>
          <p:spPr>
            <a:xfrm>
              <a:off x="6281589" y="2857500"/>
              <a:ext cx="353764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챙기는</a:t>
              </a:r>
              <a:endParaRPr sz="90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08" name="Weave text 353:  "/>
            <p:cNvSpPr txBox="1"/>
            <p:nvPr/>
          </p:nvSpPr>
          <p:spPr>
            <a:xfrm>
              <a:off x="6597104" y="2857500"/>
              <a:ext cx="68759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900" b="0" i="0" spc="0" kern="0" lang="ko-KR" altLang="en-US" dirty="0">
                <a:solidFill>
                  <a:srgbClr val="B8A2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09" name="Weave text 353: 경험"/>
            <p:cNvSpPr txBox="1"/>
            <p:nvPr/>
          </p:nvSpPr>
          <p:spPr>
            <a:xfrm>
              <a:off x="6627614" y="2857500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경험</a:t>
              </a:r>
              <a:endParaRPr sz="90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110" name="Line 354: “그걸 기억했어?”라는 순간을 만듭니다."/>
          <p:cNvGrpSpPr/>
          <p:nvPr/>
        </p:nvGrpSpPr>
        <p:grpSpPr>
          <a:xfrm>
            <a:off x="5695950" y="3143250"/>
            <a:ext cx="3740200" cy="419100"/>
            <a:chOff x="5695950" y="3143250"/>
            <a:chExt cx="3740200" cy="419100"/>
          </a:xfrm>
        </p:grpSpPr>
        <p:sp>
          <p:nvSpPr>
            <p:cNvPr id="111" name="Weave text 354: “"/>
            <p:cNvSpPr txBox="1"/>
            <p:nvPr/>
          </p:nvSpPr>
          <p:spPr>
            <a:xfrm>
              <a:off x="5695950" y="3143250"/>
              <a:ext cx="149275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“</a:t>
              </a:r>
              <a:endParaRPr sz="1875" b="0" i="0" spc="-7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12" name="Weave text 354: 그걸"/>
            <p:cNvSpPr txBox="1"/>
            <p:nvPr/>
          </p:nvSpPr>
          <p:spPr>
            <a:xfrm>
              <a:off x="5806976" y="3143250"/>
              <a:ext cx="457349" cy="3829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그걸</a:t>
              </a:r>
              <a:endParaRPr sz="1875" b="0" i="0" spc="-7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13" name="Weave text 354:  "/>
            <p:cNvSpPr txBox="1"/>
            <p:nvPr/>
          </p:nvSpPr>
          <p:spPr>
            <a:xfrm>
              <a:off x="6226076" y="3143250"/>
              <a:ext cx="88850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875" b="0" i="0" spc="-7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14" name="Weave text 354: 기억했어"/>
            <p:cNvSpPr txBox="1"/>
            <p:nvPr/>
          </p:nvSpPr>
          <p:spPr>
            <a:xfrm>
              <a:off x="6276677" y="3143250"/>
              <a:ext cx="876449" cy="3829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기억했어</a:t>
              </a:r>
              <a:endParaRPr sz="1875" b="0" i="0" spc="-7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15" name="Weave text 354: ?”"/>
            <p:cNvSpPr txBox="1"/>
            <p:nvPr/>
          </p:nvSpPr>
          <p:spPr>
            <a:xfrm>
              <a:off x="7114877" y="3143250"/>
              <a:ext cx="267891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?”</a:t>
              </a:r>
              <a:endParaRPr sz="1875" b="0" i="0" spc="-7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16" name="Weave text 354: 라는"/>
            <p:cNvSpPr txBox="1"/>
            <p:nvPr/>
          </p:nvSpPr>
          <p:spPr>
            <a:xfrm>
              <a:off x="7344519" y="3143250"/>
              <a:ext cx="457349" cy="3829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라는</a:t>
              </a:r>
              <a:endParaRPr sz="1875" b="0" i="0" spc="-7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17" name="Weave text 354:  "/>
            <p:cNvSpPr txBox="1"/>
            <p:nvPr/>
          </p:nvSpPr>
          <p:spPr>
            <a:xfrm>
              <a:off x="7763619" y="3143250"/>
              <a:ext cx="88850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875" b="0" i="0" spc="-7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18" name="Weave text 354: 순간을"/>
            <p:cNvSpPr txBox="1"/>
            <p:nvPr/>
          </p:nvSpPr>
          <p:spPr>
            <a:xfrm>
              <a:off x="7814221" y="3143250"/>
              <a:ext cx="666899" cy="3829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순간을</a:t>
              </a:r>
              <a:endParaRPr sz="1875" b="0" i="0" spc="-7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19" name="Weave text 354:  "/>
            <p:cNvSpPr txBox="1"/>
            <p:nvPr/>
          </p:nvSpPr>
          <p:spPr>
            <a:xfrm>
              <a:off x="8442871" y="3143250"/>
              <a:ext cx="88702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875" b="0" i="0" spc="-7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20" name="Weave text 354: 만듭니다"/>
            <p:cNvSpPr txBox="1"/>
            <p:nvPr/>
          </p:nvSpPr>
          <p:spPr>
            <a:xfrm>
              <a:off x="8493323" y="3143250"/>
              <a:ext cx="876449" cy="3829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만듭니다</a:t>
              </a:r>
              <a:endParaRPr sz="1875" b="0" i="0" spc="-7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21" name="Weave text 354: ."/>
            <p:cNvSpPr txBox="1"/>
            <p:nvPr/>
          </p:nvSpPr>
          <p:spPr>
            <a:xfrm>
              <a:off x="9331523" y="3143250"/>
              <a:ext cx="104626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.</a:t>
              </a:r>
              <a:endParaRPr sz="1875" b="0" i="0" spc="-7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22" name="Line 355: 스쳐 간 한마디와 잊었던 약속을 제때 떠올려,"/>
          <p:cNvGrpSpPr/>
          <p:nvPr/>
        </p:nvGrpSpPr>
        <p:grpSpPr>
          <a:xfrm>
            <a:off x="5695950" y="3633788"/>
            <a:ext cx="2863007" cy="281940"/>
            <a:chOff x="5695950" y="3633788"/>
            <a:chExt cx="2863007" cy="281940"/>
          </a:xfrm>
        </p:grpSpPr>
        <p:sp>
          <p:nvSpPr>
            <p:cNvPr id="123" name="Weave text 355: 스쳐"/>
            <p:cNvSpPr txBox="1"/>
            <p:nvPr/>
          </p:nvSpPr>
          <p:spPr>
            <a:xfrm>
              <a:off x="5695950" y="3633788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스쳐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4" name="Weave text 355:  "/>
            <p:cNvSpPr txBox="1"/>
            <p:nvPr/>
          </p:nvSpPr>
          <p:spPr>
            <a:xfrm>
              <a:off x="5976342" y="3633788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5" name="Weave text 355: 간"/>
            <p:cNvSpPr txBox="1"/>
            <p:nvPr/>
          </p:nvSpPr>
          <p:spPr>
            <a:xfrm>
              <a:off x="6019205" y="3633788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간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6" name="Weave text 355:  "/>
            <p:cNvSpPr txBox="1"/>
            <p:nvPr/>
          </p:nvSpPr>
          <p:spPr>
            <a:xfrm>
              <a:off x="6159401" y="3633788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7" name="Weave text 355: 한마디와"/>
            <p:cNvSpPr txBox="1"/>
            <p:nvPr/>
          </p:nvSpPr>
          <p:spPr>
            <a:xfrm>
              <a:off x="6202263" y="3633788"/>
              <a:ext cx="599033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한마디와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8" name="Weave text 355:  "/>
            <p:cNvSpPr txBox="1"/>
            <p:nvPr/>
          </p:nvSpPr>
          <p:spPr>
            <a:xfrm>
              <a:off x="6763048" y="3633788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9" name="Weave text 355: 잊었던"/>
            <p:cNvSpPr txBox="1"/>
            <p:nvPr/>
          </p:nvSpPr>
          <p:spPr>
            <a:xfrm>
              <a:off x="6805910" y="3633788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잊었던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0" name="Weave text 355:  "/>
            <p:cNvSpPr txBox="1"/>
            <p:nvPr/>
          </p:nvSpPr>
          <p:spPr>
            <a:xfrm>
              <a:off x="7226498" y="3633788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1" name="Weave text 355: 약속을"/>
            <p:cNvSpPr txBox="1"/>
            <p:nvPr/>
          </p:nvSpPr>
          <p:spPr>
            <a:xfrm>
              <a:off x="7269361" y="3633788"/>
              <a:ext cx="458986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약속을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2" name="Weave text 355:  "/>
            <p:cNvSpPr txBox="1"/>
            <p:nvPr/>
          </p:nvSpPr>
          <p:spPr>
            <a:xfrm>
              <a:off x="7690098" y="3633788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3" name="Weave text 355: 제때"/>
            <p:cNvSpPr txBox="1"/>
            <p:nvPr/>
          </p:nvSpPr>
          <p:spPr>
            <a:xfrm>
              <a:off x="7732961" y="3633788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제때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4" name="Weave text 355:  "/>
            <p:cNvSpPr txBox="1"/>
            <p:nvPr/>
          </p:nvSpPr>
          <p:spPr>
            <a:xfrm>
              <a:off x="8013353" y="3633788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5" name="Weave text 355: 떠올려"/>
            <p:cNvSpPr txBox="1"/>
            <p:nvPr/>
          </p:nvSpPr>
          <p:spPr>
            <a:xfrm>
              <a:off x="8056215" y="3633788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떠올려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6" name="Weave text 355: ,"/>
            <p:cNvSpPr txBox="1"/>
            <p:nvPr/>
          </p:nvSpPr>
          <p:spPr>
            <a:xfrm>
              <a:off x="8476804" y="3633788"/>
              <a:ext cx="82153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,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37" name="Line 356: 무심코 지나칠 수 있었던 말을 작은 배려로 이어줍니다."/>
          <p:cNvGrpSpPr/>
          <p:nvPr/>
        </p:nvGrpSpPr>
        <p:grpSpPr>
          <a:xfrm>
            <a:off x="5695950" y="3900488"/>
            <a:ext cx="3466654" cy="281940"/>
            <a:chOff x="5695950" y="3900488"/>
            <a:chExt cx="3466654" cy="281940"/>
          </a:xfrm>
        </p:grpSpPr>
        <p:sp>
          <p:nvSpPr>
            <p:cNvPr id="138" name="Weave text 356: 무심코"/>
            <p:cNvSpPr txBox="1"/>
            <p:nvPr/>
          </p:nvSpPr>
          <p:spPr>
            <a:xfrm>
              <a:off x="5695950" y="3900488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무심코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9" name="Weave text 356:  "/>
            <p:cNvSpPr txBox="1"/>
            <p:nvPr/>
          </p:nvSpPr>
          <p:spPr>
            <a:xfrm>
              <a:off x="6116538" y="3900488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0" name="Weave text 356: 지나칠"/>
            <p:cNvSpPr txBox="1"/>
            <p:nvPr/>
          </p:nvSpPr>
          <p:spPr>
            <a:xfrm>
              <a:off x="6159401" y="3900488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지나칠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1" name="Weave text 356:  "/>
            <p:cNvSpPr txBox="1"/>
            <p:nvPr/>
          </p:nvSpPr>
          <p:spPr>
            <a:xfrm>
              <a:off x="6579989" y="3900488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2" name="Weave text 356: 수"/>
            <p:cNvSpPr txBox="1"/>
            <p:nvPr/>
          </p:nvSpPr>
          <p:spPr>
            <a:xfrm>
              <a:off x="6622852" y="3900488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수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3" name="Weave text 356:  "/>
            <p:cNvSpPr txBox="1"/>
            <p:nvPr/>
          </p:nvSpPr>
          <p:spPr>
            <a:xfrm>
              <a:off x="6763048" y="3900488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4" name="Weave text 356: 있었던"/>
            <p:cNvSpPr txBox="1"/>
            <p:nvPr/>
          </p:nvSpPr>
          <p:spPr>
            <a:xfrm>
              <a:off x="6805910" y="3900488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있었던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5" name="Weave text 356:  "/>
            <p:cNvSpPr txBox="1"/>
            <p:nvPr/>
          </p:nvSpPr>
          <p:spPr>
            <a:xfrm>
              <a:off x="7226498" y="3900488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6" name="Weave text 356: 말을"/>
            <p:cNvSpPr txBox="1"/>
            <p:nvPr/>
          </p:nvSpPr>
          <p:spPr>
            <a:xfrm>
              <a:off x="7269361" y="3900488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말을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7" name="Weave text 356:  "/>
            <p:cNvSpPr txBox="1"/>
            <p:nvPr/>
          </p:nvSpPr>
          <p:spPr>
            <a:xfrm>
              <a:off x="7549753" y="3900488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8" name="Weave text 356: 작은"/>
            <p:cNvSpPr txBox="1"/>
            <p:nvPr/>
          </p:nvSpPr>
          <p:spPr>
            <a:xfrm>
              <a:off x="7592616" y="3900488"/>
              <a:ext cx="318790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작은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9" name="Weave text 356:  "/>
            <p:cNvSpPr txBox="1"/>
            <p:nvPr/>
          </p:nvSpPr>
          <p:spPr>
            <a:xfrm>
              <a:off x="7873157" y="3900488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0" name="Weave text 356: 배려로"/>
            <p:cNvSpPr txBox="1"/>
            <p:nvPr/>
          </p:nvSpPr>
          <p:spPr>
            <a:xfrm>
              <a:off x="7916019" y="3900488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배려로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1" name="Weave text 356:  "/>
            <p:cNvSpPr txBox="1"/>
            <p:nvPr/>
          </p:nvSpPr>
          <p:spPr>
            <a:xfrm>
              <a:off x="8336607" y="3900488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2" name="Weave text 356: 이어줍니다"/>
            <p:cNvSpPr txBox="1"/>
            <p:nvPr/>
          </p:nvSpPr>
          <p:spPr>
            <a:xfrm>
              <a:off x="8379470" y="3900488"/>
              <a:ext cx="73922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이어줍니다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3" name="Weave text 356: ."/>
            <p:cNvSpPr txBox="1"/>
            <p:nvPr/>
          </p:nvSpPr>
          <p:spPr>
            <a:xfrm>
              <a:off x="9080450" y="3900488"/>
              <a:ext cx="82153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54" name="Line 357: 03 · 갤럭시를 계속 쓰는 이유"/>
          <p:cNvGrpSpPr/>
          <p:nvPr/>
        </p:nvGrpSpPr>
        <p:grpSpPr>
          <a:xfrm>
            <a:off x="5695950" y="4524375"/>
            <a:ext cx="1422202" cy="220980"/>
            <a:chOff x="5695950" y="4524375"/>
            <a:chExt cx="1422202" cy="220980"/>
          </a:xfrm>
        </p:grpSpPr>
        <p:sp>
          <p:nvSpPr>
            <p:cNvPr id="155" name="Weave text 357: 03 · "/>
            <p:cNvSpPr txBox="1"/>
            <p:nvPr/>
          </p:nvSpPr>
          <p:spPr>
            <a:xfrm>
              <a:off x="5695950" y="4524375"/>
              <a:ext cx="279202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rPr>
                <a:t xml:space="preserve">03 · </a:t>
              </a:r>
              <a:endParaRPr sz="900" b="0" i="0" spc="0" kern="0" lang="ko-KR" altLang="en-US" dirty="0">
                <a:solidFill>
                  <a:srgbClr val="B8A2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56" name="Weave text 357: 갤럭시를"/>
            <p:cNvSpPr txBox="1"/>
            <p:nvPr/>
          </p:nvSpPr>
          <p:spPr>
            <a:xfrm>
              <a:off x="5936903" y="4524375"/>
              <a:ext cx="458837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갤럭시를</a:t>
              </a:r>
              <a:endParaRPr sz="90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57" name="Weave text 357:  "/>
            <p:cNvSpPr txBox="1"/>
            <p:nvPr/>
          </p:nvSpPr>
          <p:spPr>
            <a:xfrm>
              <a:off x="6357491" y="4524375"/>
              <a:ext cx="68759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900" b="0" i="0" spc="0" kern="0" lang="ko-KR" altLang="en-US" dirty="0">
                <a:solidFill>
                  <a:srgbClr val="B8A2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58" name="Weave text 357: 계속"/>
            <p:cNvSpPr txBox="1"/>
            <p:nvPr/>
          </p:nvSpPr>
          <p:spPr>
            <a:xfrm>
              <a:off x="6388001" y="4524375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계속</a:t>
              </a:r>
              <a:endParaRPr sz="90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59" name="Weave text 357:  "/>
            <p:cNvSpPr txBox="1"/>
            <p:nvPr/>
          </p:nvSpPr>
          <p:spPr>
            <a:xfrm>
              <a:off x="6598295" y="4524375"/>
              <a:ext cx="68759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900" b="0" i="0" spc="0" kern="0" lang="ko-KR" altLang="en-US" dirty="0">
                <a:solidFill>
                  <a:srgbClr val="B8A2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60" name="Weave text 357: 쓰는"/>
            <p:cNvSpPr txBox="1"/>
            <p:nvPr/>
          </p:nvSpPr>
          <p:spPr>
            <a:xfrm>
              <a:off x="6628805" y="4524375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쓰는</a:t>
              </a:r>
              <a:endParaRPr sz="90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61" name="Weave text 357:  "/>
            <p:cNvSpPr txBox="1"/>
            <p:nvPr/>
          </p:nvSpPr>
          <p:spPr>
            <a:xfrm>
              <a:off x="6839099" y="4524375"/>
              <a:ext cx="68759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900" b="0" i="0" spc="0" kern="0" lang="ko-KR" altLang="en-US" dirty="0">
                <a:solidFill>
                  <a:srgbClr val="B8A2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62" name="Weave text 357: 이유"/>
            <p:cNvSpPr txBox="1"/>
            <p:nvPr/>
          </p:nvSpPr>
          <p:spPr>
            <a:xfrm>
              <a:off x="6869609" y="4524375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이유</a:t>
              </a:r>
              <a:endParaRPr sz="90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163" name="Line 358: 쌓인 기록이, 갤럭시를 계속 쓰는 이유가 됩니다."/>
          <p:cNvGrpSpPr/>
          <p:nvPr/>
        </p:nvGrpSpPr>
        <p:grpSpPr>
          <a:xfrm>
            <a:off x="5695950" y="4810125"/>
            <a:ext cx="4450407" cy="419100"/>
            <a:chOff x="5695950" y="4810125"/>
            <a:chExt cx="4450407" cy="419100"/>
          </a:xfrm>
        </p:grpSpPr>
        <p:sp>
          <p:nvSpPr>
            <p:cNvPr id="164" name="Weave text 358: 쌓인"/>
            <p:cNvSpPr txBox="1"/>
            <p:nvPr/>
          </p:nvSpPr>
          <p:spPr>
            <a:xfrm>
              <a:off x="5695950" y="4810125"/>
              <a:ext cx="457349" cy="3829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쌓인</a:t>
              </a:r>
              <a:endParaRPr sz="1875" b="0" i="0" spc="-7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65" name="Weave text 358:  "/>
            <p:cNvSpPr txBox="1"/>
            <p:nvPr/>
          </p:nvSpPr>
          <p:spPr>
            <a:xfrm>
              <a:off x="6115050" y="4810125"/>
              <a:ext cx="88702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875" b="0" i="0" spc="-7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66" name="Weave text 358: 기록이"/>
            <p:cNvSpPr txBox="1"/>
            <p:nvPr/>
          </p:nvSpPr>
          <p:spPr>
            <a:xfrm>
              <a:off x="6165503" y="4810125"/>
              <a:ext cx="666899" cy="3829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기록이</a:t>
              </a:r>
              <a:endParaRPr sz="1875" b="0" i="0" spc="-7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67" name="Weave text 358: , "/>
            <p:cNvSpPr txBox="1"/>
            <p:nvPr/>
          </p:nvSpPr>
          <p:spPr>
            <a:xfrm>
              <a:off x="6794153" y="4810125"/>
              <a:ext cx="150168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, </a:t>
              </a:r>
              <a:endParaRPr sz="1875" b="0" i="0" spc="-7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68" name="Weave text 358: 갤럭시를"/>
            <p:cNvSpPr txBox="1"/>
            <p:nvPr/>
          </p:nvSpPr>
          <p:spPr>
            <a:xfrm>
              <a:off x="6906071" y="4810125"/>
              <a:ext cx="876449" cy="3829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갤럭시를</a:t>
              </a:r>
              <a:endParaRPr sz="1875" b="0" i="0" spc="-7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69" name="Weave text 358:  "/>
            <p:cNvSpPr txBox="1"/>
            <p:nvPr/>
          </p:nvSpPr>
          <p:spPr>
            <a:xfrm>
              <a:off x="7744271" y="4810125"/>
              <a:ext cx="88702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875" b="0" i="0" spc="-7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70" name="Weave text 358: 계속"/>
            <p:cNvSpPr txBox="1"/>
            <p:nvPr/>
          </p:nvSpPr>
          <p:spPr>
            <a:xfrm>
              <a:off x="7794724" y="4810125"/>
              <a:ext cx="457349" cy="3829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계속</a:t>
              </a:r>
              <a:endParaRPr sz="1875" b="0" i="0" spc="-7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71" name="Weave text 358:  "/>
            <p:cNvSpPr txBox="1"/>
            <p:nvPr/>
          </p:nvSpPr>
          <p:spPr>
            <a:xfrm>
              <a:off x="8213824" y="4810125"/>
              <a:ext cx="88702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875" b="0" i="0" spc="-7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72" name="Weave text 358: 쓰는"/>
            <p:cNvSpPr txBox="1"/>
            <p:nvPr/>
          </p:nvSpPr>
          <p:spPr>
            <a:xfrm>
              <a:off x="8264277" y="4810125"/>
              <a:ext cx="457349" cy="3829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쓰는</a:t>
              </a:r>
              <a:endParaRPr sz="1875" b="0" i="0" spc="-7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73" name="Weave text 358:  "/>
            <p:cNvSpPr txBox="1"/>
            <p:nvPr/>
          </p:nvSpPr>
          <p:spPr>
            <a:xfrm>
              <a:off x="8683377" y="4810125"/>
              <a:ext cx="88850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875" b="0" i="0" spc="-7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74" name="Weave text 358: 이유가"/>
            <p:cNvSpPr txBox="1"/>
            <p:nvPr/>
          </p:nvSpPr>
          <p:spPr>
            <a:xfrm>
              <a:off x="8733979" y="4810125"/>
              <a:ext cx="666899" cy="3829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이유가</a:t>
              </a:r>
              <a:endParaRPr sz="1875" b="0" i="0" spc="-7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75" name="Weave text 358:  "/>
            <p:cNvSpPr txBox="1"/>
            <p:nvPr/>
          </p:nvSpPr>
          <p:spPr>
            <a:xfrm>
              <a:off x="9362629" y="4810125"/>
              <a:ext cx="88702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875" b="0" i="0" spc="-7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76" name="Weave text 358: 됩니다"/>
            <p:cNvSpPr txBox="1"/>
            <p:nvPr/>
          </p:nvSpPr>
          <p:spPr>
            <a:xfrm>
              <a:off x="9413081" y="4810125"/>
              <a:ext cx="666899" cy="3829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됩니다</a:t>
              </a:r>
              <a:endParaRPr sz="1875" b="0" i="0" spc="-7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77" name="Weave text 358: ."/>
            <p:cNvSpPr txBox="1"/>
            <p:nvPr/>
          </p:nvSpPr>
          <p:spPr>
            <a:xfrm>
              <a:off x="10041731" y="4810125"/>
              <a:ext cx="104626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.</a:t>
              </a:r>
              <a:endParaRPr sz="1875" b="0" i="0" spc="-7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78" name="Line 359: 저장만 했던 대화·사진·메모가 오늘의 검색과 답장에 쓰입니다."/>
          <p:cNvGrpSpPr/>
          <p:nvPr/>
        </p:nvGrpSpPr>
        <p:grpSpPr>
          <a:xfrm>
            <a:off x="5695950" y="5300662"/>
            <a:ext cx="3932337" cy="281940"/>
            <a:chOff x="5695950" y="5300662"/>
            <a:chExt cx="3932337" cy="281940"/>
          </a:xfrm>
        </p:grpSpPr>
        <p:sp>
          <p:nvSpPr>
            <p:cNvPr id="179" name="Weave text 359: 저장만"/>
            <p:cNvSpPr txBox="1"/>
            <p:nvPr/>
          </p:nvSpPr>
          <p:spPr>
            <a:xfrm>
              <a:off x="5695950" y="53006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저장만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0" name="Weave text 359:  "/>
            <p:cNvSpPr txBox="1"/>
            <p:nvPr/>
          </p:nvSpPr>
          <p:spPr>
            <a:xfrm>
              <a:off x="6116538" y="53006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1" name="Weave text 359: 했던"/>
            <p:cNvSpPr txBox="1"/>
            <p:nvPr/>
          </p:nvSpPr>
          <p:spPr>
            <a:xfrm>
              <a:off x="6159401" y="53006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했던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2" name="Weave text 359:  "/>
            <p:cNvSpPr txBox="1"/>
            <p:nvPr/>
          </p:nvSpPr>
          <p:spPr>
            <a:xfrm>
              <a:off x="6439793" y="53006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3" name="Weave text 359: 대화"/>
            <p:cNvSpPr txBox="1"/>
            <p:nvPr/>
          </p:nvSpPr>
          <p:spPr>
            <a:xfrm>
              <a:off x="6482655" y="53006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대화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4" name="Weave text 359: ·"/>
            <p:cNvSpPr txBox="1"/>
            <p:nvPr/>
          </p:nvSpPr>
          <p:spPr>
            <a:xfrm>
              <a:off x="6763048" y="5300662"/>
              <a:ext cx="82153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5" name="Weave text 359: 사진"/>
            <p:cNvSpPr txBox="1"/>
            <p:nvPr/>
          </p:nvSpPr>
          <p:spPr>
            <a:xfrm>
              <a:off x="6806952" y="53006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사진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6" name="Weave text 359: ·"/>
            <p:cNvSpPr txBox="1"/>
            <p:nvPr/>
          </p:nvSpPr>
          <p:spPr>
            <a:xfrm>
              <a:off x="7087344" y="5300662"/>
              <a:ext cx="82153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7" name="Weave text 359: 메모가"/>
            <p:cNvSpPr txBox="1"/>
            <p:nvPr/>
          </p:nvSpPr>
          <p:spPr>
            <a:xfrm>
              <a:off x="7131248" y="53006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메모가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8" name="Weave text 359:  "/>
            <p:cNvSpPr txBox="1"/>
            <p:nvPr/>
          </p:nvSpPr>
          <p:spPr>
            <a:xfrm>
              <a:off x="7551837" y="53006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9" name="Weave text 359: 오늘의"/>
            <p:cNvSpPr txBox="1"/>
            <p:nvPr/>
          </p:nvSpPr>
          <p:spPr>
            <a:xfrm>
              <a:off x="7594699" y="5300662"/>
              <a:ext cx="458986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오늘의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0" name="Weave text 359:  "/>
            <p:cNvSpPr txBox="1"/>
            <p:nvPr/>
          </p:nvSpPr>
          <p:spPr>
            <a:xfrm>
              <a:off x="8015436" y="53006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1" name="Weave text 359: 검색과"/>
            <p:cNvSpPr txBox="1"/>
            <p:nvPr/>
          </p:nvSpPr>
          <p:spPr>
            <a:xfrm>
              <a:off x="8058299" y="53006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검색과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2" name="Weave text 359:  "/>
            <p:cNvSpPr txBox="1"/>
            <p:nvPr/>
          </p:nvSpPr>
          <p:spPr>
            <a:xfrm>
              <a:off x="8478887" y="53006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3" name="Weave text 359: 답장에"/>
            <p:cNvSpPr txBox="1"/>
            <p:nvPr/>
          </p:nvSpPr>
          <p:spPr>
            <a:xfrm>
              <a:off x="8521750" y="53006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답장에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4" name="Weave text 359:  "/>
            <p:cNvSpPr txBox="1"/>
            <p:nvPr/>
          </p:nvSpPr>
          <p:spPr>
            <a:xfrm>
              <a:off x="8942338" y="53006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5" name="Weave text 359: 쓰입니다"/>
            <p:cNvSpPr txBox="1"/>
            <p:nvPr/>
          </p:nvSpPr>
          <p:spPr>
            <a:xfrm>
              <a:off x="8985200" y="5300662"/>
              <a:ext cx="599182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쓰입니다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6" name="Weave text 359: ."/>
            <p:cNvSpPr txBox="1"/>
            <p:nvPr/>
          </p:nvSpPr>
          <p:spPr>
            <a:xfrm>
              <a:off x="9546134" y="5300662"/>
              <a:ext cx="82153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97" name="Line 360: 내 기록을 잘 활용해 주는 경험이 지속 사용의 이유가 됩니다."/>
          <p:cNvGrpSpPr/>
          <p:nvPr/>
        </p:nvGrpSpPr>
        <p:grpSpPr>
          <a:xfrm>
            <a:off x="5695950" y="5567362"/>
            <a:ext cx="3832771" cy="281940"/>
            <a:chOff x="5695950" y="5567362"/>
            <a:chExt cx="3832771" cy="281940"/>
          </a:xfrm>
        </p:grpSpPr>
        <p:sp>
          <p:nvSpPr>
            <p:cNvPr id="198" name="Weave text 360: 내"/>
            <p:cNvSpPr txBox="1"/>
            <p:nvPr/>
          </p:nvSpPr>
          <p:spPr>
            <a:xfrm>
              <a:off x="5695950" y="5567362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내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9" name="Weave text 360:  "/>
            <p:cNvSpPr txBox="1"/>
            <p:nvPr/>
          </p:nvSpPr>
          <p:spPr>
            <a:xfrm>
              <a:off x="5836146" y="55673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0" name="Weave text 360: 기록을"/>
            <p:cNvSpPr txBox="1"/>
            <p:nvPr/>
          </p:nvSpPr>
          <p:spPr>
            <a:xfrm>
              <a:off x="5879009" y="55673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기록을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1" name="Weave text 360:  "/>
            <p:cNvSpPr txBox="1"/>
            <p:nvPr/>
          </p:nvSpPr>
          <p:spPr>
            <a:xfrm>
              <a:off x="6299597" y="55673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2" name="Weave text 360: 잘"/>
            <p:cNvSpPr txBox="1"/>
            <p:nvPr/>
          </p:nvSpPr>
          <p:spPr>
            <a:xfrm>
              <a:off x="6342459" y="5567362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잘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3" name="Weave text 360:  "/>
            <p:cNvSpPr txBox="1"/>
            <p:nvPr/>
          </p:nvSpPr>
          <p:spPr>
            <a:xfrm>
              <a:off x="6482655" y="55673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4" name="Weave text 360: 활용해"/>
            <p:cNvSpPr txBox="1"/>
            <p:nvPr/>
          </p:nvSpPr>
          <p:spPr>
            <a:xfrm>
              <a:off x="6525518" y="55673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활용해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5" name="Weave text 360:  "/>
            <p:cNvSpPr txBox="1"/>
            <p:nvPr/>
          </p:nvSpPr>
          <p:spPr>
            <a:xfrm>
              <a:off x="6946106" y="55673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6" name="Weave text 360: 주는"/>
            <p:cNvSpPr txBox="1"/>
            <p:nvPr/>
          </p:nvSpPr>
          <p:spPr>
            <a:xfrm>
              <a:off x="6988969" y="55673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주는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7" name="Weave text 360:  "/>
            <p:cNvSpPr txBox="1"/>
            <p:nvPr/>
          </p:nvSpPr>
          <p:spPr>
            <a:xfrm>
              <a:off x="7269361" y="55673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8" name="Weave text 360: 경험이"/>
            <p:cNvSpPr txBox="1"/>
            <p:nvPr/>
          </p:nvSpPr>
          <p:spPr>
            <a:xfrm>
              <a:off x="7312223" y="5567362"/>
              <a:ext cx="458986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경험이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9" name="Weave text 360:  "/>
            <p:cNvSpPr txBox="1"/>
            <p:nvPr/>
          </p:nvSpPr>
          <p:spPr>
            <a:xfrm>
              <a:off x="7732961" y="55673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0" name="Weave text 360: 지속"/>
            <p:cNvSpPr txBox="1"/>
            <p:nvPr/>
          </p:nvSpPr>
          <p:spPr>
            <a:xfrm>
              <a:off x="7775823" y="55673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지속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1" name="Weave text 360:  "/>
            <p:cNvSpPr txBox="1"/>
            <p:nvPr/>
          </p:nvSpPr>
          <p:spPr>
            <a:xfrm>
              <a:off x="8056215" y="55673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2" name="Weave text 360: 사용의"/>
            <p:cNvSpPr txBox="1"/>
            <p:nvPr/>
          </p:nvSpPr>
          <p:spPr>
            <a:xfrm>
              <a:off x="8099078" y="55673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사용의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3" name="Weave text 360:  "/>
            <p:cNvSpPr txBox="1"/>
            <p:nvPr/>
          </p:nvSpPr>
          <p:spPr>
            <a:xfrm>
              <a:off x="8519666" y="55673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4" name="Weave text 360: 이유가"/>
            <p:cNvSpPr txBox="1"/>
            <p:nvPr/>
          </p:nvSpPr>
          <p:spPr>
            <a:xfrm>
              <a:off x="8562529" y="55673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이유가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5" name="Weave text 360:  "/>
            <p:cNvSpPr txBox="1"/>
            <p:nvPr/>
          </p:nvSpPr>
          <p:spPr>
            <a:xfrm>
              <a:off x="8983117" y="55673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6" name="Weave text 360: 됩니다"/>
            <p:cNvSpPr txBox="1"/>
            <p:nvPr/>
          </p:nvSpPr>
          <p:spPr>
            <a:xfrm>
              <a:off x="9025979" y="55673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됩니다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7" name="Weave text 360: ."/>
            <p:cNvSpPr txBox="1"/>
            <p:nvPr/>
          </p:nvSpPr>
          <p:spPr>
            <a:xfrm>
              <a:off x="9446568" y="5567362"/>
              <a:ext cx="82153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18" name="Line 361: WEAVE ASSIST / GALAXY AI CONCEPT"/>
          <p:cNvGrpSpPr/>
          <p:nvPr/>
        </p:nvGrpSpPr>
        <p:grpSpPr>
          <a:xfrm>
            <a:off x="609600" y="6486525"/>
            <a:ext cx="2393007" cy="190500"/>
            <a:chOff x="609600" y="6486525"/>
            <a:chExt cx="2393007" cy="190500"/>
          </a:xfrm>
        </p:grpSpPr>
        <p:sp>
          <p:nvSpPr>
            <p:cNvPr id="219" name="Weave text 361: WEAVE ASSIST / GALAXY AI CONCEPT"/>
            <p:cNvSpPr txBox="1"/>
            <p:nvPr/>
          </p:nvSpPr>
          <p:spPr>
            <a:xfrm>
              <a:off x="609600" y="6486525"/>
              <a:ext cx="2393007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WEAVE ASSIST / GALAXY AI CONCEPT</a:t>
              </a:r>
              <a:endParaRPr sz="750" b="0" i="0" spc="142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20" name="Line 362: 11 / 11"/>
          <p:cNvGrpSpPr/>
          <p:nvPr/>
        </p:nvGrpSpPr>
        <p:grpSpPr>
          <a:xfrm>
            <a:off x="11212711" y="6486525"/>
            <a:ext cx="407789" cy="190500"/>
            <a:chOff x="11212711" y="6486525"/>
            <a:chExt cx="407789" cy="190500"/>
          </a:xfrm>
        </p:grpSpPr>
        <p:sp>
          <p:nvSpPr>
            <p:cNvPr id="221" name="Weave text 362: 11 / 11"/>
            <p:cNvSpPr txBox="1"/>
            <p:nvPr/>
          </p:nvSpPr>
          <p:spPr>
            <a:xfrm>
              <a:off x="11212711" y="6486525"/>
              <a:ext cx="407789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11 / 11</a:t>
              </a:r>
              <a:endParaRPr sz="750" b="0" i="0" spc="142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Inter" panose="020F0302020204030204"/>
        <a:ea typeface="Noto Sans KR"/>
        <a:cs typeface=""/>
        <a:font script="Hang" typeface="Noto Sans KR"/>
      </a:majorFont>
      <a:minorFont>
        <a:latin typeface="Inter" panose="020F0502020204030204"/>
        <a:ea typeface="Noto Sans KR"/>
        <a:cs typeface=""/>
        <a:font script="Hang" typeface="Noto Sans K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102000"/>
                <a:satMod val="103000"/>
                <a:tint val="94000"/>
              </a:schemeClr>
            </a:gs>
            <a:gs pos="50000">
              <a:schemeClr val="phClr">
                <a:lumMod val="100000"/>
                <a:satMod val="11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lumMod val="102000"/>
                <a:satMod val="150000"/>
                <a:tint val="93000"/>
                <a:shade val="98000"/>
              </a:schemeClr>
            </a:gs>
            <a:gs pos="50000">
              <a:schemeClr val="phClr">
                <a:lumMod val="103000"/>
                <a:satMod val="130000"/>
                <a:tint val="98000"/>
                <a:shade val="90000"/>
              </a:schemeClr>
            </a:gs>
            <a:gs pos="100000">
              <a:schemeClr val="phClr">
                <a:satMod val="120000"/>
                <a:shade val="63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mitype="http://purl.org/dcmitype/" xmlns:dcterms="http://purl.org/dc/terms/" xmlns:xsi="http://www.w3.org/2001/XMLSchema-instance">
  <dc:title>Weave Assist — 흩어진 기억을 잇다</dc:title>
  <dc:subject>Generated by Presenton export-core</dc:subject>
  <dc:creator>Presenton</dc:creator>
  <cp:lastModifiedBy>Presenton</cp:lastModifiedBy>
  <dcterms:created xsi:type="dcterms:W3CDTF">2026-09-21T07:37:57.205Z</dcterms:created>
  <dcterms:modified xsi:type="dcterms:W3CDTF">2026-09-21T07:37:57.205Z</dcterms:modified>
</cp:coreProperties>
</file>