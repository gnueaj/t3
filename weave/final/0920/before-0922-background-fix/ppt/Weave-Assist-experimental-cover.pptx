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33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33" Type="http://schemas.openxmlformats.org/officeDocument/2006/relationships/hyperlink" Target="https://support.google.com/android/answer/15235441?hl=ko" TargetMode="External"/><Relationship Id="rIdWeaveLink239" Type="http://schemas.openxmlformats.org/officeDocument/2006/relationships/hyperlink" Target="https://developer.android.com/develop/background-work/background-tasks/persistent/getting-started/define-work#work-constraints" TargetMode="External"/><Relationship Id="rIdWeaveLink245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309" Type="http://schemas.openxmlformats.org/officeDocument/2006/relationships/hyperlink" Target="https://www.samsung.com/us/support/answer/ANS10010355/" TargetMode="External"/><Relationship Id="rIdWeaveLink311" Type="http://schemas.openxmlformats.org/officeDocument/2006/relationships/hyperlink" Target="https://kanana.kakao.com/chat/polic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그때 그거?"/>
          <p:cNvGrpSpPr/>
          <p:nvPr/>
        </p:nvGrpSpPr>
        <p:grpSpPr>
          <a:xfrm>
            <a:off x="609600" y="1809750"/>
            <a:ext cx="1998166" cy="800100"/>
            <a:chOff x="609600" y="1809750"/>
            <a:chExt cx="1998166" cy="800100"/>
          </a:xfrm>
        </p:grpSpPr>
        <p:sp>
          <p:nvSpPr>
            <p:cNvPr id="6" name="Weave text 2: 그때"/>
            <p:cNvSpPr txBox="1"/>
            <p:nvPr/>
          </p:nvSpPr>
          <p:spPr>
            <a:xfrm>
              <a:off x="609600" y="1809750"/>
              <a:ext cx="85725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:  "/>
            <p:cNvSpPr txBox="1"/>
            <p:nvPr/>
          </p:nvSpPr>
          <p:spPr>
            <a:xfrm>
              <a:off x="1428601" y="1809750"/>
              <a:ext cx="129778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: 그거"/>
            <p:cNvSpPr txBox="1"/>
            <p:nvPr/>
          </p:nvSpPr>
          <p:spPr>
            <a:xfrm>
              <a:off x="1520130" y="1809750"/>
              <a:ext cx="857399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3750" b="0" i="0" spc="-22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: ?"/>
            <p:cNvSpPr txBox="1"/>
            <p:nvPr/>
          </p:nvSpPr>
          <p:spPr>
            <a:xfrm>
              <a:off x="2339280" y="1809750"/>
              <a:ext cx="268486" cy="6143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750" b="0" i="0" spc="-22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3750" b="0" i="0" spc="-22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" name="Line 3: Weave"/>
          <p:cNvGrpSpPr/>
          <p:nvPr/>
        </p:nvGrpSpPr>
        <p:grpSpPr>
          <a:xfrm>
            <a:off x="609600" y="2495550"/>
            <a:ext cx="1858863" cy="998220"/>
            <a:chOff x="609600" y="2495550"/>
            <a:chExt cx="1858863" cy="998220"/>
          </a:xfrm>
        </p:grpSpPr>
        <p:sp>
          <p:nvSpPr>
            <p:cNvPr id="11" name="Weave text 3: Weave"/>
            <p:cNvSpPr txBox="1"/>
            <p:nvPr/>
          </p:nvSpPr>
          <p:spPr>
            <a:xfrm>
              <a:off x="609600" y="2495550"/>
              <a:ext cx="1858863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4725" b="1" i="0" spc="-284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" name="Line 4: got it!"/>
          <p:cNvGrpSpPr/>
          <p:nvPr/>
        </p:nvGrpSpPr>
        <p:grpSpPr>
          <a:xfrm>
            <a:off x="3059013" y="2495550"/>
            <a:ext cx="1480245" cy="998220"/>
            <a:chOff x="3059013" y="2495550"/>
            <a:chExt cx="1480245" cy="998220"/>
          </a:xfrm>
        </p:grpSpPr>
        <p:sp>
          <p:nvSpPr>
            <p:cNvPr id="13" name="Weave text 4: got it!"/>
            <p:cNvSpPr txBox="1"/>
            <p:nvPr/>
          </p:nvSpPr>
          <p:spPr>
            <a:xfrm>
              <a:off x="3059013" y="2495550"/>
              <a:ext cx="1480245" cy="764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4725" b="1" i="0" spc="-28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got it!</a:t>
              </a:r>
              <a:endParaRPr sz="4725" b="1" i="0" spc="-28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흩어진 기억을 엮어,"/>
          <p:cNvGrpSpPr/>
          <p:nvPr/>
        </p:nvGrpSpPr>
        <p:grpSpPr>
          <a:xfrm>
            <a:off x="609600" y="3603575"/>
            <a:ext cx="1914674" cy="419100"/>
            <a:chOff x="609600" y="3603575"/>
            <a:chExt cx="1914674" cy="419100"/>
          </a:xfrm>
        </p:grpSpPr>
        <p:sp>
          <p:nvSpPr>
            <p:cNvPr id="15" name="Weave text 5: 흩어진"/>
            <p:cNvSpPr txBox="1"/>
            <p:nvPr/>
          </p:nvSpPr>
          <p:spPr>
            <a:xfrm>
              <a:off x="609600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Weave text 5:  "/>
            <p:cNvSpPr txBox="1"/>
            <p:nvPr/>
          </p:nvSpPr>
          <p:spPr>
            <a:xfrm>
              <a:off x="1245394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" name="Weave text 5: 기억을"/>
            <p:cNvSpPr txBox="1"/>
            <p:nvPr/>
          </p:nvSpPr>
          <p:spPr>
            <a:xfrm>
              <a:off x="1305223" y="3603575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5:  "/>
            <p:cNvSpPr txBox="1"/>
            <p:nvPr/>
          </p:nvSpPr>
          <p:spPr>
            <a:xfrm>
              <a:off x="1941016" y="3603575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5: 엮어"/>
            <p:cNvSpPr txBox="1"/>
            <p:nvPr/>
          </p:nvSpPr>
          <p:spPr>
            <a:xfrm>
              <a:off x="2000845" y="3603575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: ,"/>
            <p:cNvSpPr txBox="1"/>
            <p:nvPr/>
          </p:nvSpPr>
          <p:spPr>
            <a:xfrm>
              <a:off x="2424708" y="3603575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" name="Line 6: 필요한 순간 건넵니다."/>
          <p:cNvGrpSpPr/>
          <p:nvPr/>
        </p:nvGrpSpPr>
        <p:grpSpPr>
          <a:xfrm>
            <a:off x="609600" y="3996482"/>
            <a:ext cx="2126605" cy="419100"/>
            <a:chOff x="609600" y="3996482"/>
            <a:chExt cx="2126605" cy="419100"/>
          </a:xfrm>
        </p:grpSpPr>
        <p:sp>
          <p:nvSpPr>
            <p:cNvPr id="22" name="Weave text 6: 필요한"/>
            <p:cNvSpPr txBox="1"/>
            <p:nvPr/>
          </p:nvSpPr>
          <p:spPr>
            <a:xfrm>
              <a:off x="609600" y="3996482"/>
              <a:ext cx="674043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6:  "/>
            <p:cNvSpPr txBox="1"/>
            <p:nvPr/>
          </p:nvSpPr>
          <p:spPr>
            <a:xfrm>
              <a:off x="1245394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6: 순간"/>
            <p:cNvSpPr txBox="1"/>
            <p:nvPr/>
          </p:nvSpPr>
          <p:spPr>
            <a:xfrm>
              <a:off x="1305223" y="3996482"/>
              <a:ext cx="46211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6:  "/>
            <p:cNvSpPr txBox="1"/>
            <p:nvPr/>
          </p:nvSpPr>
          <p:spPr>
            <a:xfrm>
              <a:off x="1729085" y="3996482"/>
              <a:ext cx="9807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6: 건넵니다"/>
            <p:cNvSpPr txBox="1"/>
            <p:nvPr/>
          </p:nvSpPr>
          <p:spPr>
            <a:xfrm>
              <a:off x="1788914" y="3996482"/>
              <a:ext cx="885974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875" b="0" i="0" spc="-56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6: ."/>
            <p:cNvSpPr txBox="1"/>
            <p:nvPr/>
          </p:nvSpPr>
          <p:spPr>
            <a:xfrm>
              <a:off x="2636639" y="3996482"/>
              <a:ext cx="9956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-56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875" b="0" i="0" spc="-56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" name="Line 7: 내 기록과 지금의 대화 사이, Weave."/>
          <p:cNvGrpSpPr/>
          <p:nvPr/>
        </p:nvGrpSpPr>
        <p:grpSpPr>
          <a:xfrm>
            <a:off x="609600" y="4789438"/>
            <a:ext cx="2017365" cy="251460"/>
            <a:chOff x="609600" y="4789438"/>
            <a:chExt cx="2017365" cy="251460"/>
          </a:xfrm>
        </p:grpSpPr>
        <p:sp>
          <p:nvSpPr>
            <p:cNvPr id="29" name="Weave text 7: 내"/>
            <p:cNvSpPr txBox="1"/>
            <p:nvPr/>
          </p:nvSpPr>
          <p:spPr>
            <a:xfrm>
              <a:off x="609600" y="4789438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7:  "/>
            <p:cNvSpPr txBox="1"/>
            <p:nvPr/>
          </p:nvSpPr>
          <p:spPr>
            <a:xfrm>
              <a:off x="729555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7: 기록과"/>
            <p:cNvSpPr txBox="1"/>
            <p:nvPr/>
          </p:nvSpPr>
          <p:spPr>
            <a:xfrm>
              <a:off x="764381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7:  "/>
            <p:cNvSpPr txBox="1"/>
            <p:nvPr/>
          </p:nvSpPr>
          <p:spPr>
            <a:xfrm>
              <a:off x="1124396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7: 지금의"/>
            <p:cNvSpPr txBox="1"/>
            <p:nvPr/>
          </p:nvSpPr>
          <p:spPr>
            <a:xfrm>
              <a:off x="1159222" y="4789438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7:  "/>
            <p:cNvSpPr txBox="1"/>
            <p:nvPr/>
          </p:nvSpPr>
          <p:spPr>
            <a:xfrm>
              <a:off x="1519238" y="4789438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7: 대화"/>
            <p:cNvSpPr txBox="1"/>
            <p:nvPr/>
          </p:nvSpPr>
          <p:spPr>
            <a:xfrm>
              <a:off x="1554212" y="4789438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7:  "/>
            <p:cNvSpPr txBox="1"/>
            <p:nvPr/>
          </p:nvSpPr>
          <p:spPr>
            <a:xfrm>
              <a:off x="1794123" y="4789438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7: 사이"/>
            <p:cNvSpPr txBox="1"/>
            <p:nvPr/>
          </p:nvSpPr>
          <p:spPr>
            <a:xfrm>
              <a:off x="1828949" y="4789438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9EABC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7: , Weave."/>
            <p:cNvSpPr txBox="1"/>
            <p:nvPr/>
          </p:nvSpPr>
          <p:spPr>
            <a:xfrm>
              <a:off x="2069009" y="4789438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9EABC2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9EABC2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8: 01 / 11"/>
          <p:cNvGrpSpPr/>
          <p:nvPr/>
        </p:nvGrpSpPr>
        <p:grpSpPr>
          <a:xfrm>
            <a:off x="11391454" y="6486525"/>
            <a:ext cx="429071" cy="190500"/>
            <a:chOff x="11391454" y="6486525"/>
            <a:chExt cx="429071" cy="190500"/>
          </a:xfrm>
        </p:grpSpPr>
        <p:sp>
          <p:nvSpPr>
            <p:cNvPr id="40" name="Weave text 8: 01 / 11"/>
            <p:cNvSpPr txBox="1"/>
            <p:nvPr/>
          </p:nvSpPr>
          <p:spPr>
            <a:xfrm>
              <a:off x="11391454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A6B0C4"/>
                  </a:solidFill>
                  <a:latin typeface="Inter"/>
                  <a:ea typeface="Inter"/>
                  <a:cs typeface="Inter"/>
                </a:rPr>
                <a:t xml:space="preserve">01 / 11</a:t>
              </a:r>
              <a:endParaRPr sz="750" b="0" i="0" spc="142" kern="0" lang="ko-KR" altLang="en-US" dirty="0">
                <a:solidFill>
                  <a:srgbClr val="A6B0C4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9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9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0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10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0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0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0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0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0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0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11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11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11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11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11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11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11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11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11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12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12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12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12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12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12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12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12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12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13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13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3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3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3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3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3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3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3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13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13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13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13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14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14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14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14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14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14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15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15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16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16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6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6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6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16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16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16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16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6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17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17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7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17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17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17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17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17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17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17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7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7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18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18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18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18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19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19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20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20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20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20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21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21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1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1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1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1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22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22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23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23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24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24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25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25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5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5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5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5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26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26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7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27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28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28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29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29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9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9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9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9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9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9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30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30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30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30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30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30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30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30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30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30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30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30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30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30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30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31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31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1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31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31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31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31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31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31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32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32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2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2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2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2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2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2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2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2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2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3: Microsoft Work Trend Index 2023 · 31개 시장">
            <a:hlinkClick r:id="rIdWeaveLink33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33: Microsoft Work Trend Index 2023 · 31">
              <a:hlinkClick r:id="rIdWeaveLink33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33: 개">
              <a:hlinkClick r:id="rIdWeaveLink33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3:  ">
              <a:hlinkClick r:id="rIdWeaveLink33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3: 시장">
              <a:hlinkClick r:id="rIdWeaveLink33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3: , ">
              <a:hlinkClick r:id="rIdWeaveLink33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3: 취업자">
              <a:hlinkClick r:id="rIdWeaveLink33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3: ·">
              <a:hlinkClick r:id="rIdWeaveLink33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3: 자영업자">
              <a:hlinkClick r:id="rIdWeaveLink33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33:  31,000">
              <a:hlinkClick r:id="rIdWeaveLink33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33: 명">
              <a:hlinkClick r:id="rIdWeaveLink33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34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34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34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34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34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34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34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34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34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34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34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34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34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34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34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4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4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35: 02 / 11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183" name="Weave text 35: 02 / 11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6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36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7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37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7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37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37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7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7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7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37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37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7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7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38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38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38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38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8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8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8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8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8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8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8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8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8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9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39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40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40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40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40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40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41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41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41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41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41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41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41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41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41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41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41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41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41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41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41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42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42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42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42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42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42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42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42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42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42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42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42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43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43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44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44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44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44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44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45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45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45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45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45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45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45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45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45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45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45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45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45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46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46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46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46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46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46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46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46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46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46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46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46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47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47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48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48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48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48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48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48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48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49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49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49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49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49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49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49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49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49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49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49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49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49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49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49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50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50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50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50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50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50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50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50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50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50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50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50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50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50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50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50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51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51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51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51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51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51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52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52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52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52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52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52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52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52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52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52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52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52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52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52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52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52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53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53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3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3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3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3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4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54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4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4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4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4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4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4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4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4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4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4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4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4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4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55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55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55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55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55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55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55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56: 03 / 11"/>
          <p:cNvGrpSpPr/>
          <p:nvPr/>
        </p:nvGrpSpPr>
        <p:grpSpPr>
          <a:xfrm>
            <a:off x="11171337" y="6486525"/>
            <a:ext cx="449163" cy="190500"/>
            <a:chOff x="11171337" y="6486525"/>
            <a:chExt cx="449163" cy="190500"/>
          </a:xfrm>
        </p:grpSpPr>
        <p:sp>
          <p:nvSpPr>
            <p:cNvPr id="188" name="Weave text 56: 03 / 11"/>
            <p:cNvSpPr txBox="1"/>
            <p:nvPr/>
          </p:nvSpPr>
          <p:spPr>
            <a:xfrm>
              <a:off x="11171337" y="6486525"/>
              <a:ext cx="44916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57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57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58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58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58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58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58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58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58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58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58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58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58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58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58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59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59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59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59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59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59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59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59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59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59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59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59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59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59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59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59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59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59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59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59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60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60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60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60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61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61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61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61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61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61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61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61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61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61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61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61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62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62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62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62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63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63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63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63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63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63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63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63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63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63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63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63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63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63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64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64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4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4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65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65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66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66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67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67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67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67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68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68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69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69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69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69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70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70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70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70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70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70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71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71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71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71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71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71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72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72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72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72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72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72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73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73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73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73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73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73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74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74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74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74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74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74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75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75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75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75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75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75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75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75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76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76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77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77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77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77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78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78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78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78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78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78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79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79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79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79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79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79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80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80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81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81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81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81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81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82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82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82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82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82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82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83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83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83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83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83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83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83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83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84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84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85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85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85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85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85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85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86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86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86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86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86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86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86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86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87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87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87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87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87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87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87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87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88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88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88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88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88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88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89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89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89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89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89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89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89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90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90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90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90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90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91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91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91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91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91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91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92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92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92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92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92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92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93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93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93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93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94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94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94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94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94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94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94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94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94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94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94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94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94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94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94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94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94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95: 04 / 11"/>
          <p:cNvGrpSpPr/>
          <p:nvPr/>
        </p:nvGrpSpPr>
        <p:grpSpPr>
          <a:xfrm>
            <a:off x="11168658" y="6486525"/>
            <a:ext cx="451842" cy="190500"/>
            <a:chOff x="11168658" y="6486525"/>
            <a:chExt cx="451842" cy="190500"/>
          </a:xfrm>
        </p:grpSpPr>
        <p:sp>
          <p:nvSpPr>
            <p:cNvPr id="243" name="Weave text 95: 04 / 11"/>
            <p:cNvSpPr txBox="1"/>
            <p:nvPr/>
          </p:nvSpPr>
          <p:spPr>
            <a:xfrm>
              <a:off x="11168658" y="6486525"/>
              <a:ext cx="45184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96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96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97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97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97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97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97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97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97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97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97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97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97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98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98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98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98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98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98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98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98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98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98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98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98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98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98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98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98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98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98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98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98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98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98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98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98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98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99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99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99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99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99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99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00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00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01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01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01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01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01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01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01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01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01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01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02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02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02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02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02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02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02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02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02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02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02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03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03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03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03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03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03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03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03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03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03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03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03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03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03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03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04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04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04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04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04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04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04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04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05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05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05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05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05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05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05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05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06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06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06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06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06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06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06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06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07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07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07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07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07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07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07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07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08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08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08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08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08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08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08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08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09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09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09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09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09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09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09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09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09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10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10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10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10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10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10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11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11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11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11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11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11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12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12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13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13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13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13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14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14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14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14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14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14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14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15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15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15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15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15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15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15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15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15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15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15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15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15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15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16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16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16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16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16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16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17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17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17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17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18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18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18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18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18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18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18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18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18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18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18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18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18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19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19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19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19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19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19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19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19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19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19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19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19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19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19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19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19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19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19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19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19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19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20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20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20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20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20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20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20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20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20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20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21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21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21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21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21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21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22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22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22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22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23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23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23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23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23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23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23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23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23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24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24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24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24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24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24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24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24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24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24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24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24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24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24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25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25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25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25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25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25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25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25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25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25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25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25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25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25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25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25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25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25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25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25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25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26: 05 / 11"/>
          <p:cNvGrpSpPr/>
          <p:nvPr/>
        </p:nvGrpSpPr>
        <p:grpSpPr>
          <a:xfrm>
            <a:off x="11218366" y="6496050"/>
            <a:ext cx="402134" cy="190500"/>
            <a:chOff x="11218366" y="6496050"/>
            <a:chExt cx="402134" cy="190500"/>
          </a:xfrm>
        </p:grpSpPr>
        <p:sp>
          <p:nvSpPr>
            <p:cNvPr id="282" name="Weave text 126: 05 / 11"/>
            <p:cNvSpPr txBox="1"/>
            <p:nvPr/>
          </p:nvSpPr>
          <p:spPr>
            <a:xfrm>
              <a:off x="11218366" y="6496050"/>
              <a:ext cx="4021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27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27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28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28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28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28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28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28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28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28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28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28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28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29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29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29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29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29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29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29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29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29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29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29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29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29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29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29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29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29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29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29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29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29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29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29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29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29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30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30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30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30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31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31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31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31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32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32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32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32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33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33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33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33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33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33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34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34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34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34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34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34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35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35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35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35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35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36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36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36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36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36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36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37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37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37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37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37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37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38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38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38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38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38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39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39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39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39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39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39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39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39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39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39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40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40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40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40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40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40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40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40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40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40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41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41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42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42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43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43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43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43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43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43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43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43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43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43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44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44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45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45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45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45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45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45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46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46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46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46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46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46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46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46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46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46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47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47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48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48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48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48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48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48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49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49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49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49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49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49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50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50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50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50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50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50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51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51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51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51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51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51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51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51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51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51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51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51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51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51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52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52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52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52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52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52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53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53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53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53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54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54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54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54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55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55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56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56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57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57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58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58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59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59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59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59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59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59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59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59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59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59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59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59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59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59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59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59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59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59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59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59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59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59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59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59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59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60: 06 / 11"/>
          <p:cNvGrpSpPr/>
          <p:nvPr/>
        </p:nvGrpSpPr>
        <p:grpSpPr>
          <a:xfrm>
            <a:off x="11215836" y="6496050"/>
            <a:ext cx="404664" cy="190500"/>
            <a:chOff x="11215836" y="6496050"/>
            <a:chExt cx="404664" cy="190500"/>
          </a:xfrm>
        </p:grpSpPr>
        <p:sp>
          <p:nvSpPr>
            <p:cNvPr id="221" name="Weave text 160: 06 / 11"/>
            <p:cNvSpPr txBox="1"/>
            <p:nvPr/>
          </p:nvSpPr>
          <p:spPr>
            <a:xfrm>
              <a:off x="11215836" y="6496050"/>
              <a:ext cx="40466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61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61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62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62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62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62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62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62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62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62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62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62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62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62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62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63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63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63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63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63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63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63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63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63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63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63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63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63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63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63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63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63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63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63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64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64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64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64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64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64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64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64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64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65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65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66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66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66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66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66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66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66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66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66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66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67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67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68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68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68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68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68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68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69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69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69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69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69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69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69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69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69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70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70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71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71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71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71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72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72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72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72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73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73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73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73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74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74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75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75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176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176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76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76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76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176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176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176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177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177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77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77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77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77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77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178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178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178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178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178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178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178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179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179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79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79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79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79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79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79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79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79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79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79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79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180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180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181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181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181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181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181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182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182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82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82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182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182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183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183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183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183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183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183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183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183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183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183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184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184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184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84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84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84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84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84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85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185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185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185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185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186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186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186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186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186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186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187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187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187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187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188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188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188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188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188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188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188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188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188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188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188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188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188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188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188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188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188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189: 07 / 11"/>
          <p:cNvGrpSpPr/>
          <p:nvPr/>
        </p:nvGrpSpPr>
        <p:grpSpPr>
          <a:xfrm>
            <a:off x="11223278" y="6496050"/>
            <a:ext cx="397222" cy="190500"/>
            <a:chOff x="11223278" y="6496050"/>
            <a:chExt cx="397222" cy="190500"/>
          </a:xfrm>
        </p:grpSpPr>
        <p:sp>
          <p:nvSpPr>
            <p:cNvPr id="192" name="Weave text 189: 07 / 11"/>
            <p:cNvSpPr txBox="1"/>
            <p:nvPr/>
          </p:nvSpPr>
          <p:spPr>
            <a:xfrm>
              <a:off x="11223278" y="6496050"/>
              <a:ext cx="3972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90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190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91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191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91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91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91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91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91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91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91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91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91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91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91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92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192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92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92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92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92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92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92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92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92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92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92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92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92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92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92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92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92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92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92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92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92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92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93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193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193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193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194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194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94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94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194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94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195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195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95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95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95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95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196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196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196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196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196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197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197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197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197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197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197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97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97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198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198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199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199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00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00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00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00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00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00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01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01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01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01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01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01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02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02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02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02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02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02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03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03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03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03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03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03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03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03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04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04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05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05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06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06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06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06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06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06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06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06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07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07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07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07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07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07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07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07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08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08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08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08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08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08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08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08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08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08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09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09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09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09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09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09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09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10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10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11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11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12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12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12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12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12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12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12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12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13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13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13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13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13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13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13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13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14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14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14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14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14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14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14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14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14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14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15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15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15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15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15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15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15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16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16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17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17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18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18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18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18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18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18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18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18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18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18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19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19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19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19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19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19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19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19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20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20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20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20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20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20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20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20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21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21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21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21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21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21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21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22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22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22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22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22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22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22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22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22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23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23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23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23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23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23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23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23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23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24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24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24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24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24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24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24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24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24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24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25: 08 / 11"/>
          <p:cNvGrpSpPr/>
          <p:nvPr/>
        </p:nvGrpSpPr>
        <p:grpSpPr>
          <a:xfrm>
            <a:off x="11171188" y="6486525"/>
            <a:ext cx="449312" cy="190500"/>
            <a:chOff x="11171188" y="6486525"/>
            <a:chExt cx="449312" cy="190500"/>
          </a:xfrm>
        </p:grpSpPr>
        <p:sp>
          <p:nvSpPr>
            <p:cNvPr id="240" name="Weave text 225: 08 / 11"/>
            <p:cNvSpPr txBox="1"/>
            <p:nvPr/>
          </p:nvSpPr>
          <p:spPr>
            <a:xfrm>
              <a:off x="11171188" y="6486525"/>
              <a:ext cx="44931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26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26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27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27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2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27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27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27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27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27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27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27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27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28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28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28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28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28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28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28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28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28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28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28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28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28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28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28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29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29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30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30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30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30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30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30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30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30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30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30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30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31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31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31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31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31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31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31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31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31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31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31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31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31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31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31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31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31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31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31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31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31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31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31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31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31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31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31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31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31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32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32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32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32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32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32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32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32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32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32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32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32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32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32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32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32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32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32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32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32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32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33: Google Gemini도 허용된 알림을 읽고 요약합니다.">
            <a:hlinkClick r:id="rIdWeaveLink233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33: Google Gemini">
              <a:hlinkClick r:id="rIdWeaveLink233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33: 도">
              <a:hlinkClick r:id="rIdWeaveLink233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33:  ">
              <a:hlinkClick r:id="rIdWeaveLink233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33: 허용된">
              <a:hlinkClick r:id="rIdWeaveLink233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33:  ">
              <a:hlinkClick r:id="rIdWeaveLink233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33: 알림을">
              <a:hlinkClick r:id="rIdWeaveLink233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33:  ">
              <a:hlinkClick r:id="rIdWeaveLink233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33: 읽고">
              <a:hlinkClick r:id="rIdWeaveLink233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33:  ">
              <a:hlinkClick r:id="rIdWeaveLink233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33: 요약합니다">
              <a:hlinkClick r:id="rIdWeaveLink233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33: .">
              <a:hlinkClick r:id="rIdWeaveLink233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34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34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34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34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34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34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34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34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34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34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34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34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34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34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34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34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34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34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35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35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36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36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36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36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36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36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36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36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36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36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36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36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36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36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36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37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37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37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37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37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37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37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37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37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37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37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37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37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37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37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37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37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37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37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37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37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37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37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37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37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37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37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37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38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38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38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38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38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38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38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38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38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38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38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38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38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38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38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38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38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38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38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39: Android WorkManager는 충전·유휴 등의 실행 조건을 지원합">
            <a:hlinkClick r:id="rIdWeaveLink239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39: Android WorkManager">
              <a:hlinkClick r:id="rIdWeaveLink239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39: 는">
              <a:hlinkClick r:id="rIdWeaveLink239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39:  ">
              <a:hlinkClick r:id="rIdWeaveLink239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39: 충전">
              <a:hlinkClick r:id="rIdWeaveLink239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39: ·">
              <a:hlinkClick r:id="rIdWeaveLink239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39: 유휴">
              <a:hlinkClick r:id="rIdWeaveLink239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39:  ">
              <a:hlinkClick r:id="rIdWeaveLink239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39: 등의">
              <a:hlinkClick r:id="rIdWeaveLink239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39:  ">
              <a:hlinkClick r:id="rIdWeaveLink239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39: 실행">
              <a:hlinkClick r:id="rIdWeaveLink239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39:  ">
              <a:hlinkClick r:id="rIdWeaveLink239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39: 조건을">
              <a:hlinkClick r:id="rIdWeaveLink239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39:  ">
              <a:hlinkClick r:id="rIdWeaveLink239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39: 지원합니다">
              <a:hlinkClick r:id="rIdWeaveLink239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39: .">
              <a:hlinkClick r:id="rIdWeaveLink239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40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40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40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40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40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40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40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40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40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40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40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40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40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40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40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40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41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41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42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42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42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42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42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42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42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42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42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42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42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42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42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43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43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43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43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43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43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43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43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43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43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43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43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43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43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43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43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43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43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43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43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43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43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43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43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43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43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43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43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43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43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43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43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44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44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44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44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44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44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44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44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44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44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44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44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44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44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44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44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44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44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44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44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44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44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44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45: Keystore로 저장소의 암호화 키를 보호합니다.">
            <a:hlinkClick r:id="rIdWeaveLink245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45: Keystore">
              <a:hlinkClick r:id="rIdWeaveLink245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45: 로">
              <a:hlinkClick r:id="rIdWeaveLink245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45:  ">
              <a:hlinkClick r:id="rIdWeaveLink245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45: 저장소의">
              <a:hlinkClick r:id="rIdWeaveLink245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45:  ">
              <a:hlinkClick r:id="rIdWeaveLink245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45: 암호화">
              <a:hlinkClick r:id="rIdWeaveLink245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45:  ">
              <a:hlinkClick r:id="rIdWeaveLink245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45: 키를">
              <a:hlinkClick r:id="rIdWeaveLink245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45:  ">
              <a:hlinkClick r:id="rIdWeaveLink245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45: 보호합니다">
              <a:hlinkClick r:id="rIdWeaveLink245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45: .">
              <a:hlinkClick r:id="rIdWeaveLink245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46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46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46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46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46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46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46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46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46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46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46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46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46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46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46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46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46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46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46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46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46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46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47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47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47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47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47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47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47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47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47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47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47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47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47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47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47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47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47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47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47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47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47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47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47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47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47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48: 09 / 11"/>
          <p:cNvGrpSpPr/>
          <p:nvPr/>
        </p:nvGrpSpPr>
        <p:grpSpPr>
          <a:xfrm>
            <a:off x="11171039" y="6486525"/>
            <a:ext cx="449461" cy="190500"/>
            <a:chOff x="11171039" y="6486525"/>
            <a:chExt cx="449461" cy="190500"/>
          </a:xfrm>
        </p:grpSpPr>
        <p:sp>
          <p:nvSpPr>
            <p:cNvPr id="350" name="Weave text 248: 09 / 11"/>
            <p:cNvSpPr txBox="1"/>
            <p:nvPr/>
          </p:nvSpPr>
          <p:spPr>
            <a:xfrm>
              <a:off x="11171039" y="6486525"/>
              <a:ext cx="44946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49: 10 / DIFFERENTIATION"/>
          <p:cNvGrpSpPr/>
          <p:nvPr/>
        </p:nvGrpSpPr>
        <p:grpSpPr>
          <a:xfrm>
            <a:off x="609600" y="371475"/>
            <a:ext cx="1547366" cy="205740"/>
            <a:chOff x="609600" y="371475"/>
            <a:chExt cx="1547366" cy="205740"/>
          </a:xfrm>
        </p:grpSpPr>
        <p:sp>
          <p:nvSpPr>
            <p:cNvPr id="4" name="Weave text 249: 10 / DIFFERENTIATION"/>
            <p:cNvSpPr txBox="1"/>
            <p:nvPr/>
          </p:nvSpPr>
          <p:spPr>
            <a:xfrm>
              <a:off x="609600" y="371475"/>
              <a:ext cx="154736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50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50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50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50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50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50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50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50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50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50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50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50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50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51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51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51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51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51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51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51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51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51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51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51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51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51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51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51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51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51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51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51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51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51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51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51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51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51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52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52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52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52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53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53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54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54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55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55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56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56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257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257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258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258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59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259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260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260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261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261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262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262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263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263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63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63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264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264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64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64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64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64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64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64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65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265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65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65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65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65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65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65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266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266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66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66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66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66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66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266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66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66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267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267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67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67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67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67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268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268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68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68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69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269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69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69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270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270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70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70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70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70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271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271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71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71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71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71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272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272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72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72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72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272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272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272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273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273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273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273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273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273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273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273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273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273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74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274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274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274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274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274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275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275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275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275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75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75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75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75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276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276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276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276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76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76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76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76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277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277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77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77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277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277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278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278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78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78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279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279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79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79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79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79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280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280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80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80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80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80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80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80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281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281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281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81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81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81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81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81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282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282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82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82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82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82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82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82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82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282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283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283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83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83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83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83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83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83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83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83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284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284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84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84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84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284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284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284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285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285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286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286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287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287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88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288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88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88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88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88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289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289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290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290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290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290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290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290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291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291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292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292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293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293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294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294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295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295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295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295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295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295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295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295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295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295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295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295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296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296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297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297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98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298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98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98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98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98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299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299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00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00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00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00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00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00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01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01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02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02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02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02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02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02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02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02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03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03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04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04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05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05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06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06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07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07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07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07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07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07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07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07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07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07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07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07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07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07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07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07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07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07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07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07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07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07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07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07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07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07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07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07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07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07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07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08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08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08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08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08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08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08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08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08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08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08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08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09: 삼성">
            <a:hlinkClick r:id="rIdWeaveLink309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09: 삼성">
              <a:hlinkClick r:id="rIdWeaveLink309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10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10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11: 카카오">
            <a:hlinkClick r:id="rIdWeaveLink311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11: 카카오">
              <a:hlinkClick r:id="rIdWeaveLink311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12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12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12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12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12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12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12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12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12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12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12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12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12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12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12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12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12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12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12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12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13: 10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369" name="Weave text 313: 10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14: 11 / THE IMPACT"/>
          <p:cNvGrpSpPr/>
          <p:nvPr/>
        </p:nvGrpSpPr>
        <p:grpSpPr>
          <a:xfrm>
            <a:off x="609600" y="371475"/>
            <a:ext cx="1142554" cy="205740"/>
            <a:chOff x="609600" y="371475"/>
            <a:chExt cx="1142554" cy="205740"/>
          </a:xfrm>
        </p:grpSpPr>
        <p:sp>
          <p:nvSpPr>
            <p:cNvPr id="4" name="Weave text 314: 11 / THE IMPACT"/>
            <p:cNvSpPr txBox="1"/>
            <p:nvPr/>
          </p:nvSpPr>
          <p:spPr>
            <a:xfrm>
              <a:off x="609600" y="371475"/>
              <a:ext cx="114255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15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15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15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15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16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16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16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16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16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17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17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17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17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17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17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18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18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18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18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18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18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18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18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18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18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18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19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19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19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19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19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19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19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19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19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19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20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20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20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20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20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20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20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20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20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21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21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21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21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21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21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21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21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21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22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22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22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22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22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22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22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22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22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22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22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22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22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22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23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23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23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23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23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23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23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23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23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23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23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23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23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23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23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24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24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24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24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24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24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24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24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24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24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24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24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24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24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24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25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25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25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25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25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25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25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26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26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26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26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26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26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26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26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26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26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26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26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27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27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27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27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27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27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27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27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27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27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27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27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27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27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27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28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28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28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28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28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28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28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28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28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28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28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28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28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28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28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28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28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29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29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29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29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29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29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29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29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29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30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30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30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30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30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30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30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30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30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30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30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30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30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30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30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31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31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31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31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31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31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31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31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31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31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31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31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31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31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31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31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31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31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31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32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32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32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32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32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32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32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32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32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32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32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32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32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32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32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32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32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32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32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32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32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33: 11 / 11"/>
          <p:cNvGrpSpPr/>
          <p:nvPr/>
        </p:nvGrpSpPr>
        <p:grpSpPr>
          <a:xfrm>
            <a:off x="11212711" y="6486525"/>
            <a:ext cx="407789" cy="190500"/>
            <a:chOff x="11212711" y="6486525"/>
            <a:chExt cx="407789" cy="190500"/>
          </a:xfrm>
        </p:grpSpPr>
        <p:sp>
          <p:nvSpPr>
            <p:cNvPr id="219" name="Weave text 333: 11 / 11"/>
            <p:cNvSpPr txBox="1"/>
            <p:nvPr/>
          </p:nvSpPr>
          <p:spPr>
            <a:xfrm>
              <a:off x="11212711" y="6486525"/>
              <a:ext cx="4077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