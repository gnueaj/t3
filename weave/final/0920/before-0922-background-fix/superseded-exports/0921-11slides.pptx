
<file path=[Content_Types].xml><?xml version="1.0" encoding="utf-8"?>
<Types xmlns="http://schemas.openxmlformats.org/package/2006/content-types">
  <Default ContentType="application/vnd.openxmlformats-package.relationships+xml" Extension="rels"/>
  <Default ContentType="application/xml" Extension="xml"/>
  <Default ContentType="image/png" Extension="png"/>
  <Default ContentType="image/jpeg" Extension="jpeg"/>
  <Default ContentType="image/jpeg" Extension="jpg"/>
  <Default ContentType="video/mp4" Extension="mp4"/>
  <Override ContentType="application/vnd.openxmlformats-officedocument.presentationml.presentation.main+xml" PartName="/ppt/presentation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theme+xml" PartName="/ppt/theme/theme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presentationml.tableStyles+xml" PartName="/ppt/tableStyles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Default Extension="svg" ContentType="image/svg+xml"/>
  <Default Extension="fntdata" ContentType="application/x-fontdata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Inter"/>
      <p:regular r:id="rIdWeaveFont1"/>
      <p:bold r:id="rIdWeaveFont4"/>
    </p:embeddedFont>
    <p:embeddedFont>
      <p:font typeface="Inter Medium"/>
      <p:regular r:id="rIdWeaveFont2"/>
    </p:embeddedFont>
    <p:embeddedFont>
      <p:font typeface="Inter SemiBold"/>
      <p:regular r:id="rIdWeaveFont3"/>
    </p:embeddedFont>
    <p:embeddedFont>
      <p:font typeface="Noto Sans KR"/>
      <p:regular r:id="rIdWeaveFont5"/>
      <p:bold r:id="rIdWeaveFont8"/>
    </p:embeddedFont>
    <p:embeddedFont>
      <p:font typeface="Noto Sans KR Medium"/>
      <p:regular r:id="rIdWeaveFont6"/>
    </p:embeddedFont>
    <p:embeddedFont>
      <p:font typeface="Noto Sans KR SemiBold"/>
      <p:regular r:id="rIdWeaveFont7"/>
    </p:embeddedFont>
  </p:embeddedFontLst>
  <p:defaultTextStyle xmlns:a="http://schemas.openxmlformats.org/drawingml/2006/main">
    <a:defPPr>
      <a:defRPr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>
      <p:cViewPr varScale="1">
        <p:scale>
          <a:sx n="90" d="100"/>
          <a:sy n="90" d="100"/>
        </p:scale>
        <p:origin x="12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WeaveFont1" Type="http://schemas.openxmlformats.org/officeDocument/2006/relationships/font" Target="fonts/weave-font-1.fntdata"/><Relationship Id="rIdWeaveFont2" Type="http://schemas.openxmlformats.org/officeDocument/2006/relationships/font" Target="fonts/weave-font-2.fntdata"/><Relationship Id="rIdWeaveFont3" Type="http://schemas.openxmlformats.org/officeDocument/2006/relationships/font" Target="fonts/weave-font-3.fntdata"/><Relationship Id="rIdWeaveFont4" Type="http://schemas.openxmlformats.org/officeDocument/2006/relationships/font" Target="fonts/weave-font-4.fntdata"/><Relationship Id="rIdWeaveFont5" Type="http://schemas.openxmlformats.org/officeDocument/2006/relationships/font" Target="fonts/weave-font-5.fntdata"/><Relationship Id="rIdWeaveFont6" Type="http://schemas.openxmlformats.org/officeDocument/2006/relationships/font" Target="fonts/weave-font-6.fntdata"/><Relationship Id="rIdWeaveFont7" Type="http://schemas.openxmlformats.org/officeDocument/2006/relationships/font" Target="fonts/weave-font-7.fntdata"/><Relationship Id="rIdWeaveFont8" Type="http://schemas.openxmlformats.org/officeDocument/2006/relationships/font" Target="fonts/weave-font-8.fntdata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 sz="half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hdr="0" ftr="0" sldNum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indent="-228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4" Type="http://schemas.openxmlformats.org/officeDocument/2006/relationships/image" Target="../media/Presenton_Native_Image_3.png"/><Relationship Id="rId6" Type="http://schemas.openxmlformats.org/officeDocument/2006/relationships/image" Target="../media/presenton-native-svg-1-1.svg"/><Relationship Id="rId7" Type="http://schemas.openxmlformats.org/officeDocument/2006/relationships/image" Target="../media/presenton-native-svg-2-1.svg"/><Relationship Id="rId8" Type="http://schemas.openxmlformats.org/officeDocument/2006/relationships/image" Target="../media/presenton-native-svg-3-1.svg"/><Relationship Id="rIdWeaveVisualLayer" Type="http://schemas.openxmlformats.org/officeDocument/2006/relationships/image" Target="../media/weave-0922-background-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Presenton_Native_Image_5.png"/><Relationship Id="rId4" Type="http://schemas.openxmlformats.org/officeDocument/2006/relationships/image" Target="../media/Presenton_Native_Image_6.png"/><Relationship Id="rId7" Type="http://schemas.openxmlformats.org/officeDocument/2006/relationships/image" Target="../media/Presenton_Native_Image_12.png"/><Relationship Id="rId8" Type="http://schemas.openxmlformats.org/officeDocument/2006/relationships/image" Target="../media/presenton-native-svg-4-2.svg"/><Relationship Id="rId9" Type="http://schemas.openxmlformats.org/officeDocument/2006/relationships/image" Target="../media/presenton-native-svg-5-2.svg"/><Relationship Id="rId10" Type="http://schemas.openxmlformats.org/officeDocument/2006/relationships/image" Target="../media/presenton-native-svg-6-2.svg"/><Relationship Id="rIdWeaveVisualLayer" Type="http://schemas.openxmlformats.org/officeDocument/2006/relationships/image" Target="../media/weave-0922-background-2.png"/><Relationship Id="rIdWeaveLink50" Type="http://schemas.openxmlformats.org/officeDocument/2006/relationships/hyperlink" Target="https://www.microsoft.com/en-us/worklab/work-trend-index/will-ai-fix-work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13.png"/><Relationship Id="rId3" Type="http://schemas.openxmlformats.org/officeDocument/2006/relationships/image" Target="../media/Presenton_Native_Image_15.png"/><Relationship Id="rId4" Type="http://schemas.openxmlformats.org/officeDocument/2006/relationships/image" Target="../media/Presenton_Native_Image_16.png"/><Relationship Id="rIdWeaveVisualLayer" Type="http://schemas.openxmlformats.org/officeDocument/2006/relationships/image" Target="../media/weave-0922-background-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17.png"/><Relationship Id="rId3" Type="http://schemas.openxmlformats.org/officeDocument/2006/relationships/image" Target="../media/Presenton_Native_Image_18.png"/><Relationship Id="rId4" Type="http://schemas.openxmlformats.org/officeDocument/2006/relationships/image" Target="../media/Presenton_Native_Image_19.png"/><Relationship Id="rIdWeaveVisualLayer" Type="http://schemas.openxmlformats.org/officeDocument/2006/relationships/image" Target="../media/weave-0922-background-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Presenton_Native_Image_23.png"/><Relationship Id="rId6" Type="http://schemas.openxmlformats.org/officeDocument/2006/relationships/image" Target="../media/Presenton_Native_Image_24.png"/><Relationship Id="rId8" Type="http://schemas.openxmlformats.org/officeDocument/2006/relationships/image" Target="../media/Presenton_Native_Image_27.png"/><Relationship Id="rId10" Type="http://schemas.openxmlformats.org/officeDocument/2006/relationships/image" Target="../media/presenton-native-svg-7-5.svg"/><Relationship Id="rId11" Type="http://schemas.openxmlformats.org/officeDocument/2006/relationships/image" Target="../media/presenton-native-svg-8-5.svg"/><Relationship Id="rId12" Type="http://schemas.openxmlformats.org/officeDocument/2006/relationships/image" Target="../media/presenton-native-svg-9-5.svg"/><Relationship Id="rId13" Type="http://schemas.openxmlformats.org/officeDocument/2006/relationships/image" Target="../media/presenton-native-svg-10-5.svg"/><Relationship Id="rId14" Type="http://schemas.openxmlformats.org/officeDocument/2006/relationships/image" Target="../media/presenton-native-svg-11-5.svg"/><Relationship Id="rIdWeaveVisualLayer" Type="http://schemas.openxmlformats.org/officeDocument/2006/relationships/image" Target="../media/weave-0922-background-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7" Type="http://schemas.openxmlformats.org/officeDocument/2006/relationships/image" Target="../media/presenton-native-svg-12-6.svg"/><Relationship Id="rId8" Type="http://schemas.openxmlformats.org/officeDocument/2006/relationships/image" Target="../media/presenton-native-svg-13-6.svg"/><Relationship Id="rId9" Type="http://schemas.openxmlformats.org/officeDocument/2006/relationships/image" Target="../media/presenton-native-svg-14-6.svg"/><Relationship Id="rId10" Type="http://schemas.openxmlformats.org/officeDocument/2006/relationships/image" Target="../media/presenton-native-svg-15-6.svg"/><Relationship Id="rId11" Type="http://schemas.openxmlformats.org/officeDocument/2006/relationships/image" Target="../media/presenton-native-svg-16-6.svg"/><Relationship Id="rIdWeaveVisualLayer" Type="http://schemas.openxmlformats.org/officeDocument/2006/relationships/image" Target="../media/weave-0922-background-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Presenton_Native_Image_38.png"/><Relationship Id="rId6" Type="http://schemas.openxmlformats.org/officeDocument/2006/relationships/image" Target="../media/Presenton_Native_Image_39.png"/><Relationship Id="rId8" Type="http://schemas.openxmlformats.org/officeDocument/2006/relationships/image" Target="../media/Presenton_Native_Image_41.png"/><Relationship Id="rId9" Type="http://schemas.openxmlformats.org/officeDocument/2006/relationships/image" Target="../media/Presenton_Native_Image_42.png"/><Relationship Id="rId10" Type="http://schemas.openxmlformats.org/officeDocument/2006/relationships/image" Target="../media/presenton-native-svg-17-7.svg"/><Relationship Id="rId11" Type="http://schemas.openxmlformats.org/officeDocument/2006/relationships/image" Target="../media/presenton-native-svg-18-7.svg"/><Relationship Id="rId12" Type="http://schemas.openxmlformats.org/officeDocument/2006/relationships/image" Target="../media/presenton-native-svg-19-7.svg"/><Relationship Id="rId13" Type="http://schemas.openxmlformats.org/officeDocument/2006/relationships/image" Target="../media/presenton-native-svg-20-7.svg"/><Relationship Id="rIdWeaveVisualLayer" Type="http://schemas.openxmlformats.org/officeDocument/2006/relationships/image" Target="../media/weave-0922-background-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44.png"/><Relationship Id="rId5" Type="http://schemas.openxmlformats.org/officeDocument/2006/relationships/image" Target="../media/presenton-native-svg-21-8.svg"/><Relationship Id="rId6" Type="http://schemas.openxmlformats.org/officeDocument/2006/relationships/image" Target="../media/presenton-native-svg-22-8.svg"/><Relationship Id="rIdWeaveVisualLayer" Type="http://schemas.openxmlformats.org/officeDocument/2006/relationships/image" Target="../media/weave-0922-background-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47.png"/><Relationship Id="rId3" Type="http://schemas.openxmlformats.org/officeDocument/2006/relationships/image" Target="../media/Presenton_Native_Image_48.png"/><Relationship Id="rIdWeaveVisualLayer" Type="http://schemas.openxmlformats.org/officeDocument/2006/relationships/image" Target="../media/weave-0922-background-9.png"/><Relationship Id="rIdWeaveLink250" Type="http://schemas.openxmlformats.org/officeDocument/2006/relationships/hyperlink" Target="https://support.google.com/android/answer/15235441?hl=ko" TargetMode="External"/><Relationship Id="rIdWeaveLink256" Type="http://schemas.openxmlformats.org/officeDocument/2006/relationships/hyperlink" Target="https://developer.android.com/develop/background-work/background-tasks/persistent/getting-started/define-work#work-constraints" TargetMode="External"/><Relationship Id="rIdWeaveLink262" Type="http://schemas.openxmlformats.org/officeDocument/2006/relationships/hyperlink" Target="https://developer.android.com/privacy-and-security/keystore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50.png"/><Relationship Id="rId3" Type="http://schemas.openxmlformats.org/officeDocument/2006/relationships/image" Target="../media/Presenton_Native_Image_51.png"/><Relationship Id="rId4" Type="http://schemas.openxmlformats.org/officeDocument/2006/relationships/image" Target="../media/Presenton_Native_Image_52.png"/><Relationship Id="rId5" Type="http://schemas.openxmlformats.org/officeDocument/2006/relationships/image" Target="../media/Presenton_Native_Image_53.png"/><Relationship Id="rId6" Type="http://schemas.openxmlformats.org/officeDocument/2006/relationships/image" Target="../media/Presenton_Native_Image_54.png"/><Relationship Id="rId7" Type="http://schemas.openxmlformats.org/officeDocument/2006/relationships/image" Target="../media/Presenton_Native_Image_56.png"/><Relationship Id="rIdWeaveVisualLayer" Type="http://schemas.openxmlformats.org/officeDocument/2006/relationships/image" Target="../media/weave-0922-background-10.png"/><Relationship Id="rIdWeaveLink326" Type="http://schemas.openxmlformats.org/officeDocument/2006/relationships/hyperlink" Target="https://www.samsung.com/us/support/answer/ANS10010355/" TargetMode="External"/><Relationship Id="rIdWeaveLink328" Type="http://schemas.openxmlformats.org/officeDocument/2006/relationships/hyperlink" Target="https://kanana.kakao.com/chat/policy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Presenton_Native_Image_59.png"/><Relationship Id="rId4" Type="http://schemas.openxmlformats.org/officeDocument/2006/relationships/image" Target="../media/presenton-native-svg-23-11.svg"/><Relationship Id="rIdWeaveVisualLayer" Type="http://schemas.openxmlformats.org/officeDocument/2006/relationships/image" Target="../media/weave-0922-background-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1: Weave Assist"/>
          <p:cNvGrpSpPr/>
          <p:nvPr/>
        </p:nvGrpSpPr>
        <p:grpSpPr>
          <a:xfrm>
            <a:off x="609600" y="390525"/>
            <a:ext cx="959048" cy="281940"/>
            <a:chOff x="609600" y="390525"/>
            <a:chExt cx="959048" cy="281940"/>
          </a:xfrm>
        </p:grpSpPr>
        <p:sp>
          <p:nvSpPr>
            <p:cNvPr id="4" name="Weave text 1: Weave Assist"/>
            <p:cNvSpPr txBox="1"/>
            <p:nvPr/>
          </p:nvSpPr>
          <p:spPr>
            <a:xfrm>
              <a:off x="609600" y="390525"/>
              <a:ext cx="95904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4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00" b="0" i="0" spc="-4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Weave Assist</a:t>
              </a:r>
              <a:endParaRPr sz="1200" b="0" i="0" spc="-4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2: 그때 그거?"/>
          <p:cNvGrpSpPr/>
          <p:nvPr/>
        </p:nvGrpSpPr>
        <p:grpSpPr>
          <a:xfrm>
            <a:off x="609600" y="1590675"/>
            <a:ext cx="2272457" cy="906780"/>
            <a:chOff x="609600" y="1590675"/>
            <a:chExt cx="2272457" cy="906780"/>
          </a:xfrm>
        </p:grpSpPr>
        <p:sp>
          <p:nvSpPr>
            <p:cNvPr id="6" name="Weave text 2: 그때"/>
            <p:cNvSpPr txBox="1"/>
            <p:nvPr/>
          </p:nvSpPr>
          <p:spPr>
            <a:xfrm>
              <a:off x="609600" y="1590675"/>
              <a:ext cx="971996" cy="8242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275" b="0" i="0" spc="-25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4275" b="0" i="0" spc="-25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그때</a:t>
              </a:r>
              <a:endParaRPr sz="4275" b="0" i="0" spc="-256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2:  "/>
            <p:cNvSpPr txBox="1"/>
            <p:nvPr/>
          </p:nvSpPr>
          <p:spPr>
            <a:xfrm>
              <a:off x="1543348" y="1590675"/>
              <a:ext cx="142429" cy="6950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275" b="0" i="0" spc="-256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4275" b="0" i="0" spc="-256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4275" b="0" i="0" spc="-256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2: 그거"/>
            <p:cNvSpPr txBox="1"/>
            <p:nvPr/>
          </p:nvSpPr>
          <p:spPr>
            <a:xfrm>
              <a:off x="1647527" y="1590675"/>
              <a:ext cx="972145" cy="8242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275" b="0" i="0" spc="-25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4275" b="0" i="0" spc="-25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그거</a:t>
              </a:r>
              <a:endParaRPr sz="4275" b="0" i="0" spc="-256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2: ?"/>
            <p:cNvSpPr txBox="1"/>
            <p:nvPr/>
          </p:nvSpPr>
          <p:spPr>
            <a:xfrm>
              <a:off x="2581424" y="1590675"/>
              <a:ext cx="300633" cy="6950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4275" b="0" i="0" spc="-256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4275" b="0" i="0" spc="-256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4275" b="0" i="0" spc="-256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0" name="Line 3: Weave"/>
          <p:cNvGrpSpPr/>
          <p:nvPr/>
        </p:nvGrpSpPr>
        <p:grpSpPr>
          <a:xfrm>
            <a:off x="609600" y="2292400"/>
            <a:ext cx="2310854" cy="1226820"/>
            <a:chOff x="609600" y="2292400"/>
            <a:chExt cx="2310854" cy="1226820"/>
          </a:xfrm>
        </p:grpSpPr>
        <p:sp>
          <p:nvSpPr>
            <p:cNvPr id="11" name="Weave text 3: Weave"/>
            <p:cNvSpPr txBox="1"/>
            <p:nvPr/>
          </p:nvSpPr>
          <p:spPr>
            <a:xfrm>
              <a:off x="609600" y="2292400"/>
              <a:ext cx="2310854" cy="937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850" b="1" i="0" spc="-322" kern="0" lang="ko-KR" altLang="en-US" dirty="0">
                  <a:solidFill>
                    <a:srgbClr val="C5B2FF"/>
                  </a:solidFill>
                  <a:latin typeface="Inter"/>
                  <a:ea typeface="Inter"/>
                  <a:cs typeface="Inter"/>
                </a:defRPr>
              </a:pPr>
              <a:r>
                <a:rPr sz="5850" b="1" i="0" spc="-322" kern="0" lang="ko-KR" altLang="en-US" dirty="0">
                  <a:solidFill>
                    <a:srgbClr val="C5B2FF"/>
                  </a:solidFill>
                  <a:latin typeface="Inter"/>
                  <a:ea typeface="Inter"/>
                  <a:cs typeface="Inter"/>
                </a:rPr>
                <a:t xml:space="preserve">Weave</a:t>
              </a:r>
              <a:endParaRPr sz="5850" b="1" i="0" spc="-322" kern="0" lang="ko-KR" altLang="en-US" dirty="0">
                <a:solidFill>
                  <a:srgbClr val="C5B2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2" name="Line 4:  got it!"/>
          <p:cNvGrpSpPr/>
          <p:nvPr/>
        </p:nvGrpSpPr>
        <p:grpSpPr>
          <a:xfrm>
            <a:off x="3568154" y="2292400"/>
            <a:ext cx="1984772" cy="1226820"/>
            <a:chOff x="3568154" y="2292400"/>
            <a:chExt cx="1984772" cy="1226820"/>
          </a:xfrm>
        </p:grpSpPr>
        <p:sp>
          <p:nvSpPr>
            <p:cNvPr id="13" name="Weave text 4:  got it!"/>
            <p:cNvSpPr txBox="1"/>
            <p:nvPr/>
          </p:nvSpPr>
          <p:spPr>
            <a:xfrm>
              <a:off x="3568154" y="2292400"/>
              <a:ext cx="1984772" cy="937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5850" b="1" i="0" spc="-32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5850" b="1" i="0" spc="-32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got it!</a:t>
              </a:r>
              <a:endParaRPr sz="5850" b="1" i="0" spc="-322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4" name="Line 5: 흩어진 기억을 엮어,"/>
          <p:cNvGrpSpPr/>
          <p:nvPr/>
        </p:nvGrpSpPr>
        <p:grpSpPr>
          <a:xfrm>
            <a:off x="609600" y="3552081"/>
            <a:ext cx="1989832" cy="434340"/>
            <a:chOff x="609600" y="3552081"/>
            <a:chExt cx="1989832" cy="434340"/>
          </a:xfrm>
        </p:grpSpPr>
        <p:sp>
          <p:nvSpPr>
            <p:cNvPr id="15" name="Weave text 5: 흩어진"/>
            <p:cNvSpPr txBox="1"/>
            <p:nvPr/>
          </p:nvSpPr>
          <p:spPr>
            <a:xfrm>
              <a:off x="609600" y="3552081"/>
              <a:ext cx="699343" cy="396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흩어진</a:t>
              </a:r>
              <a:endParaRPr sz="1950" b="0" i="0" spc="-58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" name="Weave text 5:  "/>
            <p:cNvSpPr txBox="1"/>
            <p:nvPr/>
          </p:nvSpPr>
          <p:spPr>
            <a:xfrm>
              <a:off x="1270695" y="3552081"/>
              <a:ext cx="100459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950" b="0" i="0" spc="-58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" name="Weave text 5: 기억을"/>
            <p:cNvSpPr txBox="1"/>
            <p:nvPr/>
          </p:nvSpPr>
          <p:spPr>
            <a:xfrm>
              <a:off x="1332905" y="3552081"/>
              <a:ext cx="699492" cy="396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기억을</a:t>
              </a:r>
              <a:endParaRPr sz="1950" b="0" i="0" spc="-58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" name="Weave text 5:  "/>
            <p:cNvSpPr txBox="1"/>
            <p:nvPr/>
          </p:nvSpPr>
          <p:spPr>
            <a:xfrm>
              <a:off x="1994148" y="3552081"/>
              <a:ext cx="100459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950" b="0" i="0" spc="-58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" name="Weave text 5: 엮어"/>
            <p:cNvSpPr txBox="1"/>
            <p:nvPr/>
          </p:nvSpPr>
          <p:spPr>
            <a:xfrm>
              <a:off x="2056358" y="3552081"/>
              <a:ext cx="479078" cy="396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엮어</a:t>
              </a:r>
              <a:endParaRPr sz="1950" b="0" i="0" spc="-58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5: ,"/>
            <p:cNvSpPr txBox="1"/>
            <p:nvPr/>
          </p:nvSpPr>
          <p:spPr>
            <a:xfrm>
              <a:off x="2497187" y="3552081"/>
              <a:ext cx="102245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950" b="0" i="0" spc="-58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1" name="Line 6: 필요한 순간 건넵니다."/>
          <p:cNvGrpSpPr/>
          <p:nvPr/>
        </p:nvGrpSpPr>
        <p:grpSpPr>
          <a:xfrm>
            <a:off x="609600" y="3960614"/>
            <a:ext cx="2210246" cy="434340"/>
            <a:chOff x="609600" y="3960614"/>
            <a:chExt cx="2210246" cy="434340"/>
          </a:xfrm>
        </p:grpSpPr>
        <p:sp>
          <p:nvSpPr>
            <p:cNvPr id="22" name="Weave text 6: 필요한"/>
            <p:cNvSpPr txBox="1"/>
            <p:nvPr/>
          </p:nvSpPr>
          <p:spPr>
            <a:xfrm>
              <a:off x="609600" y="3960614"/>
              <a:ext cx="699343" cy="396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950" b="0" i="0" spc="-58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" name="Weave text 6:  "/>
            <p:cNvSpPr txBox="1"/>
            <p:nvPr/>
          </p:nvSpPr>
          <p:spPr>
            <a:xfrm>
              <a:off x="1270695" y="3960614"/>
              <a:ext cx="100459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950" b="0" i="0" spc="-58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" name="Weave text 6: 순간"/>
            <p:cNvSpPr txBox="1"/>
            <p:nvPr/>
          </p:nvSpPr>
          <p:spPr>
            <a:xfrm>
              <a:off x="1332905" y="3960614"/>
              <a:ext cx="479078" cy="396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순간</a:t>
              </a:r>
              <a:endParaRPr sz="1950" b="0" i="0" spc="-58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" name="Weave text 6:  "/>
            <p:cNvSpPr txBox="1"/>
            <p:nvPr/>
          </p:nvSpPr>
          <p:spPr>
            <a:xfrm>
              <a:off x="1773734" y="3960614"/>
              <a:ext cx="100459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950" b="0" i="0" spc="-58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" name="Weave text 6: 건넵니다"/>
            <p:cNvSpPr txBox="1"/>
            <p:nvPr/>
          </p:nvSpPr>
          <p:spPr>
            <a:xfrm>
              <a:off x="1835944" y="3960614"/>
              <a:ext cx="919907" cy="396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Noto Sans KR"/>
                  <a:ea typeface="Noto Sans KR"/>
                  <a:cs typeface="Noto Sans KR"/>
                </a:rPr>
                <a:t xml:space="preserve">건넵니다</a:t>
              </a:r>
              <a:endParaRPr sz="1950" b="0" i="0" spc="-58" kern="0" lang="ko-KR" altLang="en-US" dirty="0">
                <a:solidFill>
                  <a:srgbClr val="D9DFEB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" name="Weave text 6: ."/>
            <p:cNvSpPr txBox="1"/>
            <p:nvPr/>
          </p:nvSpPr>
          <p:spPr>
            <a:xfrm>
              <a:off x="2717602" y="3960614"/>
              <a:ext cx="102245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-58" kern="0" lang="ko-KR" altLang="en-US" dirty="0">
                  <a:solidFill>
                    <a:srgbClr val="D9DFEB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950" b="0" i="0" spc="-58" kern="0" lang="ko-KR" altLang="en-US" dirty="0">
                <a:solidFill>
                  <a:srgbClr val="D9DFEB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8" name="Line 7: 내 기록과 지금의 대화 사이, Weave."/>
          <p:cNvGrpSpPr/>
          <p:nvPr/>
        </p:nvGrpSpPr>
        <p:grpSpPr>
          <a:xfrm>
            <a:off x="609600" y="4893022"/>
            <a:ext cx="2017365" cy="251460"/>
            <a:chOff x="609600" y="4893022"/>
            <a:chExt cx="2017365" cy="251460"/>
          </a:xfrm>
        </p:grpSpPr>
        <p:sp>
          <p:nvSpPr>
            <p:cNvPr id="29" name="Weave text 7: 내"/>
            <p:cNvSpPr txBox="1"/>
            <p:nvPr/>
          </p:nvSpPr>
          <p:spPr>
            <a:xfrm>
              <a:off x="609600" y="4893022"/>
              <a:ext cx="158204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050" b="0" i="0" spc="-21" kern="0" lang="ko-KR" altLang="en-US" dirty="0">
                <a:solidFill>
                  <a:srgbClr val="8F9D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7:  "/>
            <p:cNvSpPr txBox="1"/>
            <p:nvPr/>
          </p:nvSpPr>
          <p:spPr>
            <a:xfrm>
              <a:off x="729555" y="4893022"/>
              <a:ext cx="73075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-21" kern="0" lang="ko-KR" altLang="en-US" dirty="0">
                <a:solidFill>
                  <a:srgbClr val="8F9D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" name="Weave text 7: 기록과"/>
            <p:cNvSpPr txBox="1"/>
            <p:nvPr/>
          </p:nvSpPr>
          <p:spPr>
            <a:xfrm>
              <a:off x="764381" y="4893022"/>
              <a:ext cx="398264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rPr>
                <a:t xml:space="preserve">기록과</a:t>
              </a:r>
              <a:endParaRPr sz="1050" b="0" i="0" spc="-21" kern="0" lang="ko-KR" altLang="en-US" dirty="0">
                <a:solidFill>
                  <a:srgbClr val="8F9D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" name="Weave text 7:  "/>
            <p:cNvSpPr txBox="1"/>
            <p:nvPr/>
          </p:nvSpPr>
          <p:spPr>
            <a:xfrm>
              <a:off x="1124396" y="4893022"/>
              <a:ext cx="73075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-21" kern="0" lang="ko-KR" altLang="en-US" dirty="0">
                <a:solidFill>
                  <a:srgbClr val="8F9D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" name="Weave text 7: 지금의"/>
            <p:cNvSpPr txBox="1"/>
            <p:nvPr/>
          </p:nvSpPr>
          <p:spPr>
            <a:xfrm>
              <a:off x="1159222" y="4893022"/>
              <a:ext cx="398264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rPr>
                <a:t xml:space="preserve">지금의</a:t>
              </a:r>
              <a:endParaRPr sz="1050" b="0" i="0" spc="-21" kern="0" lang="ko-KR" altLang="en-US" dirty="0">
                <a:solidFill>
                  <a:srgbClr val="8F9D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7:  "/>
            <p:cNvSpPr txBox="1"/>
            <p:nvPr/>
          </p:nvSpPr>
          <p:spPr>
            <a:xfrm>
              <a:off x="1519238" y="4893022"/>
              <a:ext cx="73223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-21" kern="0" lang="ko-KR" altLang="en-US" dirty="0">
                <a:solidFill>
                  <a:srgbClr val="8F9D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7: 대화"/>
            <p:cNvSpPr txBox="1"/>
            <p:nvPr/>
          </p:nvSpPr>
          <p:spPr>
            <a:xfrm>
              <a:off x="1554212" y="4893022"/>
              <a:ext cx="278160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-21" kern="0" lang="ko-KR" altLang="en-US" dirty="0">
                <a:solidFill>
                  <a:srgbClr val="8F9D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7:  "/>
            <p:cNvSpPr txBox="1"/>
            <p:nvPr/>
          </p:nvSpPr>
          <p:spPr>
            <a:xfrm>
              <a:off x="1794123" y="4893022"/>
              <a:ext cx="73075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-21" kern="0" lang="ko-KR" altLang="en-US" dirty="0">
                <a:solidFill>
                  <a:srgbClr val="8F9D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" name="Weave text 7: 사이"/>
            <p:cNvSpPr txBox="1"/>
            <p:nvPr/>
          </p:nvSpPr>
          <p:spPr>
            <a:xfrm>
              <a:off x="1828949" y="4893022"/>
              <a:ext cx="278309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rPr>
                <a:t xml:space="preserve">사이</a:t>
              </a:r>
              <a:endParaRPr sz="1050" b="0" i="0" spc="-21" kern="0" lang="ko-KR" altLang="en-US" dirty="0">
                <a:solidFill>
                  <a:srgbClr val="8F9D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" name="Weave text 7: , Weave."/>
            <p:cNvSpPr txBox="1"/>
            <p:nvPr/>
          </p:nvSpPr>
          <p:spPr>
            <a:xfrm>
              <a:off x="2069009" y="4893022"/>
              <a:ext cx="557957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-21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rPr>
                <a:t xml:space="preserve">, Weave.</a:t>
              </a:r>
              <a:endParaRPr sz="1050" b="0" i="0" spc="-21" kern="0" lang="ko-KR" altLang="en-US" dirty="0">
                <a:solidFill>
                  <a:srgbClr val="8F9DB5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9" name="Line 8: 가족 단체방 · 2주 전"/>
          <p:cNvGrpSpPr/>
          <p:nvPr/>
        </p:nvGrpSpPr>
        <p:grpSpPr>
          <a:xfrm>
            <a:off x="6000750" y="4722019"/>
            <a:ext cx="924818" cy="205740"/>
            <a:chOff x="6000750" y="4722019"/>
            <a:chExt cx="924818" cy="205740"/>
          </a:xfrm>
        </p:grpSpPr>
        <p:sp>
          <p:nvSpPr>
            <p:cNvPr id="40" name="Weave text 8: 가족"/>
            <p:cNvSpPr txBox="1"/>
            <p:nvPr/>
          </p:nvSpPr>
          <p:spPr>
            <a:xfrm>
              <a:off x="6000750" y="472201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B4A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B4A4D8"/>
                  </a:solidFill>
                  <a:latin typeface="Noto Sans KR"/>
                  <a:ea typeface="Noto Sans KR"/>
                  <a:cs typeface="Noto Sans KR"/>
                </a:rPr>
                <a:t xml:space="preserve">가족</a:t>
              </a:r>
              <a:endParaRPr sz="825" b="0" i="0" spc="0" kern="0" lang="ko-KR" altLang="en-US" dirty="0">
                <a:solidFill>
                  <a:srgbClr val="B4A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1" name="Weave text 8:  "/>
            <p:cNvSpPr txBox="1"/>
            <p:nvPr/>
          </p:nvSpPr>
          <p:spPr>
            <a:xfrm>
              <a:off x="6193482" y="472201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B4A4D8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B4A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B4A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2" name="Weave text 8: 단체방"/>
            <p:cNvSpPr txBox="1"/>
            <p:nvPr/>
          </p:nvSpPr>
          <p:spPr>
            <a:xfrm>
              <a:off x="6222950" y="472201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B4A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B4A4D8"/>
                  </a:solidFill>
                  <a:latin typeface="Noto Sans KR"/>
                  <a:ea typeface="Noto Sans KR"/>
                  <a:cs typeface="Noto Sans KR"/>
                </a:rPr>
                <a:t xml:space="preserve">단체방</a:t>
              </a:r>
              <a:endParaRPr sz="825" b="0" i="0" spc="0" kern="0" lang="ko-KR" altLang="en-US" dirty="0">
                <a:solidFill>
                  <a:srgbClr val="B4A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3" name="Weave text 8:  · 2"/>
            <p:cNvSpPr txBox="1"/>
            <p:nvPr/>
          </p:nvSpPr>
          <p:spPr>
            <a:xfrm>
              <a:off x="6512123" y="4722019"/>
              <a:ext cx="191244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B4A4D8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B4A4D8"/>
                  </a:solidFill>
                  <a:latin typeface="Inter"/>
                  <a:ea typeface="Inter"/>
                  <a:cs typeface="Inter"/>
                </a:rPr>
                <a:t xml:space="preserve"> · 2</a:t>
              </a:r>
              <a:endParaRPr sz="825" b="0" i="0" spc="0" kern="0" lang="ko-KR" altLang="en-US" dirty="0">
                <a:solidFill>
                  <a:srgbClr val="B4A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4" name="Weave text 8: 주"/>
            <p:cNvSpPr txBox="1"/>
            <p:nvPr/>
          </p:nvSpPr>
          <p:spPr>
            <a:xfrm>
              <a:off x="6665119" y="4722019"/>
              <a:ext cx="134689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B4A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B4A4D8"/>
                  </a:solidFill>
                  <a:latin typeface="Noto Sans KR"/>
                  <a:ea typeface="Noto Sans KR"/>
                  <a:cs typeface="Noto Sans KR"/>
                </a:rPr>
                <a:t xml:space="preserve">주</a:t>
              </a:r>
              <a:endParaRPr sz="825" b="0" i="0" spc="0" kern="0" lang="ko-KR" altLang="en-US" dirty="0">
                <a:solidFill>
                  <a:srgbClr val="B4A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5" name="Weave text 8:  "/>
            <p:cNvSpPr txBox="1"/>
            <p:nvPr/>
          </p:nvSpPr>
          <p:spPr>
            <a:xfrm>
              <a:off x="6761559" y="472201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B4A4D8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B4A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B4A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6" name="Weave text 8: 전"/>
            <p:cNvSpPr txBox="1"/>
            <p:nvPr/>
          </p:nvSpPr>
          <p:spPr>
            <a:xfrm>
              <a:off x="6791027" y="4722019"/>
              <a:ext cx="13454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B4A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B4A4D8"/>
                  </a:solidFill>
                  <a:latin typeface="Noto Sans KR"/>
                  <a:ea typeface="Noto Sans KR"/>
                  <a:cs typeface="Noto Sans KR"/>
                </a:rPr>
                <a:t xml:space="preserve">전</a:t>
              </a:r>
              <a:endParaRPr sz="825" b="0" i="0" spc="0" kern="0" lang="ko-KR" altLang="en-US" dirty="0">
                <a:solidFill>
                  <a:srgbClr val="B4A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7" name="Line 9: “다음에 대전 가면"/>
          <p:cNvGrpSpPr/>
          <p:nvPr/>
        </p:nvGrpSpPr>
        <p:grpSpPr>
          <a:xfrm>
            <a:off x="5600700" y="5095875"/>
            <a:ext cx="1390055" cy="342900"/>
            <a:chOff x="5600700" y="5095875"/>
            <a:chExt cx="1390055" cy="342900"/>
          </a:xfrm>
        </p:grpSpPr>
        <p:sp>
          <p:nvSpPr>
            <p:cNvPr id="48" name="Weave text 9: “"/>
            <p:cNvSpPr txBox="1"/>
            <p:nvPr/>
          </p:nvSpPr>
          <p:spPr>
            <a:xfrm>
              <a:off x="5600700" y="5095875"/>
              <a:ext cx="121741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“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9" name="Weave text 9: 다음에"/>
            <p:cNvSpPr txBox="1"/>
            <p:nvPr/>
          </p:nvSpPr>
          <p:spPr>
            <a:xfrm>
              <a:off x="5684193" y="5095875"/>
              <a:ext cx="543967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다음에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0" name="Weave text 9:  "/>
            <p:cNvSpPr txBox="1"/>
            <p:nvPr/>
          </p:nvSpPr>
          <p:spPr>
            <a:xfrm>
              <a:off x="6189911" y="5095875"/>
              <a:ext cx="82451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1" name="Weave text 9: 대전"/>
            <p:cNvSpPr txBox="1"/>
            <p:nvPr/>
          </p:nvSpPr>
          <p:spPr>
            <a:xfrm>
              <a:off x="6234112" y="5095875"/>
              <a:ext cx="375345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대전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2" name="Weave text 9:  "/>
            <p:cNvSpPr txBox="1"/>
            <p:nvPr/>
          </p:nvSpPr>
          <p:spPr>
            <a:xfrm>
              <a:off x="6571208" y="5095875"/>
              <a:ext cx="82451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3" name="Weave text 9: 가면"/>
            <p:cNvSpPr txBox="1"/>
            <p:nvPr/>
          </p:nvSpPr>
          <p:spPr>
            <a:xfrm>
              <a:off x="6615410" y="5095875"/>
              <a:ext cx="375345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가면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54" name="Line 10: 사다줄게.”"/>
          <p:cNvGrpSpPr/>
          <p:nvPr/>
        </p:nvGrpSpPr>
        <p:grpSpPr>
          <a:xfrm>
            <a:off x="5600700" y="5391150"/>
            <a:ext cx="833438" cy="342900"/>
            <a:chOff x="5600700" y="5391150"/>
            <a:chExt cx="833438" cy="342900"/>
          </a:xfrm>
        </p:grpSpPr>
        <p:sp>
          <p:nvSpPr>
            <p:cNvPr id="55" name="Weave text 10: 사다줄게"/>
            <p:cNvSpPr txBox="1"/>
            <p:nvPr/>
          </p:nvSpPr>
          <p:spPr>
            <a:xfrm>
              <a:off x="5600700" y="5391150"/>
              <a:ext cx="71258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사다줄게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6" name="Weave text 10: .”"/>
            <p:cNvSpPr txBox="1"/>
            <p:nvPr/>
          </p:nvSpPr>
          <p:spPr>
            <a:xfrm>
              <a:off x="6275040" y="5391150"/>
              <a:ext cx="159097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.”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57" name="Line 11: 10:24"/>
          <p:cNvGrpSpPr/>
          <p:nvPr/>
        </p:nvGrpSpPr>
        <p:grpSpPr>
          <a:xfrm>
            <a:off x="8267700" y="1228725"/>
            <a:ext cx="287834" cy="190500"/>
            <a:chOff x="8267700" y="1228725"/>
            <a:chExt cx="287834" cy="190500"/>
          </a:xfrm>
        </p:grpSpPr>
        <p:sp>
          <p:nvSpPr>
            <p:cNvPr id="58" name="Weave text 11: 10:24"/>
            <p:cNvSpPr txBox="1"/>
            <p:nvPr/>
          </p:nvSpPr>
          <p:spPr>
            <a:xfrm>
              <a:off x="8267700" y="1228725"/>
              <a:ext cx="287834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1A2134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750" b="0" i="0" spc="0" kern="0" lang="ko-KR" altLang="en-US" dirty="0">
                  <a:solidFill>
                    <a:srgbClr val="1A2134"/>
                  </a:solidFill>
                  <a:latin typeface="Inter Medium"/>
                  <a:ea typeface="Inter Medium"/>
                  <a:cs typeface="Inter Medium"/>
                </a:rPr>
                <a:t xml:space="preserve">10:24</a:t>
              </a:r>
              <a:endParaRPr sz="750" b="0" i="0" spc="0" kern="0" lang="ko-KR" altLang="en-US" dirty="0">
                <a:solidFill>
                  <a:srgbClr val="1A2134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59" name="Line 12: 5G · 100%"/>
          <p:cNvGrpSpPr/>
          <p:nvPr/>
        </p:nvGrpSpPr>
        <p:grpSpPr>
          <a:xfrm>
            <a:off x="10621566" y="1228725"/>
            <a:ext cx="503634" cy="190500"/>
            <a:chOff x="10621566" y="1228725"/>
            <a:chExt cx="503634" cy="190500"/>
          </a:xfrm>
        </p:grpSpPr>
        <p:sp>
          <p:nvSpPr>
            <p:cNvPr id="60" name="Weave text 12: 5G · 100%"/>
            <p:cNvSpPr txBox="1"/>
            <p:nvPr/>
          </p:nvSpPr>
          <p:spPr>
            <a:xfrm>
              <a:off x="10621566" y="1228725"/>
              <a:ext cx="503634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1A2134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750" b="0" i="0" spc="0" kern="0" lang="ko-KR" altLang="en-US" dirty="0">
                  <a:solidFill>
                    <a:srgbClr val="1A2134"/>
                  </a:solidFill>
                  <a:latin typeface="Inter Medium"/>
                  <a:ea typeface="Inter Medium"/>
                  <a:cs typeface="Inter Medium"/>
                </a:rPr>
                <a:t xml:space="preserve">5G · 100%</a:t>
              </a:r>
              <a:endParaRPr sz="750" b="0" i="0" spc="0" kern="0" lang="ko-KR" altLang="en-US" dirty="0">
                <a:solidFill>
                  <a:srgbClr val="1A2134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61" name="Line 13: 엄마"/>
          <p:cNvGrpSpPr/>
          <p:nvPr/>
        </p:nvGrpSpPr>
        <p:grpSpPr>
          <a:xfrm>
            <a:off x="8267700" y="1543050"/>
            <a:ext cx="388739" cy="342900"/>
            <a:chOff x="8267700" y="1543050"/>
            <a:chExt cx="388739" cy="342900"/>
          </a:xfrm>
        </p:grpSpPr>
        <p:sp>
          <p:nvSpPr>
            <p:cNvPr id="62" name="Weave text 13: 엄마"/>
            <p:cNvSpPr txBox="1"/>
            <p:nvPr/>
          </p:nvSpPr>
          <p:spPr>
            <a:xfrm>
              <a:off x="8267700" y="1543050"/>
              <a:ext cx="38873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0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0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엄마</a:t>
              </a:r>
              <a:endParaRPr sz="1500" b="0" i="0" spc="0" kern="0" lang="ko-KR" altLang="en-US" dirty="0">
                <a:solidFill>
                  <a:srgbClr val="1A2134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63" name="Line 14: 대화 중"/>
          <p:cNvGrpSpPr/>
          <p:nvPr/>
        </p:nvGrpSpPr>
        <p:grpSpPr>
          <a:xfrm>
            <a:off x="8732639" y="1619250"/>
            <a:ext cx="385762" cy="220980"/>
            <a:chOff x="8732639" y="1619250"/>
            <a:chExt cx="385762" cy="220980"/>
          </a:xfrm>
        </p:grpSpPr>
        <p:sp>
          <p:nvSpPr>
            <p:cNvPr id="64" name="Weave text 14: 대화"/>
            <p:cNvSpPr txBox="1"/>
            <p:nvPr/>
          </p:nvSpPr>
          <p:spPr>
            <a:xfrm>
              <a:off x="8732639" y="16192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73809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738096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900" b="0" i="0" spc="0" kern="0" lang="ko-KR" altLang="en-US" dirty="0">
                <a:solidFill>
                  <a:srgbClr val="73809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5" name="Weave text 14:  "/>
            <p:cNvSpPr txBox="1"/>
            <p:nvPr/>
          </p:nvSpPr>
          <p:spPr>
            <a:xfrm>
              <a:off x="8942933" y="161925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738096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73809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73809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6" name="Weave text 14: 중"/>
            <p:cNvSpPr txBox="1"/>
            <p:nvPr/>
          </p:nvSpPr>
          <p:spPr>
            <a:xfrm>
              <a:off x="8975080" y="1619250"/>
              <a:ext cx="1433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73809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738096"/>
                  </a:solidFill>
                  <a:latin typeface="Noto Sans KR"/>
                  <a:ea typeface="Noto Sans KR"/>
                  <a:cs typeface="Noto Sans KR"/>
                </a:rPr>
                <a:t xml:space="preserve">중</a:t>
              </a:r>
              <a:endParaRPr sz="900" b="0" i="0" spc="0" kern="0" lang="ko-KR" altLang="en-US" dirty="0">
                <a:solidFill>
                  <a:srgbClr val="73809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7" name="Line 15: 엄마"/>
          <p:cNvGrpSpPr/>
          <p:nvPr/>
        </p:nvGrpSpPr>
        <p:grpSpPr>
          <a:xfrm>
            <a:off x="8220075" y="2181225"/>
            <a:ext cx="230981" cy="205740"/>
            <a:chOff x="8220075" y="2181225"/>
            <a:chExt cx="230981" cy="205740"/>
          </a:xfrm>
        </p:grpSpPr>
        <p:sp>
          <p:nvSpPr>
            <p:cNvPr id="68" name="Weave text 15: 엄마"/>
            <p:cNvSpPr txBox="1"/>
            <p:nvPr/>
          </p:nvSpPr>
          <p:spPr>
            <a:xfrm>
              <a:off x="8220075" y="2181225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2708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27087"/>
                  </a:solidFill>
                  <a:latin typeface="Noto Sans KR"/>
                  <a:ea typeface="Noto Sans KR"/>
                  <a:cs typeface="Noto Sans KR"/>
                </a:rPr>
                <a:t xml:space="preserve">엄마</a:t>
              </a:r>
              <a:endParaRPr sz="825" b="0" i="0" spc="0" kern="0" lang="ko-KR" altLang="en-US" dirty="0">
                <a:solidFill>
                  <a:srgbClr val="627087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9" name="Line 16: 출장 다녀오느라 고생했어!"/>
          <p:cNvGrpSpPr/>
          <p:nvPr/>
        </p:nvGrpSpPr>
        <p:grpSpPr>
          <a:xfrm>
            <a:off x="8343900" y="2538412"/>
            <a:ext cx="1605558" cy="266700"/>
            <a:chOff x="8343900" y="2538412"/>
            <a:chExt cx="1605558" cy="266700"/>
          </a:xfrm>
        </p:grpSpPr>
        <p:sp>
          <p:nvSpPr>
            <p:cNvPr id="70" name="Weave text 16: 출장"/>
            <p:cNvSpPr txBox="1"/>
            <p:nvPr/>
          </p:nvSpPr>
          <p:spPr>
            <a:xfrm>
              <a:off x="8343900" y="2538412"/>
              <a:ext cx="3010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출장</a:t>
              </a:r>
              <a:endParaRPr sz="1125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1" name="Weave text 16:  "/>
            <p:cNvSpPr txBox="1"/>
            <p:nvPr/>
          </p:nvSpPr>
          <p:spPr>
            <a:xfrm>
              <a:off x="8606730" y="2538412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2" name="Weave text 16: 다녀오느라"/>
            <p:cNvSpPr txBox="1"/>
            <p:nvPr/>
          </p:nvSpPr>
          <p:spPr>
            <a:xfrm>
              <a:off x="8646914" y="2538412"/>
              <a:ext cx="69547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다녀오느라</a:t>
              </a:r>
              <a:endParaRPr sz="1125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3" name="Weave text 16:  "/>
            <p:cNvSpPr txBox="1"/>
            <p:nvPr/>
          </p:nvSpPr>
          <p:spPr>
            <a:xfrm>
              <a:off x="9304139" y="2538412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4" name="Weave text 16: 고생했어"/>
            <p:cNvSpPr txBox="1"/>
            <p:nvPr/>
          </p:nvSpPr>
          <p:spPr>
            <a:xfrm>
              <a:off x="9344323" y="2538412"/>
              <a:ext cx="56405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고생했어</a:t>
              </a:r>
              <a:endParaRPr sz="1125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5" name="Weave text 16: !"/>
            <p:cNvSpPr txBox="1"/>
            <p:nvPr/>
          </p:nvSpPr>
          <p:spPr>
            <a:xfrm>
              <a:off x="9870132" y="2538412"/>
              <a:ext cx="79325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!</a:t>
              </a:r>
              <a:endParaRPr sz="1125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76" name="Line 17: 집 오는 중이야?"/>
          <p:cNvGrpSpPr/>
          <p:nvPr/>
        </p:nvGrpSpPr>
        <p:grpSpPr>
          <a:xfrm>
            <a:off x="8343900" y="2759869"/>
            <a:ext cx="980331" cy="266700"/>
            <a:chOff x="8343900" y="2759869"/>
            <a:chExt cx="980331" cy="266700"/>
          </a:xfrm>
        </p:grpSpPr>
        <p:sp>
          <p:nvSpPr>
            <p:cNvPr id="77" name="Weave text 17: 집"/>
            <p:cNvSpPr txBox="1"/>
            <p:nvPr/>
          </p:nvSpPr>
          <p:spPr>
            <a:xfrm>
              <a:off x="8343900" y="2759869"/>
              <a:ext cx="16966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집</a:t>
              </a:r>
              <a:endParaRPr sz="1125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8" name="Weave text 17:  "/>
            <p:cNvSpPr txBox="1"/>
            <p:nvPr/>
          </p:nvSpPr>
          <p:spPr>
            <a:xfrm>
              <a:off x="8475315" y="2759869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9" name="Weave text 17: 오는"/>
            <p:cNvSpPr txBox="1"/>
            <p:nvPr/>
          </p:nvSpPr>
          <p:spPr>
            <a:xfrm>
              <a:off x="8515499" y="2759869"/>
              <a:ext cx="3010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오는</a:t>
              </a:r>
              <a:endParaRPr sz="1125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0" name="Weave text 17:  "/>
            <p:cNvSpPr txBox="1"/>
            <p:nvPr/>
          </p:nvSpPr>
          <p:spPr>
            <a:xfrm>
              <a:off x="8778329" y="2759869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1" name="Weave text 17: 중이야"/>
            <p:cNvSpPr txBox="1"/>
            <p:nvPr/>
          </p:nvSpPr>
          <p:spPr>
            <a:xfrm>
              <a:off x="8818513" y="2759869"/>
              <a:ext cx="432643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중이야</a:t>
              </a:r>
              <a:endParaRPr sz="1125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2" name="Weave text 17: ?"/>
            <p:cNvSpPr txBox="1"/>
            <p:nvPr/>
          </p:nvSpPr>
          <p:spPr>
            <a:xfrm>
              <a:off x="9212907" y="2759869"/>
              <a:ext cx="111323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?</a:t>
              </a:r>
              <a:endParaRPr sz="1125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83" name="Line 18: 응, 역 근처에서 기차 기다리고 있어."/>
          <p:cNvGrpSpPr/>
          <p:nvPr/>
        </p:nvGrpSpPr>
        <p:grpSpPr>
          <a:xfrm>
            <a:off x="8724900" y="3362325"/>
            <a:ext cx="2020044" cy="251460"/>
            <a:chOff x="8724900" y="3362325"/>
            <a:chExt cx="2020044" cy="251460"/>
          </a:xfrm>
        </p:grpSpPr>
        <p:sp>
          <p:nvSpPr>
            <p:cNvPr id="84" name="Weave text 18: 응"/>
            <p:cNvSpPr txBox="1"/>
            <p:nvPr/>
          </p:nvSpPr>
          <p:spPr>
            <a:xfrm>
              <a:off x="8724900" y="3362325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응</a:t>
              </a:r>
              <a:endParaRPr sz="1050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5" name="Weave text 18: , "/>
            <p:cNvSpPr txBox="1"/>
            <p:nvPr/>
          </p:nvSpPr>
          <p:spPr>
            <a:xfrm>
              <a:off x="8847534" y="3362325"/>
              <a:ext cx="114151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050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6" name="Weave text 18: 역"/>
            <p:cNvSpPr txBox="1"/>
            <p:nvPr/>
          </p:nvSpPr>
          <p:spPr>
            <a:xfrm>
              <a:off x="8923437" y="3362325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역</a:t>
              </a:r>
              <a:endParaRPr sz="1050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7" name="Weave text 18:  "/>
            <p:cNvSpPr txBox="1"/>
            <p:nvPr/>
          </p:nvSpPr>
          <p:spPr>
            <a:xfrm>
              <a:off x="9046071" y="336232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8" name="Weave text 18: 근처에서"/>
            <p:cNvSpPr txBox="1"/>
            <p:nvPr/>
          </p:nvSpPr>
          <p:spPr>
            <a:xfrm>
              <a:off x="9083576" y="3362325"/>
              <a:ext cx="529084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근처에서</a:t>
              </a:r>
              <a:endParaRPr sz="1050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9" name="Weave text 18:  "/>
            <p:cNvSpPr txBox="1"/>
            <p:nvPr/>
          </p:nvSpPr>
          <p:spPr>
            <a:xfrm>
              <a:off x="9574411" y="336232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0" name="Weave text 18: 기차"/>
            <p:cNvSpPr txBox="1"/>
            <p:nvPr/>
          </p:nvSpPr>
          <p:spPr>
            <a:xfrm>
              <a:off x="9611916" y="336232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기차</a:t>
              </a:r>
              <a:endParaRPr sz="1050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1" name="Weave text 18:  "/>
            <p:cNvSpPr txBox="1"/>
            <p:nvPr/>
          </p:nvSpPr>
          <p:spPr>
            <a:xfrm>
              <a:off x="9857184" y="336232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2" name="Weave text 18: 기다리고"/>
            <p:cNvSpPr txBox="1"/>
            <p:nvPr/>
          </p:nvSpPr>
          <p:spPr>
            <a:xfrm>
              <a:off x="9894689" y="3362325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기다리고</a:t>
              </a:r>
              <a:endParaRPr sz="1050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3" name="Weave text 18:  "/>
            <p:cNvSpPr txBox="1"/>
            <p:nvPr/>
          </p:nvSpPr>
          <p:spPr>
            <a:xfrm>
              <a:off x="10385375" y="336232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4" name="Weave text 18: 있어"/>
            <p:cNvSpPr txBox="1"/>
            <p:nvPr/>
          </p:nvSpPr>
          <p:spPr>
            <a:xfrm>
              <a:off x="10422880" y="336232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Noto Sans KR"/>
                  <a:ea typeface="Noto Sans KR"/>
                  <a:cs typeface="Noto Sans KR"/>
                </a:rPr>
                <a:t xml:space="preserve">있어</a:t>
              </a:r>
              <a:endParaRPr sz="1050" b="0" i="0" spc="0" kern="0" lang="ko-KR" altLang="en-US" dirty="0">
                <a:solidFill>
                  <a:srgbClr val="1A2134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5" name="Weave text 18: ."/>
            <p:cNvSpPr txBox="1"/>
            <p:nvPr/>
          </p:nvSpPr>
          <p:spPr>
            <a:xfrm>
              <a:off x="10668298" y="3362325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1A2134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050" b="0" i="0" spc="0" kern="0" lang="ko-KR" altLang="en-US" dirty="0">
                <a:solidFill>
                  <a:srgbClr val="1A2134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96" name="Line 19: Weave"/>
          <p:cNvGrpSpPr/>
          <p:nvPr/>
        </p:nvGrpSpPr>
        <p:grpSpPr>
          <a:xfrm>
            <a:off x="8734425" y="4093369"/>
            <a:ext cx="507950" cy="266700"/>
            <a:chOff x="8734425" y="4093369"/>
            <a:chExt cx="507950" cy="266700"/>
          </a:xfrm>
        </p:grpSpPr>
        <p:sp>
          <p:nvSpPr>
            <p:cNvPr id="97" name="Weave text 19: Weave"/>
            <p:cNvSpPr txBox="1"/>
            <p:nvPr/>
          </p:nvSpPr>
          <p:spPr>
            <a:xfrm>
              <a:off x="8734425" y="4093369"/>
              <a:ext cx="507950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68519D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0" kern="0" lang="ko-KR" altLang="en-US" dirty="0">
                  <a:solidFill>
                    <a:srgbClr val="68519D"/>
                  </a:solidFill>
                  <a:latin typeface="Inter SemiBold"/>
                  <a:ea typeface="Inter SemiBold"/>
                  <a:cs typeface="Inter SemiBold"/>
                </a:rPr>
                <a:t xml:space="preserve">Weave</a:t>
              </a:r>
              <a:endParaRPr sz="1125" b="0" i="0" spc="0" kern="0" lang="ko-KR" altLang="en-US" dirty="0">
                <a:solidFill>
                  <a:srgbClr val="68519D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98" name="Line 20: 엄마, 전에 먹고 싶다던"/>
          <p:cNvGrpSpPr/>
          <p:nvPr/>
        </p:nvGrpSpPr>
        <p:grpSpPr>
          <a:xfrm>
            <a:off x="8343900" y="4467225"/>
            <a:ext cx="1538288" cy="312420"/>
            <a:chOff x="8343900" y="4467225"/>
            <a:chExt cx="1538288" cy="312420"/>
          </a:xfrm>
        </p:grpSpPr>
        <p:sp>
          <p:nvSpPr>
            <p:cNvPr id="99" name="Weave text 20: 엄마"/>
            <p:cNvSpPr txBox="1"/>
            <p:nvPr/>
          </p:nvSpPr>
          <p:spPr>
            <a:xfrm>
              <a:off x="8343900" y="4467225"/>
              <a:ext cx="338138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엄마</a:t>
              </a:r>
              <a:endParaRPr sz="1350" b="0" i="0" spc="-61" kern="0" lang="ko-KR" altLang="en-US" dirty="0">
                <a:solidFill>
                  <a:srgbClr val="1A2134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00" name="Weave text 20: , "/>
            <p:cNvSpPr txBox="1"/>
            <p:nvPr/>
          </p:nvSpPr>
          <p:spPr>
            <a:xfrm>
              <a:off x="8643789" y="4467225"/>
              <a:ext cx="117277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1350" b="0" i="0" spc="-61" kern="0" lang="ko-KR" altLang="en-US" dirty="0">
                <a:solidFill>
                  <a:srgbClr val="1A2134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1" name="Weave text 20: 전에"/>
            <p:cNvSpPr txBox="1"/>
            <p:nvPr/>
          </p:nvSpPr>
          <p:spPr>
            <a:xfrm>
              <a:off x="8722816" y="4467225"/>
              <a:ext cx="33828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전에</a:t>
              </a:r>
              <a:endParaRPr sz="1350" b="0" i="0" spc="-61" kern="0" lang="ko-KR" altLang="en-US" dirty="0">
                <a:solidFill>
                  <a:srgbClr val="1A2134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02" name="Weave text 20:  "/>
            <p:cNvSpPr txBox="1"/>
            <p:nvPr/>
          </p:nvSpPr>
          <p:spPr>
            <a:xfrm>
              <a:off x="9022854" y="4467225"/>
              <a:ext cx="7367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350" b="0" i="0" spc="-61" kern="0" lang="ko-KR" altLang="en-US" dirty="0">
                <a:solidFill>
                  <a:srgbClr val="1A2134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3" name="Weave text 20: 먹고"/>
            <p:cNvSpPr txBox="1"/>
            <p:nvPr/>
          </p:nvSpPr>
          <p:spPr>
            <a:xfrm>
              <a:off x="9058275" y="4467225"/>
              <a:ext cx="33828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먹고</a:t>
              </a:r>
              <a:endParaRPr sz="1350" b="0" i="0" spc="-61" kern="0" lang="ko-KR" altLang="en-US" dirty="0">
                <a:solidFill>
                  <a:srgbClr val="1A2134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04" name="Weave text 20:  "/>
            <p:cNvSpPr txBox="1"/>
            <p:nvPr/>
          </p:nvSpPr>
          <p:spPr>
            <a:xfrm>
              <a:off x="9358312" y="4467225"/>
              <a:ext cx="7381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350" b="0" i="0" spc="-61" kern="0" lang="ko-KR" altLang="en-US" dirty="0">
                <a:solidFill>
                  <a:srgbClr val="1A2134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5" name="Weave text 20: 싶다던"/>
            <p:cNvSpPr txBox="1"/>
            <p:nvPr/>
          </p:nvSpPr>
          <p:spPr>
            <a:xfrm>
              <a:off x="9393882" y="4467225"/>
              <a:ext cx="48830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싶다던</a:t>
              </a:r>
              <a:endParaRPr sz="1350" b="0" i="0" spc="-61" kern="0" lang="ko-KR" altLang="en-US" dirty="0">
                <a:solidFill>
                  <a:srgbClr val="1A2134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06" name="Line 21: 무화과시루 사갈까?"/>
          <p:cNvGrpSpPr/>
          <p:nvPr/>
        </p:nvGrpSpPr>
        <p:grpSpPr>
          <a:xfrm>
            <a:off x="8343900" y="4715768"/>
            <a:ext cx="1359247" cy="312420"/>
            <a:chOff x="8343900" y="4715768"/>
            <a:chExt cx="1359247" cy="312420"/>
          </a:xfrm>
        </p:grpSpPr>
        <p:sp>
          <p:nvSpPr>
            <p:cNvPr id="107" name="Weave text 21: 무화과시루"/>
            <p:cNvSpPr txBox="1"/>
            <p:nvPr/>
          </p:nvSpPr>
          <p:spPr>
            <a:xfrm>
              <a:off x="8343900" y="4715768"/>
              <a:ext cx="78819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무화과시루</a:t>
              </a:r>
              <a:endParaRPr sz="1350" b="0" i="0" spc="-61" kern="0" lang="ko-KR" altLang="en-US" dirty="0">
                <a:solidFill>
                  <a:srgbClr val="1A2134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08" name="Weave text 21:  "/>
            <p:cNvSpPr txBox="1"/>
            <p:nvPr/>
          </p:nvSpPr>
          <p:spPr>
            <a:xfrm>
              <a:off x="9093845" y="4715768"/>
              <a:ext cx="7381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350" b="0" i="0" spc="-61" kern="0" lang="ko-KR" altLang="en-US" dirty="0">
                <a:solidFill>
                  <a:srgbClr val="1A2134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9" name="Weave text 21: 사갈까"/>
            <p:cNvSpPr txBox="1"/>
            <p:nvPr/>
          </p:nvSpPr>
          <p:spPr>
            <a:xfrm>
              <a:off x="9129415" y="4715768"/>
              <a:ext cx="48830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사갈까</a:t>
              </a:r>
              <a:endParaRPr sz="1350" b="0" i="0" spc="-61" kern="0" lang="ko-KR" altLang="en-US" dirty="0">
                <a:solidFill>
                  <a:srgbClr val="1A2134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0" name="Weave text 21: ?"/>
            <p:cNvSpPr txBox="1"/>
            <p:nvPr/>
          </p:nvSpPr>
          <p:spPr>
            <a:xfrm>
              <a:off x="9579471" y="4715768"/>
              <a:ext cx="123676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350" b="0" i="0" spc="-61" kern="0" lang="ko-KR" altLang="en-US" dirty="0">
                  <a:solidFill>
                    <a:srgbClr val="1A2134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1350" b="0" i="0" spc="-61" kern="0" lang="ko-KR" altLang="en-US" dirty="0">
                <a:solidFill>
                  <a:srgbClr val="1A2134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11" name="Line 22: 가족 단체방 · 현재 위치"/>
          <p:cNvGrpSpPr/>
          <p:nvPr/>
        </p:nvGrpSpPr>
        <p:grpSpPr>
          <a:xfrm>
            <a:off x="8343900" y="5142905"/>
            <a:ext cx="961430" cy="190500"/>
            <a:chOff x="8343900" y="5142905"/>
            <a:chExt cx="961430" cy="190500"/>
          </a:xfrm>
        </p:grpSpPr>
        <p:sp>
          <p:nvSpPr>
            <p:cNvPr id="112" name="Weave text 22: 가족"/>
            <p:cNvSpPr txBox="1"/>
            <p:nvPr/>
          </p:nvSpPr>
          <p:spPr>
            <a:xfrm>
              <a:off x="8343900" y="5142905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8490A1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8490A1"/>
                  </a:solidFill>
                  <a:latin typeface="Noto Sans KR"/>
                  <a:ea typeface="Noto Sans KR"/>
                  <a:cs typeface="Noto Sans KR"/>
                </a:rPr>
                <a:t xml:space="preserve">가족</a:t>
              </a:r>
              <a:endParaRPr sz="750" b="0" i="0" spc="0" kern="0" lang="ko-KR" altLang="en-US" dirty="0">
                <a:solidFill>
                  <a:srgbClr val="8490A1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3" name="Weave text 22:  "/>
            <p:cNvSpPr txBox="1"/>
            <p:nvPr/>
          </p:nvSpPr>
          <p:spPr>
            <a:xfrm>
              <a:off x="8519071" y="5142905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8490A1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8490A1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8490A1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4" name="Weave text 22: 단체방"/>
            <p:cNvSpPr txBox="1"/>
            <p:nvPr/>
          </p:nvSpPr>
          <p:spPr>
            <a:xfrm>
              <a:off x="8545860" y="5142905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8490A1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8490A1"/>
                  </a:solidFill>
                  <a:latin typeface="Noto Sans KR"/>
                  <a:ea typeface="Noto Sans KR"/>
                  <a:cs typeface="Noto Sans KR"/>
                </a:rPr>
                <a:t xml:space="preserve">단체방</a:t>
              </a:r>
              <a:endParaRPr sz="750" b="0" i="0" spc="0" kern="0" lang="ko-KR" altLang="en-US" dirty="0">
                <a:solidFill>
                  <a:srgbClr val="8490A1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5" name="Weave text 22:  · "/>
            <p:cNvSpPr txBox="1"/>
            <p:nvPr/>
          </p:nvSpPr>
          <p:spPr>
            <a:xfrm>
              <a:off x="8808690" y="5142905"/>
              <a:ext cx="119360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8490A1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8490A1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750" b="0" i="0" spc="0" kern="0" lang="ko-KR" altLang="en-US" dirty="0">
                <a:solidFill>
                  <a:srgbClr val="8490A1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6" name="Weave text 22: 현재"/>
            <p:cNvSpPr txBox="1"/>
            <p:nvPr/>
          </p:nvSpPr>
          <p:spPr>
            <a:xfrm>
              <a:off x="8889802" y="5142905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8490A1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8490A1"/>
                  </a:solidFill>
                  <a:latin typeface="Noto Sans KR"/>
                  <a:ea typeface="Noto Sans KR"/>
                  <a:cs typeface="Noto Sans KR"/>
                </a:rPr>
                <a:t xml:space="preserve">현재</a:t>
              </a:r>
              <a:endParaRPr sz="750" b="0" i="0" spc="0" kern="0" lang="ko-KR" altLang="en-US" dirty="0">
                <a:solidFill>
                  <a:srgbClr val="8490A1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7" name="Weave text 22:  "/>
            <p:cNvSpPr txBox="1"/>
            <p:nvPr/>
          </p:nvSpPr>
          <p:spPr>
            <a:xfrm>
              <a:off x="9064972" y="5142905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8490A1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8490A1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8490A1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8" name="Weave text 22: 위치"/>
            <p:cNvSpPr txBox="1"/>
            <p:nvPr/>
          </p:nvSpPr>
          <p:spPr>
            <a:xfrm>
              <a:off x="9091761" y="5142905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8490A1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8490A1"/>
                  </a:solidFill>
                  <a:latin typeface="Noto Sans KR"/>
                  <a:ea typeface="Noto Sans KR"/>
                  <a:cs typeface="Noto Sans KR"/>
                </a:rPr>
                <a:t xml:space="preserve">위치</a:t>
              </a:r>
              <a:endParaRPr sz="750" b="0" i="0" spc="0" kern="0" lang="ko-KR" altLang="en-US" dirty="0">
                <a:solidFill>
                  <a:srgbClr val="8490A1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19" name="Line 23: 입력하기"/>
          <p:cNvGrpSpPr/>
          <p:nvPr/>
        </p:nvGrpSpPr>
        <p:grpSpPr>
          <a:xfrm>
            <a:off x="10520511" y="5135761"/>
            <a:ext cx="423714" cy="205740"/>
            <a:chOff x="10520511" y="5135761"/>
            <a:chExt cx="423714" cy="205740"/>
          </a:xfrm>
        </p:grpSpPr>
        <p:sp>
          <p:nvSpPr>
            <p:cNvPr id="120" name="Weave text 23: 입력하기"/>
            <p:cNvSpPr txBox="1"/>
            <p:nvPr/>
          </p:nvSpPr>
          <p:spPr>
            <a:xfrm>
              <a:off x="10520511" y="5135761"/>
              <a:ext cx="42371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5B408E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825" b="0" i="0" spc="0" kern="0" lang="ko-KR" altLang="en-US" dirty="0">
                  <a:solidFill>
                    <a:srgbClr val="5B408E"/>
                  </a:solidFill>
                  <a:latin typeface="Noto Sans KR Medium"/>
                  <a:ea typeface="Noto Sans KR Medium"/>
                  <a:cs typeface="Noto Sans KR Medium"/>
                </a:rPr>
                <a:t xml:space="preserve">입력하기</a:t>
              </a:r>
              <a:endParaRPr sz="825" b="0" i="0" spc="0" kern="0" lang="ko-KR" altLang="en-US" dirty="0">
                <a:solidFill>
                  <a:srgbClr val="5B408E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21" name="Line 24: 메시지 입력"/>
          <p:cNvGrpSpPr/>
          <p:nvPr/>
        </p:nvGrpSpPr>
        <p:grpSpPr>
          <a:xfrm>
            <a:off x="8353425" y="5759648"/>
            <a:ext cx="596057" cy="220980"/>
            <a:chOff x="8353425" y="5759648"/>
            <a:chExt cx="596057" cy="220980"/>
          </a:xfrm>
        </p:grpSpPr>
        <p:sp>
          <p:nvSpPr>
            <p:cNvPr id="122" name="Weave text 24: 메시지"/>
            <p:cNvSpPr txBox="1"/>
            <p:nvPr/>
          </p:nvSpPr>
          <p:spPr>
            <a:xfrm>
              <a:off x="8353425" y="5759648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590A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8590A0"/>
                  </a:solidFill>
                  <a:latin typeface="Noto Sans KR"/>
                  <a:ea typeface="Noto Sans KR"/>
                  <a:cs typeface="Noto Sans KR"/>
                </a:rPr>
                <a:t xml:space="preserve">메시지</a:t>
              </a:r>
              <a:endParaRPr sz="900" b="0" i="0" spc="0" kern="0" lang="ko-KR" altLang="en-US" dirty="0">
                <a:solidFill>
                  <a:srgbClr val="8590A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3" name="Weave text 24:  "/>
            <p:cNvSpPr txBox="1"/>
            <p:nvPr/>
          </p:nvSpPr>
          <p:spPr>
            <a:xfrm>
              <a:off x="8668792" y="575964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590A0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8590A0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8590A0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4" name="Weave text 24: 입력"/>
            <p:cNvSpPr txBox="1"/>
            <p:nvPr/>
          </p:nvSpPr>
          <p:spPr>
            <a:xfrm>
              <a:off x="8700939" y="575964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590A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8590A0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900" b="0" i="0" spc="0" kern="0" lang="ko-KR" altLang="en-US" dirty="0">
                <a:solidFill>
                  <a:srgbClr val="8590A0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5" name="Line 25: 01 / 11"/>
          <p:cNvGrpSpPr/>
          <p:nvPr/>
        </p:nvGrpSpPr>
        <p:grpSpPr>
          <a:xfrm>
            <a:off x="11191429" y="6486525"/>
            <a:ext cx="429071" cy="190500"/>
            <a:chOff x="11191429" y="6486525"/>
            <a:chExt cx="429071" cy="190500"/>
          </a:xfrm>
        </p:grpSpPr>
        <p:sp>
          <p:nvSpPr>
            <p:cNvPr id="126" name="Weave text 25: 01 / 11"/>
            <p:cNvSpPr txBox="1"/>
            <p:nvPr/>
          </p:nvSpPr>
          <p:spPr>
            <a:xfrm>
              <a:off x="11191429" y="6486525"/>
              <a:ext cx="42907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01 / 11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26: 02 / MOTIVATION"/>
          <p:cNvGrpSpPr/>
          <p:nvPr/>
        </p:nvGrpSpPr>
        <p:grpSpPr>
          <a:xfrm>
            <a:off x="609600" y="371475"/>
            <a:ext cx="1213693" cy="205740"/>
            <a:chOff x="609600" y="371475"/>
            <a:chExt cx="1213693" cy="205740"/>
          </a:xfrm>
        </p:grpSpPr>
        <p:sp>
          <p:nvSpPr>
            <p:cNvPr id="4" name="Weave text 26: 02 / MOTIVATION"/>
            <p:cNvSpPr txBox="1"/>
            <p:nvPr/>
          </p:nvSpPr>
          <p:spPr>
            <a:xfrm>
              <a:off x="609600" y="371475"/>
              <a:ext cx="1213693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02 / MOTIVATION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27: 수많은 기록이 잠들어 있지만,"/>
          <p:cNvGrpSpPr/>
          <p:nvPr/>
        </p:nvGrpSpPr>
        <p:grpSpPr>
          <a:xfrm>
            <a:off x="609600" y="704850"/>
            <a:ext cx="4349055" cy="647700"/>
            <a:chOff x="609600" y="704850"/>
            <a:chExt cx="4349055" cy="647700"/>
          </a:xfrm>
        </p:grpSpPr>
        <p:sp>
          <p:nvSpPr>
            <p:cNvPr id="6" name="Weave text 27: 수많은"/>
            <p:cNvSpPr txBox="1"/>
            <p:nvPr/>
          </p:nvSpPr>
          <p:spPr>
            <a:xfrm>
              <a:off x="609600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수많은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27:  "/>
            <p:cNvSpPr txBox="1"/>
            <p:nvPr/>
          </p:nvSpPr>
          <p:spPr>
            <a:xfrm>
              <a:off x="1603921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27: 기록이"/>
            <p:cNvSpPr txBox="1"/>
            <p:nvPr/>
          </p:nvSpPr>
          <p:spPr>
            <a:xfrm>
              <a:off x="1680865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기록이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27:  "/>
            <p:cNvSpPr txBox="1"/>
            <p:nvPr/>
          </p:nvSpPr>
          <p:spPr>
            <a:xfrm>
              <a:off x="2675334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27: 잠들어"/>
            <p:cNvSpPr txBox="1"/>
            <p:nvPr/>
          </p:nvSpPr>
          <p:spPr>
            <a:xfrm>
              <a:off x="2752279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잠들어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27:  "/>
            <p:cNvSpPr txBox="1"/>
            <p:nvPr/>
          </p:nvSpPr>
          <p:spPr>
            <a:xfrm>
              <a:off x="3746599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27: 있지만"/>
            <p:cNvSpPr txBox="1"/>
            <p:nvPr/>
          </p:nvSpPr>
          <p:spPr>
            <a:xfrm>
              <a:off x="3823543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있지만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27: ,"/>
            <p:cNvSpPr txBox="1"/>
            <p:nvPr/>
          </p:nvSpPr>
          <p:spPr>
            <a:xfrm>
              <a:off x="4818013" y="70485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4" name="Line 28: 필요한 순간엔 다시 찾습니다."/>
          <p:cNvGrpSpPr/>
          <p:nvPr/>
        </p:nvGrpSpPr>
        <p:grpSpPr>
          <a:xfrm>
            <a:off x="609600" y="1181100"/>
            <a:ext cx="4349055" cy="647700"/>
            <a:chOff x="609600" y="1181100"/>
            <a:chExt cx="4349055" cy="647700"/>
          </a:xfrm>
        </p:grpSpPr>
        <p:sp>
          <p:nvSpPr>
            <p:cNvPr id="15" name="Weave text 28: 필요한"/>
            <p:cNvSpPr txBox="1"/>
            <p:nvPr/>
          </p:nvSpPr>
          <p:spPr>
            <a:xfrm>
              <a:off x="609600" y="118110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필요한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6" name="Weave text 28:  "/>
            <p:cNvSpPr txBox="1"/>
            <p:nvPr/>
          </p:nvSpPr>
          <p:spPr>
            <a:xfrm>
              <a:off x="1603921" y="118110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" name="Weave text 28: 순간엔"/>
            <p:cNvSpPr txBox="1"/>
            <p:nvPr/>
          </p:nvSpPr>
          <p:spPr>
            <a:xfrm>
              <a:off x="1680865" y="118110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순간엔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8" name="Weave text 28:  "/>
            <p:cNvSpPr txBox="1"/>
            <p:nvPr/>
          </p:nvSpPr>
          <p:spPr>
            <a:xfrm>
              <a:off x="2675334" y="118110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9" name="Weave text 28: 다시"/>
            <p:cNvSpPr txBox="1"/>
            <p:nvPr/>
          </p:nvSpPr>
          <p:spPr>
            <a:xfrm>
              <a:off x="2752279" y="118110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다시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0" name="Weave text 28:  "/>
            <p:cNvSpPr txBox="1"/>
            <p:nvPr/>
          </p:nvSpPr>
          <p:spPr>
            <a:xfrm>
              <a:off x="3415159" y="118110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1" name="Weave text 28: 찾습니다"/>
            <p:cNvSpPr txBox="1"/>
            <p:nvPr/>
          </p:nvSpPr>
          <p:spPr>
            <a:xfrm>
              <a:off x="3492103" y="1181100"/>
              <a:ext cx="136415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찾습니다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2" name="Weave text 28: ."/>
            <p:cNvSpPr txBox="1"/>
            <p:nvPr/>
          </p:nvSpPr>
          <p:spPr>
            <a:xfrm>
              <a:off x="4818013" y="118110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23" name="Line 29: 방대한 기록을 곁에 두고도,"/>
          <p:cNvGrpSpPr/>
          <p:nvPr/>
        </p:nvGrpSpPr>
        <p:grpSpPr>
          <a:xfrm>
            <a:off x="619125" y="2286000"/>
            <a:ext cx="2006650" cy="327660"/>
            <a:chOff x="619125" y="2286000"/>
            <a:chExt cx="2006650" cy="327660"/>
          </a:xfrm>
        </p:grpSpPr>
        <p:sp>
          <p:nvSpPr>
            <p:cNvPr id="24" name="Weave text 29: 방대한"/>
            <p:cNvSpPr txBox="1"/>
            <p:nvPr/>
          </p:nvSpPr>
          <p:spPr>
            <a:xfrm>
              <a:off x="619125" y="2286000"/>
              <a:ext cx="524024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방대한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" name="Weave text 29:  "/>
            <p:cNvSpPr txBox="1"/>
            <p:nvPr/>
          </p:nvSpPr>
          <p:spPr>
            <a:xfrm>
              <a:off x="1104900" y="2286000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" name="Weave text 29: 기록을"/>
            <p:cNvSpPr txBox="1"/>
            <p:nvPr/>
          </p:nvSpPr>
          <p:spPr>
            <a:xfrm>
              <a:off x="1151334" y="2286000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" name="Weave text 29:  "/>
            <p:cNvSpPr txBox="1"/>
            <p:nvPr/>
          </p:nvSpPr>
          <p:spPr>
            <a:xfrm>
              <a:off x="1637258" y="2286000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" name="Weave text 29: 곁에"/>
            <p:cNvSpPr txBox="1"/>
            <p:nvPr/>
          </p:nvSpPr>
          <p:spPr>
            <a:xfrm>
              <a:off x="1683693" y="2286000"/>
              <a:ext cx="36209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곁에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" name="Weave text 29:  "/>
            <p:cNvSpPr txBox="1"/>
            <p:nvPr/>
          </p:nvSpPr>
          <p:spPr>
            <a:xfrm>
              <a:off x="2007543" y="2286000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" name="Weave text 29: 두고도"/>
            <p:cNvSpPr txBox="1"/>
            <p:nvPr/>
          </p:nvSpPr>
          <p:spPr>
            <a:xfrm>
              <a:off x="2053977" y="2286000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두고도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" name="Weave text 29: ,"/>
            <p:cNvSpPr txBox="1"/>
            <p:nvPr/>
          </p:nvSpPr>
          <p:spPr>
            <a:xfrm>
              <a:off x="2539901" y="2286000"/>
              <a:ext cx="8587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2" name="Line 30: 정작 필요한 순간에는 이렇게 말하곤 하죠."/>
          <p:cNvGrpSpPr/>
          <p:nvPr/>
        </p:nvGrpSpPr>
        <p:grpSpPr>
          <a:xfrm>
            <a:off x="619125" y="2611636"/>
            <a:ext cx="3071217" cy="327660"/>
            <a:chOff x="619125" y="2611636"/>
            <a:chExt cx="3071217" cy="327660"/>
          </a:xfrm>
        </p:grpSpPr>
        <p:sp>
          <p:nvSpPr>
            <p:cNvPr id="33" name="Weave text 30: 정작"/>
            <p:cNvSpPr txBox="1"/>
            <p:nvPr/>
          </p:nvSpPr>
          <p:spPr>
            <a:xfrm>
              <a:off x="619125" y="2611636"/>
              <a:ext cx="36209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정작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30:  "/>
            <p:cNvSpPr txBox="1"/>
            <p:nvPr/>
          </p:nvSpPr>
          <p:spPr>
            <a:xfrm>
              <a:off x="942975" y="2611636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30: 필요한"/>
            <p:cNvSpPr txBox="1"/>
            <p:nvPr/>
          </p:nvSpPr>
          <p:spPr>
            <a:xfrm>
              <a:off x="989409" y="2611636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30:  "/>
            <p:cNvSpPr txBox="1"/>
            <p:nvPr/>
          </p:nvSpPr>
          <p:spPr>
            <a:xfrm>
              <a:off x="1475333" y="2611636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" name="Weave text 30: 순간에는"/>
            <p:cNvSpPr txBox="1"/>
            <p:nvPr/>
          </p:nvSpPr>
          <p:spPr>
            <a:xfrm>
              <a:off x="1521619" y="2611636"/>
              <a:ext cx="686246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순간에는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" name="Weave text 30:  "/>
            <p:cNvSpPr txBox="1"/>
            <p:nvPr/>
          </p:nvSpPr>
          <p:spPr>
            <a:xfrm>
              <a:off x="2169616" y="2611636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" name="Weave text 30: 이렇게"/>
            <p:cNvSpPr txBox="1"/>
            <p:nvPr/>
          </p:nvSpPr>
          <p:spPr>
            <a:xfrm>
              <a:off x="2215902" y="2611636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이렇게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" name="Weave text 30:  "/>
            <p:cNvSpPr txBox="1"/>
            <p:nvPr/>
          </p:nvSpPr>
          <p:spPr>
            <a:xfrm>
              <a:off x="2701826" y="2611636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1" name="Weave text 30: 말하곤"/>
            <p:cNvSpPr txBox="1"/>
            <p:nvPr/>
          </p:nvSpPr>
          <p:spPr>
            <a:xfrm>
              <a:off x="2748260" y="2611636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말하곤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2" name="Weave text 30:  "/>
            <p:cNvSpPr txBox="1"/>
            <p:nvPr/>
          </p:nvSpPr>
          <p:spPr>
            <a:xfrm>
              <a:off x="3234184" y="2611636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3" name="Weave text 30: 하죠"/>
            <p:cNvSpPr txBox="1"/>
            <p:nvPr/>
          </p:nvSpPr>
          <p:spPr>
            <a:xfrm>
              <a:off x="3280470" y="2611636"/>
              <a:ext cx="36224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하죠</a:t>
              </a:r>
              <a:endParaRPr sz="1425" b="0" i="0" spc="-36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4" name="Weave text 30: ."/>
            <p:cNvSpPr txBox="1"/>
            <p:nvPr/>
          </p:nvSpPr>
          <p:spPr>
            <a:xfrm>
              <a:off x="3604468" y="2611636"/>
              <a:ext cx="8587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425" b="0" i="0" spc="-36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5" name="Line 31: “잠깐만, 찾아볼게.”"/>
          <p:cNvGrpSpPr/>
          <p:nvPr/>
        </p:nvGrpSpPr>
        <p:grpSpPr>
          <a:xfrm>
            <a:off x="619125" y="3146822"/>
            <a:ext cx="3332113" cy="739140"/>
            <a:chOff x="619125" y="3146822"/>
            <a:chExt cx="3332113" cy="739140"/>
          </a:xfrm>
        </p:grpSpPr>
        <p:sp>
          <p:nvSpPr>
            <p:cNvPr id="46" name="Weave text 31: “"/>
            <p:cNvSpPr txBox="1"/>
            <p:nvPr/>
          </p:nvSpPr>
          <p:spPr>
            <a:xfrm>
              <a:off x="619125" y="3146822"/>
              <a:ext cx="221605" cy="5682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450" b="0" i="0" spc="-190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3450" b="0" i="0" spc="-190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rPr>
                <a:t xml:space="preserve">“</a:t>
              </a:r>
              <a:endParaRPr sz="3450" b="0" i="0" spc="-190" kern="0" lang="ko-KR" altLang="en-US" dirty="0">
                <a:solidFill>
                  <a:srgbClr val="D3C3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7" name="Weave text 31: 잠깐만"/>
            <p:cNvSpPr txBox="1"/>
            <p:nvPr/>
          </p:nvSpPr>
          <p:spPr>
            <a:xfrm>
              <a:off x="802481" y="3146822"/>
              <a:ext cx="1175296" cy="672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450" b="0" i="0" spc="-190" kern="0" lang="ko-KR" altLang="en-US" dirty="0">
                  <a:solidFill>
                    <a:srgbClr val="D3C3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3450" b="0" i="0" spc="-190" kern="0" lang="ko-KR" altLang="en-US" dirty="0">
                  <a:solidFill>
                    <a:srgbClr val="D3C3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잠깐만</a:t>
              </a:r>
              <a:endParaRPr sz="3450" b="0" i="0" spc="-190" kern="0" lang="ko-KR" altLang="en-US" dirty="0">
                <a:solidFill>
                  <a:srgbClr val="D3C3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8" name="Weave text 31: , "/>
            <p:cNvSpPr txBox="1"/>
            <p:nvPr/>
          </p:nvSpPr>
          <p:spPr>
            <a:xfrm>
              <a:off x="1939528" y="3146822"/>
              <a:ext cx="235148" cy="5682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450" b="0" i="0" spc="-190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3450" b="0" i="0" spc="-190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rPr>
                <a:t xml:space="preserve">, </a:t>
              </a:r>
              <a:endParaRPr sz="3450" b="0" i="0" spc="-190" kern="0" lang="ko-KR" altLang="en-US" dirty="0">
                <a:solidFill>
                  <a:srgbClr val="D3C3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9" name="Weave text 31: 찾아볼게"/>
            <p:cNvSpPr txBox="1"/>
            <p:nvPr/>
          </p:nvSpPr>
          <p:spPr>
            <a:xfrm>
              <a:off x="2136428" y="3146822"/>
              <a:ext cx="1554212" cy="672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450" b="0" i="0" spc="-190" kern="0" lang="ko-KR" altLang="en-US" dirty="0">
                  <a:solidFill>
                    <a:srgbClr val="D3C3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3450" b="0" i="0" spc="-190" kern="0" lang="ko-KR" altLang="en-US" dirty="0">
                  <a:solidFill>
                    <a:srgbClr val="D3C3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찾아볼게</a:t>
              </a:r>
              <a:endParaRPr sz="3450" b="0" i="0" spc="-190" kern="0" lang="ko-KR" altLang="en-US" dirty="0">
                <a:solidFill>
                  <a:srgbClr val="D3C3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0" name="Weave text 31: .”"/>
            <p:cNvSpPr txBox="1"/>
            <p:nvPr/>
          </p:nvSpPr>
          <p:spPr>
            <a:xfrm>
              <a:off x="3652391" y="3146822"/>
              <a:ext cx="298847" cy="5682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450" b="0" i="0" spc="-190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3450" b="0" i="0" spc="-190" kern="0" lang="ko-KR" altLang="en-US" dirty="0">
                  <a:solidFill>
                    <a:srgbClr val="D3C3FF"/>
                  </a:solidFill>
                  <a:latin typeface="Inter Medium"/>
                  <a:ea typeface="Inter Medium"/>
                  <a:cs typeface="Inter Medium"/>
                </a:rPr>
                <a:t xml:space="preserve">.”</a:t>
              </a:r>
              <a:endParaRPr sz="3450" b="0" i="0" spc="-190" kern="0" lang="ko-KR" altLang="en-US" dirty="0">
                <a:solidFill>
                  <a:srgbClr val="D3C3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51" name="Line 32: 62%"/>
          <p:cNvGrpSpPr/>
          <p:nvPr/>
        </p:nvGrpSpPr>
        <p:grpSpPr>
          <a:xfrm>
            <a:off x="609600" y="4743450"/>
            <a:ext cx="1012329" cy="784860"/>
            <a:chOff x="609600" y="4743450"/>
            <a:chExt cx="1012329" cy="784860"/>
          </a:xfrm>
        </p:grpSpPr>
        <p:sp>
          <p:nvSpPr>
            <p:cNvPr id="52" name="Weave text 32: 62%"/>
            <p:cNvSpPr txBox="1"/>
            <p:nvPr/>
          </p:nvSpPr>
          <p:spPr>
            <a:xfrm>
              <a:off x="609600" y="4743450"/>
              <a:ext cx="1012329" cy="6028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675" b="0" i="0" spc="-220" kern="0" lang="ko-KR" altLang="en-US" dirty="0">
                  <a:solidFill>
                    <a:srgbClr val="C5B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675" b="0" i="0" spc="-220" kern="0" lang="ko-KR" altLang="en-US" dirty="0">
                  <a:solidFill>
                    <a:srgbClr val="C5B2FF"/>
                  </a:solidFill>
                  <a:latin typeface="Inter SemiBold"/>
                  <a:ea typeface="Inter SemiBold"/>
                  <a:cs typeface="Inter SemiBold"/>
                </a:rPr>
                <a:t xml:space="preserve">62%</a:t>
              </a:r>
              <a:endParaRPr sz="3675" b="0" i="0" spc="-220" kern="0" lang="ko-KR" altLang="en-US" dirty="0">
                <a:solidFill>
                  <a:srgbClr val="C5B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3" name="Line 33: 업무 중 정보를 찾는 데"/>
          <p:cNvGrpSpPr/>
          <p:nvPr/>
        </p:nvGrpSpPr>
        <p:grpSpPr>
          <a:xfrm>
            <a:off x="1802904" y="4821138"/>
            <a:ext cx="1471464" cy="281940"/>
            <a:chOff x="1802904" y="4821138"/>
            <a:chExt cx="1471464" cy="281940"/>
          </a:xfrm>
        </p:grpSpPr>
        <p:sp>
          <p:nvSpPr>
            <p:cNvPr id="54" name="Weave text 33: 업무"/>
            <p:cNvSpPr txBox="1"/>
            <p:nvPr/>
          </p:nvSpPr>
          <p:spPr>
            <a:xfrm>
              <a:off x="1802904" y="482113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업무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5" name="Weave text 33:  "/>
            <p:cNvSpPr txBox="1"/>
            <p:nvPr/>
          </p:nvSpPr>
          <p:spPr>
            <a:xfrm>
              <a:off x="2083296" y="482113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6" name="Weave text 33: 중"/>
            <p:cNvSpPr txBox="1"/>
            <p:nvPr/>
          </p:nvSpPr>
          <p:spPr>
            <a:xfrm>
              <a:off x="2126159" y="4821138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중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7" name="Weave text 33:  "/>
            <p:cNvSpPr txBox="1"/>
            <p:nvPr/>
          </p:nvSpPr>
          <p:spPr>
            <a:xfrm>
              <a:off x="2266355" y="482113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8" name="Weave text 33: 정보를"/>
            <p:cNvSpPr txBox="1"/>
            <p:nvPr/>
          </p:nvSpPr>
          <p:spPr>
            <a:xfrm>
              <a:off x="2309217" y="482113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정보를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9" name="Weave text 33:  "/>
            <p:cNvSpPr txBox="1"/>
            <p:nvPr/>
          </p:nvSpPr>
          <p:spPr>
            <a:xfrm>
              <a:off x="2729805" y="482113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0" name="Weave text 33: 찾는"/>
            <p:cNvSpPr txBox="1"/>
            <p:nvPr/>
          </p:nvSpPr>
          <p:spPr>
            <a:xfrm>
              <a:off x="2772668" y="482113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찾는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1" name="Weave text 33:  "/>
            <p:cNvSpPr txBox="1"/>
            <p:nvPr/>
          </p:nvSpPr>
          <p:spPr>
            <a:xfrm>
              <a:off x="3053060" y="482113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2" name="Weave text 33: 데"/>
            <p:cNvSpPr txBox="1"/>
            <p:nvPr/>
          </p:nvSpPr>
          <p:spPr>
            <a:xfrm>
              <a:off x="3095923" y="4821138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데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3" name="Line 34: 너무 많은 시간을 쓴다고 답한 비율"/>
          <p:cNvGrpSpPr/>
          <p:nvPr/>
        </p:nvGrpSpPr>
        <p:grpSpPr>
          <a:xfrm>
            <a:off x="1802904" y="5064919"/>
            <a:ext cx="2215455" cy="281940"/>
            <a:chOff x="1802904" y="5064919"/>
            <a:chExt cx="2215455" cy="281940"/>
          </a:xfrm>
        </p:grpSpPr>
        <p:sp>
          <p:nvSpPr>
            <p:cNvPr id="64" name="Weave text 34: 너무"/>
            <p:cNvSpPr txBox="1"/>
            <p:nvPr/>
          </p:nvSpPr>
          <p:spPr>
            <a:xfrm>
              <a:off x="1802904" y="5064919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너무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5" name="Weave text 34:  "/>
            <p:cNvSpPr txBox="1"/>
            <p:nvPr/>
          </p:nvSpPr>
          <p:spPr>
            <a:xfrm>
              <a:off x="2083296" y="5064919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6" name="Weave text 34: 많은"/>
            <p:cNvSpPr txBox="1"/>
            <p:nvPr/>
          </p:nvSpPr>
          <p:spPr>
            <a:xfrm>
              <a:off x="2126159" y="5064919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많은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7" name="Weave text 34:  "/>
            <p:cNvSpPr txBox="1"/>
            <p:nvPr/>
          </p:nvSpPr>
          <p:spPr>
            <a:xfrm>
              <a:off x="2406551" y="5064919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8" name="Weave text 34: 시간을"/>
            <p:cNvSpPr txBox="1"/>
            <p:nvPr/>
          </p:nvSpPr>
          <p:spPr>
            <a:xfrm>
              <a:off x="2449413" y="5064919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시간을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9" name="Weave text 34:  "/>
            <p:cNvSpPr txBox="1"/>
            <p:nvPr/>
          </p:nvSpPr>
          <p:spPr>
            <a:xfrm>
              <a:off x="2870002" y="5064919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0" name="Weave text 34: 쓴다고"/>
            <p:cNvSpPr txBox="1"/>
            <p:nvPr/>
          </p:nvSpPr>
          <p:spPr>
            <a:xfrm>
              <a:off x="2912864" y="5064919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쓴다고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1" name="Weave text 34:  "/>
            <p:cNvSpPr txBox="1"/>
            <p:nvPr/>
          </p:nvSpPr>
          <p:spPr>
            <a:xfrm>
              <a:off x="3333452" y="5064919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2" name="Weave text 34: 답한"/>
            <p:cNvSpPr txBox="1"/>
            <p:nvPr/>
          </p:nvSpPr>
          <p:spPr>
            <a:xfrm>
              <a:off x="3376315" y="5064919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답한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3" name="Weave text 34:  "/>
            <p:cNvSpPr txBox="1"/>
            <p:nvPr/>
          </p:nvSpPr>
          <p:spPr>
            <a:xfrm>
              <a:off x="3656707" y="5064919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4" name="Weave text 34: 비율"/>
            <p:cNvSpPr txBox="1"/>
            <p:nvPr/>
          </p:nvSpPr>
          <p:spPr>
            <a:xfrm>
              <a:off x="3699570" y="5064919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비율</a:t>
              </a:r>
              <a:endParaRPr sz="1200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5" name="Line 35: 지난 대화"/>
          <p:cNvGrpSpPr/>
          <p:nvPr/>
        </p:nvGrpSpPr>
        <p:grpSpPr>
          <a:xfrm>
            <a:off x="7524750" y="2171700"/>
            <a:ext cx="490984" cy="220980"/>
            <a:chOff x="7524750" y="2171700"/>
            <a:chExt cx="490984" cy="220980"/>
          </a:xfrm>
        </p:grpSpPr>
        <p:sp>
          <p:nvSpPr>
            <p:cNvPr id="76" name="Weave text 35: 지난"/>
            <p:cNvSpPr txBox="1"/>
            <p:nvPr/>
          </p:nvSpPr>
          <p:spPr>
            <a:xfrm>
              <a:off x="7524750" y="21717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rPr>
                <a:t xml:space="preserve">지난</a:t>
              </a:r>
              <a:endParaRPr sz="900" b="0" i="0" spc="0" kern="0" lang="ko-KR" altLang="en-US" dirty="0">
                <a:solidFill>
                  <a:srgbClr val="94A3B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7" name="Weave text 35:  "/>
            <p:cNvSpPr txBox="1"/>
            <p:nvPr/>
          </p:nvSpPr>
          <p:spPr>
            <a:xfrm>
              <a:off x="7735044" y="217170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4A3BC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4A3B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4A3B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8" name="Weave text 35: 대화"/>
            <p:cNvSpPr txBox="1"/>
            <p:nvPr/>
          </p:nvSpPr>
          <p:spPr>
            <a:xfrm>
              <a:off x="7767191" y="21717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900" b="0" i="0" spc="0" kern="0" lang="ko-KR" altLang="en-US" dirty="0">
                <a:solidFill>
                  <a:srgbClr val="94A3B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9" name="Line 36: 5"/>
          <p:cNvGrpSpPr/>
          <p:nvPr/>
        </p:nvGrpSpPr>
        <p:grpSpPr>
          <a:xfrm>
            <a:off x="7524750" y="2362200"/>
            <a:ext cx="201662" cy="495300"/>
            <a:chOff x="7524750" y="2362200"/>
            <a:chExt cx="201662" cy="495300"/>
          </a:xfrm>
        </p:grpSpPr>
        <p:sp>
          <p:nvSpPr>
            <p:cNvPr id="80" name="Weave text 36: 5"/>
            <p:cNvSpPr txBox="1"/>
            <p:nvPr/>
          </p:nvSpPr>
          <p:spPr>
            <a:xfrm>
              <a:off x="7524750" y="2362200"/>
              <a:ext cx="201662" cy="383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5</a:t>
              </a:r>
              <a:endParaRPr sz="2250" b="0" i="0" spc="-9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81" name="Line 37: 년 치"/>
          <p:cNvGrpSpPr/>
          <p:nvPr/>
        </p:nvGrpSpPr>
        <p:grpSpPr>
          <a:xfrm>
            <a:off x="7726412" y="2466975"/>
            <a:ext cx="382488" cy="327660"/>
            <a:chOff x="7726412" y="2466975"/>
            <a:chExt cx="382488" cy="327660"/>
          </a:xfrm>
        </p:grpSpPr>
        <p:sp>
          <p:nvSpPr>
            <p:cNvPr id="82" name="Weave text 37: 년"/>
            <p:cNvSpPr txBox="1"/>
            <p:nvPr/>
          </p:nvSpPr>
          <p:spPr>
            <a:xfrm>
              <a:off x="7726412" y="2466975"/>
              <a:ext cx="19317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년</a:t>
              </a:r>
              <a:endParaRPr sz="1425" b="0" i="0" spc="-9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83" name="Weave text 37:  "/>
            <p:cNvSpPr txBox="1"/>
            <p:nvPr/>
          </p:nvSpPr>
          <p:spPr>
            <a:xfrm>
              <a:off x="7881342" y="2466975"/>
              <a:ext cx="72479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425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425" b="0" i="0" spc="-9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4" name="Weave text 37: 치"/>
            <p:cNvSpPr txBox="1"/>
            <p:nvPr/>
          </p:nvSpPr>
          <p:spPr>
            <a:xfrm>
              <a:off x="7915573" y="2466975"/>
              <a:ext cx="19332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치</a:t>
              </a:r>
              <a:endParaRPr sz="1425" b="0" i="0" spc="-9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85" name="Line 38: 약속과 지나간 한마디"/>
          <p:cNvGrpSpPr/>
          <p:nvPr/>
        </p:nvGrpSpPr>
        <p:grpSpPr>
          <a:xfrm>
            <a:off x="9768036" y="2366962"/>
            <a:ext cx="1385739" cy="281940"/>
            <a:chOff x="9768036" y="2366962"/>
            <a:chExt cx="1385739" cy="281940"/>
          </a:xfrm>
        </p:grpSpPr>
        <p:sp>
          <p:nvSpPr>
            <p:cNvPr id="86" name="Weave text 38: 약속과"/>
            <p:cNvSpPr txBox="1"/>
            <p:nvPr/>
          </p:nvSpPr>
          <p:spPr>
            <a:xfrm>
              <a:off x="9768036" y="23669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약속과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7" name="Weave text 38:  "/>
            <p:cNvSpPr txBox="1"/>
            <p:nvPr/>
          </p:nvSpPr>
          <p:spPr>
            <a:xfrm>
              <a:off x="10188625" y="23669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8" name="Weave text 38: 지나간"/>
            <p:cNvSpPr txBox="1"/>
            <p:nvPr/>
          </p:nvSpPr>
          <p:spPr>
            <a:xfrm>
              <a:off x="10231487" y="23669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지나간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9" name="Weave text 38:  "/>
            <p:cNvSpPr txBox="1"/>
            <p:nvPr/>
          </p:nvSpPr>
          <p:spPr>
            <a:xfrm>
              <a:off x="10652075" y="23669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0" name="Weave text 38: 한마디"/>
            <p:cNvSpPr txBox="1"/>
            <p:nvPr/>
          </p:nvSpPr>
          <p:spPr>
            <a:xfrm>
              <a:off x="10694938" y="23669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한마디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1" name="Line 39: 갤러리"/>
          <p:cNvGrpSpPr/>
          <p:nvPr/>
        </p:nvGrpSpPr>
        <p:grpSpPr>
          <a:xfrm>
            <a:off x="7524750" y="3162300"/>
            <a:ext cx="353616" cy="220980"/>
            <a:chOff x="7524750" y="3162300"/>
            <a:chExt cx="353616" cy="220980"/>
          </a:xfrm>
        </p:grpSpPr>
        <p:sp>
          <p:nvSpPr>
            <p:cNvPr id="92" name="Weave text 39: 갤러리"/>
            <p:cNvSpPr txBox="1"/>
            <p:nvPr/>
          </p:nvSpPr>
          <p:spPr>
            <a:xfrm>
              <a:off x="7524750" y="3162300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rPr>
                <a:t xml:space="preserve">갤러리</a:t>
              </a:r>
              <a:endParaRPr sz="900" b="0" i="0" spc="0" kern="0" lang="ko-KR" altLang="en-US" dirty="0">
                <a:solidFill>
                  <a:srgbClr val="94A3B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3" name="Line 40: 10,000"/>
          <p:cNvGrpSpPr/>
          <p:nvPr/>
        </p:nvGrpSpPr>
        <p:grpSpPr>
          <a:xfrm>
            <a:off x="7524750" y="3352800"/>
            <a:ext cx="919609" cy="495300"/>
            <a:chOff x="7524750" y="3352800"/>
            <a:chExt cx="919609" cy="495300"/>
          </a:xfrm>
        </p:grpSpPr>
        <p:sp>
          <p:nvSpPr>
            <p:cNvPr id="94" name="Weave text 40: 10,000"/>
            <p:cNvSpPr txBox="1"/>
            <p:nvPr/>
          </p:nvSpPr>
          <p:spPr>
            <a:xfrm>
              <a:off x="7524750" y="3352800"/>
              <a:ext cx="919609" cy="383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10,000</a:t>
              </a:r>
              <a:endParaRPr sz="2250" b="0" i="0" spc="-9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95" name="Line 41: 장"/>
          <p:cNvGrpSpPr/>
          <p:nvPr/>
        </p:nvGrpSpPr>
        <p:grpSpPr>
          <a:xfrm>
            <a:off x="8444359" y="3457575"/>
            <a:ext cx="193179" cy="327660"/>
            <a:chOff x="8444359" y="3457575"/>
            <a:chExt cx="193179" cy="327660"/>
          </a:xfrm>
        </p:grpSpPr>
        <p:sp>
          <p:nvSpPr>
            <p:cNvPr id="96" name="Weave text 41: 장"/>
            <p:cNvSpPr txBox="1"/>
            <p:nvPr/>
          </p:nvSpPr>
          <p:spPr>
            <a:xfrm>
              <a:off x="8444359" y="3457575"/>
              <a:ext cx="19317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장</a:t>
              </a:r>
              <a:endParaRPr sz="1425" b="0" i="0" spc="-9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97" name="Line 42: 다시 보고 싶던 순간"/>
          <p:cNvGrpSpPr/>
          <p:nvPr/>
        </p:nvGrpSpPr>
        <p:grpSpPr>
          <a:xfrm>
            <a:off x="9865370" y="3357562"/>
            <a:ext cx="1288405" cy="281940"/>
            <a:chOff x="9865370" y="3357562"/>
            <a:chExt cx="1288405" cy="281940"/>
          </a:xfrm>
        </p:grpSpPr>
        <p:sp>
          <p:nvSpPr>
            <p:cNvPr id="98" name="Weave text 42: 다시"/>
            <p:cNvSpPr txBox="1"/>
            <p:nvPr/>
          </p:nvSpPr>
          <p:spPr>
            <a:xfrm>
              <a:off x="9865370" y="33575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다시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9" name="Weave text 42:  "/>
            <p:cNvSpPr txBox="1"/>
            <p:nvPr/>
          </p:nvSpPr>
          <p:spPr>
            <a:xfrm>
              <a:off x="10145762" y="33575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0" name="Weave text 42: 보고"/>
            <p:cNvSpPr txBox="1"/>
            <p:nvPr/>
          </p:nvSpPr>
          <p:spPr>
            <a:xfrm>
              <a:off x="10188625" y="33575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보고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1" name="Weave text 42:  "/>
            <p:cNvSpPr txBox="1"/>
            <p:nvPr/>
          </p:nvSpPr>
          <p:spPr>
            <a:xfrm>
              <a:off x="10469017" y="33575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2" name="Weave text 42: 싶던"/>
            <p:cNvSpPr txBox="1"/>
            <p:nvPr/>
          </p:nvSpPr>
          <p:spPr>
            <a:xfrm>
              <a:off x="10511879" y="33575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싶던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3" name="Weave text 42:  "/>
            <p:cNvSpPr txBox="1"/>
            <p:nvPr/>
          </p:nvSpPr>
          <p:spPr>
            <a:xfrm>
              <a:off x="10792271" y="33575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4" name="Weave text 42: 순간"/>
            <p:cNvSpPr txBox="1"/>
            <p:nvPr/>
          </p:nvSpPr>
          <p:spPr>
            <a:xfrm>
              <a:off x="10835134" y="33575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순간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5" name="Line 43: 삼성노트"/>
          <p:cNvGrpSpPr/>
          <p:nvPr/>
        </p:nvGrpSpPr>
        <p:grpSpPr>
          <a:xfrm>
            <a:off x="7524750" y="4152900"/>
            <a:ext cx="458837" cy="220980"/>
            <a:chOff x="7524750" y="4152900"/>
            <a:chExt cx="458837" cy="220980"/>
          </a:xfrm>
        </p:grpSpPr>
        <p:sp>
          <p:nvSpPr>
            <p:cNvPr id="106" name="Weave text 43: 삼성노트"/>
            <p:cNvSpPr txBox="1"/>
            <p:nvPr/>
          </p:nvSpPr>
          <p:spPr>
            <a:xfrm>
              <a:off x="7524750" y="4152900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4A3BC"/>
                  </a:solidFill>
                  <a:latin typeface="Noto Sans KR"/>
                  <a:ea typeface="Noto Sans KR"/>
                  <a:cs typeface="Noto Sans KR"/>
                </a:rPr>
                <a:t xml:space="preserve">삼성노트</a:t>
              </a:r>
              <a:endParaRPr sz="900" b="0" i="0" spc="0" kern="0" lang="ko-KR" altLang="en-US" dirty="0">
                <a:solidFill>
                  <a:srgbClr val="94A3B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7" name="Line 44: 500"/>
          <p:cNvGrpSpPr/>
          <p:nvPr/>
        </p:nvGrpSpPr>
        <p:grpSpPr>
          <a:xfrm>
            <a:off x="7524750" y="4343400"/>
            <a:ext cx="555873" cy="495300"/>
            <a:chOff x="7524750" y="4343400"/>
            <a:chExt cx="555873" cy="495300"/>
          </a:xfrm>
        </p:grpSpPr>
        <p:sp>
          <p:nvSpPr>
            <p:cNvPr id="108" name="Weave text 44: 500"/>
            <p:cNvSpPr txBox="1"/>
            <p:nvPr/>
          </p:nvSpPr>
          <p:spPr>
            <a:xfrm>
              <a:off x="7524750" y="4343400"/>
              <a:ext cx="555873" cy="3838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250" b="0" i="0" spc="-9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500</a:t>
              </a:r>
              <a:endParaRPr sz="2250" b="0" i="0" spc="-9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09" name="Line 45: 개"/>
          <p:cNvGrpSpPr/>
          <p:nvPr/>
        </p:nvGrpSpPr>
        <p:grpSpPr>
          <a:xfrm>
            <a:off x="8080623" y="4448175"/>
            <a:ext cx="193179" cy="327660"/>
            <a:chOff x="8080623" y="4448175"/>
            <a:chExt cx="193179" cy="327660"/>
          </a:xfrm>
        </p:grpSpPr>
        <p:sp>
          <p:nvSpPr>
            <p:cNvPr id="110" name="Weave text 45: 개"/>
            <p:cNvSpPr txBox="1"/>
            <p:nvPr/>
          </p:nvSpPr>
          <p:spPr>
            <a:xfrm>
              <a:off x="8080623" y="4448175"/>
              <a:ext cx="19317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425" b="0" i="0" spc="-9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개</a:t>
              </a:r>
              <a:endParaRPr sz="1425" b="0" i="0" spc="-9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11" name="Line 46: 놓치지 않으려 적은 내용"/>
          <p:cNvGrpSpPr/>
          <p:nvPr/>
        </p:nvGrpSpPr>
        <p:grpSpPr>
          <a:xfrm>
            <a:off x="9584978" y="4348162"/>
            <a:ext cx="1568797" cy="281940"/>
            <a:chOff x="9584978" y="4348162"/>
            <a:chExt cx="1568797" cy="281940"/>
          </a:xfrm>
        </p:grpSpPr>
        <p:sp>
          <p:nvSpPr>
            <p:cNvPr id="112" name="Weave text 46: 놓치지"/>
            <p:cNvSpPr txBox="1"/>
            <p:nvPr/>
          </p:nvSpPr>
          <p:spPr>
            <a:xfrm>
              <a:off x="9584978" y="43481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놓치지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3" name="Weave text 46:  "/>
            <p:cNvSpPr txBox="1"/>
            <p:nvPr/>
          </p:nvSpPr>
          <p:spPr>
            <a:xfrm>
              <a:off x="10005566" y="43481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4" name="Weave text 46: 않으려"/>
            <p:cNvSpPr txBox="1"/>
            <p:nvPr/>
          </p:nvSpPr>
          <p:spPr>
            <a:xfrm>
              <a:off x="10048429" y="43481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않으려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5" name="Weave text 46:  "/>
            <p:cNvSpPr txBox="1"/>
            <p:nvPr/>
          </p:nvSpPr>
          <p:spPr>
            <a:xfrm>
              <a:off x="10469017" y="43481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6" name="Weave text 46: 적은"/>
            <p:cNvSpPr txBox="1"/>
            <p:nvPr/>
          </p:nvSpPr>
          <p:spPr>
            <a:xfrm>
              <a:off x="10511879" y="43481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적은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7" name="Weave text 46:  "/>
            <p:cNvSpPr txBox="1"/>
            <p:nvPr/>
          </p:nvSpPr>
          <p:spPr>
            <a:xfrm>
              <a:off x="10792271" y="43481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8" name="Weave text 46: 내용"/>
            <p:cNvSpPr txBox="1"/>
            <p:nvPr/>
          </p:nvSpPr>
          <p:spPr>
            <a:xfrm>
              <a:off x="10835134" y="43481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내용</a:t>
              </a:r>
              <a:endParaRPr sz="12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19" name="Line 47: 예시 사용자의 기록량 · 서비스 성과 수치가 아닙니다."/>
          <p:cNvGrpSpPr/>
          <p:nvPr/>
        </p:nvGrpSpPr>
        <p:grpSpPr>
          <a:xfrm>
            <a:off x="6819900" y="5048250"/>
            <a:ext cx="2329011" cy="205740"/>
            <a:chOff x="6819900" y="5048250"/>
            <a:chExt cx="2329011" cy="205740"/>
          </a:xfrm>
        </p:grpSpPr>
        <p:sp>
          <p:nvSpPr>
            <p:cNvPr id="120" name="Weave text 47: 예시"/>
            <p:cNvSpPr txBox="1"/>
            <p:nvPr/>
          </p:nvSpPr>
          <p:spPr>
            <a:xfrm>
              <a:off x="6819900" y="504825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예시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1" name="Weave text 47:  "/>
            <p:cNvSpPr txBox="1"/>
            <p:nvPr/>
          </p:nvSpPr>
          <p:spPr>
            <a:xfrm>
              <a:off x="7012632" y="504825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2" name="Weave text 47: 사용자의"/>
            <p:cNvSpPr txBox="1"/>
            <p:nvPr/>
          </p:nvSpPr>
          <p:spPr>
            <a:xfrm>
              <a:off x="7042100" y="5048250"/>
              <a:ext cx="42386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사용자의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3" name="Weave text 47:  "/>
            <p:cNvSpPr txBox="1"/>
            <p:nvPr/>
          </p:nvSpPr>
          <p:spPr>
            <a:xfrm>
              <a:off x="7427714" y="504825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4" name="Weave text 47: 기록량"/>
            <p:cNvSpPr txBox="1"/>
            <p:nvPr/>
          </p:nvSpPr>
          <p:spPr>
            <a:xfrm>
              <a:off x="7457182" y="504825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기록량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5" name="Weave text 47:  · "/>
            <p:cNvSpPr txBox="1"/>
            <p:nvPr/>
          </p:nvSpPr>
          <p:spPr>
            <a:xfrm>
              <a:off x="7746355" y="5048250"/>
              <a:ext cx="127248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6" name="Weave text 47: 서비스"/>
            <p:cNvSpPr txBox="1"/>
            <p:nvPr/>
          </p:nvSpPr>
          <p:spPr>
            <a:xfrm>
              <a:off x="7835354" y="504825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서비스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7" name="Weave text 47:  "/>
            <p:cNvSpPr txBox="1"/>
            <p:nvPr/>
          </p:nvSpPr>
          <p:spPr>
            <a:xfrm>
              <a:off x="8124527" y="504825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8" name="Weave text 47: 성과"/>
            <p:cNvSpPr txBox="1"/>
            <p:nvPr/>
          </p:nvSpPr>
          <p:spPr>
            <a:xfrm>
              <a:off x="8153995" y="5048250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성과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9" name="Weave text 47:  "/>
            <p:cNvSpPr txBox="1"/>
            <p:nvPr/>
          </p:nvSpPr>
          <p:spPr>
            <a:xfrm>
              <a:off x="8346877" y="504825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0" name="Weave text 47: 수치가"/>
            <p:cNvSpPr txBox="1"/>
            <p:nvPr/>
          </p:nvSpPr>
          <p:spPr>
            <a:xfrm>
              <a:off x="8376345" y="504825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수치가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1" name="Weave text 47:  "/>
            <p:cNvSpPr txBox="1"/>
            <p:nvPr/>
          </p:nvSpPr>
          <p:spPr>
            <a:xfrm>
              <a:off x="8665518" y="504825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2" name="Weave text 47: 아닙니다"/>
            <p:cNvSpPr txBox="1"/>
            <p:nvPr/>
          </p:nvSpPr>
          <p:spPr>
            <a:xfrm>
              <a:off x="8694986" y="5048250"/>
              <a:ext cx="42371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Noto Sans KR"/>
                  <a:ea typeface="Noto Sans KR"/>
                  <a:cs typeface="Noto Sans KR"/>
                </a:rPr>
                <a:t xml:space="preserve">아닙니다</a:t>
              </a:r>
              <a:endParaRPr sz="825" b="0" i="0" spc="0" kern="0" lang="ko-KR" altLang="en-US" dirty="0">
                <a:solidFill>
                  <a:srgbClr val="6F7E9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3" name="Weave text 47: ."/>
            <p:cNvSpPr txBox="1"/>
            <p:nvPr/>
          </p:nvSpPr>
          <p:spPr>
            <a:xfrm>
              <a:off x="9080450" y="5048250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7E97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6F7E97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34" name="Line 48: 세상의 지식은 AI에게 묻는데, "/>
          <p:cNvGrpSpPr/>
          <p:nvPr/>
        </p:nvGrpSpPr>
        <p:grpSpPr>
          <a:xfrm>
            <a:off x="609600" y="5886450"/>
            <a:ext cx="2523827" cy="373380"/>
            <a:chOff x="609600" y="5886450"/>
            <a:chExt cx="2523827" cy="373380"/>
          </a:xfrm>
        </p:grpSpPr>
        <p:sp>
          <p:nvSpPr>
            <p:cNvPr id="135" name="Weave text 48: 세상의"/>
            <p:cNvSpPr txBox="1"/>
            <p:nvPr/>
          </p:nvSpPr>
          <p:spPr>
            <a:xfrm>
              <a:off x="609600" y="5886450"/>
              <a:ext cx="594568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세상의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6" name="Weave text 48:  "/>
            <p:cNvSpPr txBox="1"/>
            <p:nvPr/>
          </p:nvSpPr>
          <p:spPr>
            <a:xfrm>
              <a:off x="1165920" y="5886450"/>
              <a:ext cx="89743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7" name="Weave text 48: 지식은"/>
            <p:cNvSpPr txBox="1"/>
            <p:nvPr/>
          </p:nvSpPr>
          <p:spPr>
            <a:xfrm>
              <a:off x="1217414" y="5886450"/>
              <a:ext cx="59471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지식은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8" name="Weave text 48:  AI"/>
            <p:cNvSpPr txBox="1"/>
            <p:nvPr/>
          </p:nvSpPr>
          <p:spPr>
            <a:xfrm>
              <a:off x="1773882" y="5886450"/>
              <a:ext cx="275927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AI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9" name="Weave text 48: 에게"/>
            <p:cNvSpPr txBox="1"/>
            <p:nvPr/>
          </p:nvSpPr>
          <p:spPr>
            <a:xfrm>
              <a:off x="2011561" y="5886450"/>
              <a:ext cx="40927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에게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0" name="Weave text 48:  "/>
            <p:cNvSpPr txBox="1"/>
            <p:nvPr/>
          </p:nvSpPr>
          <p:spPr>
            <a:xfrm>
              <a:off x="2382589" y="5886450"/>
              <a:ext cx="89743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1" name="Weave text 48: 묻는데"/>
            <p:cNvSpPr txBox="1"/>
            <p:nvPr/>
          </p:nvSpPr>
          <p:spPr>
            <a:xfrm>
              <a:off x="2434084" y="5886450"/>
              <a:ext cx="59471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묻는데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2" name="Weave text 48: , "/>
            <p:cNvSpPr txBox="1"/>
            <p:nvPr/>
          </p:nvSpPr>
          <p:spPr>
            <a:xfrm>
              <a:off x="2990552" y="5886450"/>
              <a:ext cx="142875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43" name="Line 49: 내 기록은 아직 직접 찾아다닙니다."/>
          <p:cNvGrpSpPr/>
          <p:nvPr/>
        </p:nvGrpSpPr>
        <p:grpSpPr>
          <a:xfrm>
            <a:off x="3095327" y="5886450"/>
            <a:ext cx="2893963" cy="373380"/>
            <a:chOff x="3095327" y="5886450"/>
            <a:chExt cx="2893963" cy="373380"/>
          </a:xfrm>
        </p:grpSpPr>
        <p:sp>
          <p:nvSpPr>
            <p:cNvPr id="144" name="Weave text 49: 내"/>
            <p:cNvSpPr txBox="1"/>
            <p:nvPr/>
          </p:nvSpPr>
          <p:spPr>
            <a:xfrm>
              <a:off x="3095327" y="5886450"/>
              <a:ext cx="22368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650" b="0" i="0" spc="-58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5" name="Weave text 49:  "/>
            <p:cNvSpPr txBox="1"/>
            <p:nvPr/>
          </p:nvSpPr>
          <p:spPr>
            <a:xfrm>
              <a:off x="3280767" y="5886450"/>
              <a:ext cx="89743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6" name="Weave text 49: 기록은"/>
            <p:cNvSpPr txBox="1"/>
            <p:nvPr/>
          </p:nvSpPr>
          <p:spPr>
            <a:xfrm>
              <a:off x="3332262" y="5886450"/>
              <a:ext cx="59471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기록은</a:t>
              </a:r>
              <a:endParaRPr sz="1650" b="0" i="0" spc="-58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7" name="Weave text 49:  "/>
            <p:cNvSpPr txBox="1"/>
            <p:nvPr/>
          </p:nvSpPr>
          <p:spPr>
            <a:xfrm>
              <a:off x="3888730" y="5886450"/>
              <a:ext cx="89743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8" name="Weave text 49: 아직"/>
            <p:cNvSpPr txBox="1"/>
            <p:nvPr/>
          </p:nvSpPr>
          <p:spPr>
            <a:xfrm>
              <a:off x="3940225" y="5886450"/>
              <a:ext cx="40912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아직</a:t>
              </a:r>
              <a:endParaRPr sz="1650" b="0" i="0" spc="-58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9" name="Weave text 49:  "/>
            <p:cNvSpPr txBox="1"/>
            <p:nvPr/>
          </p:nvSpPr>
          <p:spPr>
            <a:xfrm>
              <a:off x="4311104" y="5886450"/>
              <a:ext cx="89892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0" name="Weave text 49: 직접"/>
            <p:cNvSpPr txBox="1"/>
            <p:nvPr/>
          </p:nvSpPr>
          <p:spPr>
            <a:xfrm>
              <a:off x="4362748" y="5886450"/>
              <a:ext cx="40912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직접</a:t>
              </a:r>
              <a:endParaRPr sz="1650" b="0" i="0" spc="-58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1" name="Weave text 49:  "/>
            <p:cNvSpPr txBox="1"/>
            <p:nvPr/>
          </p:nvSpPr>
          <p:spPr>
            <a:xfrm>
              <a:off x="4733627" y="5886450"/>
              <a:ext cx="89892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650" b="0" i="0" spc="-58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2" name="Weave text 49: 찾아다닙니다"/>
            <p:cNvSpPr txBox="1"/>
            <p:nvPr/>
          </p:nvSpPr>
          <p:spPr>
            <a:xfrm>
              <a:off x="4785271" y="5886450"/>
              <a:ext cx="115103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찾아다닙니다</a:t>
              </a:r>
              <a:endParaRPr sz="1650" b="0" i="0" spc="-58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3" name="Weave text 49: ."/>
            <p:cNvSpPr txBox="1"/>
            <p:nvPr/>
          </p:nvSpPr>
          <p:spPr>
            <a:xfrm>
              <a:off x="5898059" y="5886450"/>
              <a:ext cx="91232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650" b="0" i="0" spc="-58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650" b="0" i="0" spc="-58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54" name="Line 50: Microsoft Work Trend Index 2023 · 31개 시장">
            <a:hlinkClick r:id="rIdWeaveLink50"/>
          </p:cNvPr>
          <p:cNvGrpSpPr/>
          <p:nvPr/>
        </p:nvGrpSpPr>
        <p:grpSpPr>
          <a:xfrm>
            <a:off x="609600" y="6210300"/>
            <a:ext cx="3128367" cy="190500"/>
            <a:chOff x="609600" y="6210300"/>
            <a:chExt cx="3128367" cy="190500"/>
          </a:xfrm>
        </p:grpSpPr>
        <p:sp>
          <p:nvSpPr>
            <p:cNvPr id="155" name="Weave text 50: Microsoft Work Trend Index 2023 · 31">
              <a:hlinkClick r:id="rIdWeaveLink50"/>
            </p:cNvPr>
            <p:cNvSpPr txBox="1"/>
            <p:nvPr/>
          </p:nvSpPr>
          <p:spPr>
            <a:xfrm>
              <a:off x="609600" y="6210300"/>
              <a:ext cx="172625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Microsoft Work Trend Index 2023 · 31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6" name="Weave text 50: 개">
              <a:hlinkClick r:id="rIdWeaveLink50"/>
            </p:cNvPr>
            <p:cNvSpPr txBox="1"/>
            <p:nvPr/>
          </p:nvSpPr>
          <p:spPr>
            <a:xfrm>
              <a:off x="2297609" y="6210300"/>
              <a:ext cx="12590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개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7" name="Weave text 50:  ">
              <a:hlinkClick r:id="rIdWeaveLink50"/>
            </p:cNvPr>
            <p:cNvSpPr txBox="1"/>
            <p:nvPr/>
          </p:nvSpPr>
          <p:spPr>
            <a:xfrm>
              <a:off x="2385268" y="62103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8" name="Weave text 50: 시장">
              <a:hlinkClick r:id="rIdWeaveLink50"/>
            </p:cNvPr>
            <p:cNvSpPr txBox="1"/>
            <p:nvPr/>
          </p:nvSpPr>
          <p:spPr>
            <a:xfrm>
              <a:off x="2412057" y="62103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시장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9" name="Weave text 50: , ">
              <a:hlinkClick r:id="rIdWeaveLink50"/>
            </p:cNvPr>
            <p:cNvSpPr txBox="1"/>
            <p:nvPr/>
          </p:nvSpPr>
          <p:spPr>
            <a:xfrm>
              <a:off x="2587377" y="6210300"/>
              <a:ext cx="9242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0" name="Weave text 50: 취업자">
              <a:hlinkClick r:id="rIdWeaveLink50"/>
            </p:cNvPr>
            <p:cNvSpPr txBox="1"/>
            <p:nvPr/>
          </p:nvSpPr>
          <p:spPr>
            <a:xfrm>
              <a:off x="2641550" y="6210300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취업자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50: ·">
              <a:hlinkClick r:id="rIdWeaveLink50"/>
            </p:cNvPr>
            <p:cNvSpPr txBox="1"/>
            <p:nvPr/>
          </p:nvSpPr>
          <p:spPr>
            <a:xfrm>
              <a:off x="2904381" y="6210300"/>
              <a:ext cx="6578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50: 자영업자">
              <a:hlinkClick r:id="rIdWeaveLink50"/>
            </p:cNvPr>
            <p:cNvSpPr txBox="1"/>
            <p:nvPr/>
          </p:nvSpPr>
          <p:spPr>
            <a:xfrm>
              <a:off x="2931914" y="6210300"/>
              <a:ext cx="38873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자영업자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3" name="Weave text 50:  31,000">
              <a:hlinkClick r:id="rIdWeaveLink50"/>
            </p:cNvPr>
            <p:cNvSpPr txBox="1"/>
            <p:nvPr/>
          </p:nvSpPr>
          <p:spPr>
            <a:xfrm>
              <a:off x="3282404" y="6210300"/>
              <a:ext cx="367903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31,000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4" name="Weave text 50: 명">
              <a:hlinkClick r:id="rIdWeaveLink50"/>
            </p:cNvPr>
            <p:cNvSpPr txBox="1"/>
            <p:nvPr/>
          </p:nvSpPr>
          <p:spPr>
            <a:xfrm>
              <a:off x="3612059" y="6210300"/>
              <a:ext cx="12590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명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65" name="Line 51:  / 업무 정보 탐색 설문, 스마트폰만의 조사·Weave 성과가 아님"/>
          <p:cNvGrpSpPr/>
          <p:nvPr/>
        </p:nvGrpSpPr>
        <p:grpSpPr>
          <a:xfrm>
            <a:off x="3699867" y="6210300"/>
            <a:ext cx="2508647" cy="190500"/>
            <a:chOff x="3699867" y="6210300"/>
            <a:chExt cx="2508647" cy="190500"/>
          </a:xfrm>
        </p:grpSpPr>
        <p:sp>
          <p:nvSpPr>
            <p:cNvPr id="166" name="Weave text 51:  / "/>
            <p:cNvSpPr txBox="1"/>
            <p:nvPr/>
          </p:nvSpPr>
          <p:spPr>
            <a:xfrm>
              <a:off x="3699867" y="6210300"/>
              <a:ext cx="12605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/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7" name="Weave text 51: 업무"/>
            <p:cNvSpPr txBox="1"/>
            <p:nvPr/>
          </p:nvSpPr>
          <p:spPr>
            <a:xfrm>
              <a:off x="3787676" y="62103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업무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8" name="Weave text 51:  "/>
            <p:cNvSpPr txBox="1"/>
            <p:nvPr/>
          </p:nvSpPr>
          <p:spPr>
            <a:xfrm>
              <a:off x="3962995" y="62103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9" name="Weave text 51: 정보"/>
            <p:cNvSpPr txBox="1"/>
            <p:nvPr/>
          </p:nvSpPr>
          <p:spPr>
            <a:xfrm>
              <a:off x="3989784" y="62103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0" name="Weave text 51:  "/>
            <p:cNvSpPr txBox="1"/>
            <p:nvPr/>
          </p:nvSpPr>
          <p:spPr>
            <a:xfrm>
              <a:off x="4164955" y="62103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1" name="Weave text 51: 탐색"/>
            <p:cNvSpPr txBox="1"/>
            <p:nvPr/>
          </p:nvSpPr>
          <p:spPr>
            <a:xfrm>
              <a:off x="4191744" y="62103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탐색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2" name="Weave text 51:  "/>
            <p:cNvSpPr txBox="1"/>
            <p:nvPr/>
          </p:nvSpPr>
          <p:spPr>
            <a:xfrm>
              <a:off x="4367064" y="62103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3" name="Weave text 51: 설문"/>
            <p:cNvSpPr txBox="1"/>
            <p:nvPr/>
          </p:nvSpPr>
          <p:spPr>
            <a:xfrm>
              <a:off x="4393853" y="62103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설문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4" name="Weave text 51: , "/>
            <p:cNvSpPr txBox="1"/>
            <p:nvPr/>
          </p:nvSpPr>
          <p:spPr>
            <a:xfrm>
              <a:off x="4569172" y="6210300"/>
              <a:ext cx="9242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5" name="Weave text 51: 스마트폰만의"/>
            <p:cNvSpPr txBox="1"/>
            <p:nvPr/>
          </p:nvSpPr>
          <p:spPr>
            <a:xfrm>
              <a:off x="4623346" y="6210300"/>
              <a:ext cx="56405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스마트폰만의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6" name="Weave text 51:  "/>
            <p:cNvSpPr txBox="1"/>
            <p:nvPr/>
          </p:nvSpPr>
          <p:spPr>
            <a:xfrm>
              <a:off x="5149155" y="62103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7" name="Weave text 51: 조사"/>
            <p:cNvSpPr txBox="1"/>
            <p:nvPr/>
          </p:nvSpPr>
          <p:spPr>
            <a:xfrm>
              <a:off x="5175945" y="62103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조사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8" name="Weave text 51: ·Weave "/>
            <p:cNvSpPr txBox="1"/>
            <p:nvPr/>
          </p:nvSpPr>
          <p:spPr>
            <a:xfrm>
              <a:off x="5351115" y="6210300"/>
              <a:ext cx="392460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·Weave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9" name="Weave text 51: 성과가"/>
            <p:cNvSpPr txBox="1"/>
            <p:nvPr/>
          </p:nvSpPr>
          <p:spPr>
            <a:xfrm>
              <a:off x="5705326" y="6210300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성과가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0" name="Weave text 51:  "/>
            <p:cNvSpPr txBox="1"/>
            <p:nvPr/>
          </p:nvSpPr>
          <p:spPr>
            <a:xfrm>
              <a:off x="5968157" y="62103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1" name="Weave text 51: 아님"/>
            <p:cNvSpPr txBox="1"/>
            <p:nvPr/>
          </p:nvSpPr>
          <p:spPr>
            <a:xfrm>
              <a:off x="5994946" y="62103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아님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82" name="Line 52: 02 / 11"/>
          <p:cNvGrpSpPr/>
          <p:nvPr/>
        </p:nvGrpSpPr>
        <p:grpSpPr>
          <a:xfrm>
            <a:off x="11172081" y="6486525"/>
            <a:ext cx="448419" cy="190500"/>
            <a:chOff x="11172081" y="6486525"/>
            <a:chExt cx="448419" cy="190500"/>
          </a:xfrm>
        </p:grpSpPr>
        <p:sp>
          <p:nvSpPr>
            <p:cNvPr id="183" name="Weave text 52: 02 / 11"/>
            <p:cNvSpPr txBox="1"/>
            <p:nvPr/>
          </p:nvSpPr>
          <p:spPr>
            <a:xfrm>
              <a:off x="11172081" y="6486525"/>
              <a:ext cx="448419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02 / 11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53: 03 / PAIN POINTS"/>
          <p:cNvGrpSpPr/>
          <p:nvPr/>
        </p:nvGrpSpPr>
        <p:grpSpPr>
          <a:xfrm>
            <a:off x="609600" y="371475"/>
            <a:ext cx="1232148" cy="205740"/>
            <a:chOff x="609600" y="371475"/>
            <a:chExt cx="1232148" cy="205740"/>
          </a:xfrm>
        </p:grpSpPr>
        <p:sp>
          <p:nvSpPr>
            <p:cNvPr id="4" name="Weave text 53: 03 / PAIN POINTS"/>
            <p:cNvSpPr txBox="1"/>
            <p:nvPr/>
          </p:nvSpPr>
          <p:spPr>
            <a:xfrm>
              <a:off x="609600" y="371475"/>
              <a:ext cx="1232148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03 / PAIN POINTS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54: 기록을 꺼내 쓰지 못하는 세 순간."/>
          <p:cNvGrpSpPr/>
          <p:nvPr/>
        </p:nvGrpSpPr>
        <p:grpSpPr>
          <a:xfrm>
            <a:off x="609600" y="704850"/>
            <a:ext cx="4834384" cy="647700"/>
            <a:chOff x="609600" y="704850"/>
            <a:chExt cx="4834384" cy="647700"/>
          </a:xfrm>
        </p:grpSpPr>
        <p:sp>
          <p:nvSpPr>
            <p:cNvPr id="6" name="Weave text 54: 기록을"/>
            <p:cNvSpPr txBox="1"/>
            <p:nvPr/>
          </p:nvSpPr>
          <p:spPr>
            <a:xfrm>
              <a:off x="609600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기록을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54:  "/>
            <p:cNvSpPr txBox="1"/>
            <p:nvPr/>
          </p:nvSpPr>
          <p:spPr>
            <a:xfrm>
              <a:off x="1603921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54: 꺼내"/>
            <p:cNvSpPr txBox="1"/>
            <p:nvPr/>
          </p:nvSpPr>
          <p:spPr>
            <a:xfrm>
              <a:off x="1680865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꺼내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54:  "/>
            <p:cNvSpPr txBox="1"/>
            <p:nvPr/>
          </p:nvSpPr>
          <p:spPr>
            <a:xfrm>
              <a:off x="2343745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54: 쓰지"/>
            <p:cNvSpPr txBox="1"/>
            <p:nvPr/>
          </p:nvSpPr>
          <p:spPr>
            <a:xfrm>
              <a:off x="2420689" y="704850"/>
              <a:ext cx="7012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쓰지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54:  "/>
            <p:cNvSpPr txBox="1"/>
            <p:nvPr/>
          </p:nvSpPr>
          <p:spPr>
            <a:xfrm>
              <a:off x="3083719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54: 못하는"/>
            <p:cNvSpPr txBox="1"/>
            <p:nvPr/>
          </p:nvSpPr>
          <p:spPr>
            <a:xfrm>
              <a:off x="3160663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못하는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54:  "/>
            <p:cNvSpPr txBox="1"/>
            <p:nvPr/>
          </p:nvSpPr>
          <p:spPr>
            <a:xfrm>
              <a:off x="4154984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54: 세"/>
            <p:cNvSpPr txBox="1"/>
            <p:nvPr/>
          </p:nvSpPr>
          <p:spPr>
            <a:xfrm>
              <a:off x="4231928" y="704850"/>
              <a:ext cx="36983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세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54:  "/>
            <p:cNvSpPr txBox="1"/>
            <p:nvPr/>
          </p:nvSpPr>
          <p:spPr>
            <a:xfrm>
              <a:off x="4563517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" name="Weave text 54: 순간"/>
            <p:cNvSpPr txBox="1"/>
            <p:nvPr/>
          </p:nvSpPr>
          <p:spPr>
            <a:xfrm>
              <a:off x="4640461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순간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" name="Weave text 54: ."/>
            <p:cNvSpPr txBox="1"/>
            <p:nvPr/>
          </p:nvSpPr>
          <p:spPr>
            <a:xfrm>
              <a:off x="5303341" y="70485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8" name="Line 55: 어디에 있는지, 무엇이었는지, 기억이 있었다는 사실까지."/>
          <p:cNvGrpSpPr/>
          <p:nvPr/>
        </p:nvGrpSpPr>
        <p:grpSpPr>
          <a:xfrm>
            <a:off x="609600" y="1343025"/>
            <a:ext cx="3832175" cy="297180"/>
            <a:chOff x="609600" y="1343025"/>
            <a:chExt cx="3832175" cy="297180"/>
          </a:xfrm>
        </p:grpSpPr>
        <p:sp>
          <p:nvSpPr>
            <p:cNvPr id="19" name="Weave text 55: 어디에"/>
            <p:cNvSpPr txBox="1"/>
            <p:nvPr/>
          </p:nvSpPr>
          <p:spPr>
            <a:xfrm>
              <a:off x="609600" y="13430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어디에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55:  "/>
            <p:cNvSpPr txBox="1"/>
            <p:nvPr/>
          </p:nvSpPr>
          <p:spPr>
            <a:xfrm>
              <a:off x="1056382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55: 있는지"/>
            <p:cNvSpPr txBox="1"/>
            <p:nvPr/>
          </p:nvSpPr>
          <p:spPr>
            <a:xfrm>
              <a:off x="1101923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있는지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55: , "/>
            <p:cNvSpPr txBox="1"/>
            <p:nvPr/>
          </p:nvSpPr>
          <p:spPr>
            <a:xfrm>
              <a:off x="1548854" y="1343025"/>
              <a:ext cx="13052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55: 무엇이었는지"/>
            <p:cNvSpPr txBox="1"/>
            <p:nvPr/>
          </p:nvSpPr>
          <p:spPr>
            <a:xfrm>
              <a:off x="1641128" y="1343025"/>
              <a:ext cx="931962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무엇이었는지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55: , "/>
            <p:cNvSpPr txBox="1"/>
            <p:nvPr/>
          </p:nvSpPr>
          <p:spPr>
            <a:xfrm>
              <a:off x="2534841" y="1343025"/>
              <a:ext cx="13052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55: 기억이"/>
            <p:cNvSpPr txBox="1"/>
            <p:nvPr/>
          </p:nvSpPr>
          <p:spPr>
            <a:xfrm>
              <a:off x="2627114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기억이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55:  "/>
            <p:cNvSpPr txBox="1"/>
            <p:nvPr/>
          </p:nvSpPr>
          <p:spPr>
            <a:xfrm>
              <a:off x="3074045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55: 있었다는"/>
            <p:cNvSpPr txBox="1"/>
            <p:nvPr/>
          </p:nvSpPr>
          <p:spPr>
            <a:xfrm>
              <a:off x="3119586" y="1343025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있었다는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55:  "/>
            <p:cNvSpPr txBox="1"/>
            <p:nvPr/>
          </p:nvSpPr>
          <p:spPr>
            <a:xfrm>
              <a:off x="3715494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55: 사실까지"/>
            <p:cNvSpPr txBox="1"/>
            <p:nvPr/>
          </p:nvSpPr>
          <p:spPr>
            <a:xfrm>
              <a:off x="3761036" y="1343025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사실까지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55: ."/>
            <p:cNvSpPr txBox="1"/>
            <p:nvPr/>
          </p:nvSpPr>
          <p:spPr>
            <a:xfrm>
              <a:off x="4356795" y="1343025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1" name="Line 56: 01"/>
          <p:cNvGrpSpPr/>
          <p:nvPr/>
        </p:nvGrpSpPr>
        <p:grpSpPr>
          <a:xfrm>
            <a:off x="609600" y="2293144"/>
            <a:ext cx="391716" cy="571500"/>
            <a:chOff x="609600" y="2293144"/>
            <a:chExt cx="391716" cy="571500"/>
          </a:xfrm>
        </p:grpSpPr>
        <p:sp>
          <p:nvSpPr>
            <p:cNvPr id="32" name="Weave text 56: 01"/>
            <p:cNvSpPr txBox="1"/>
            <p:nvPr/>
          </p:nvSpPr>
          <p:spPr>
            <a:xfrm>
              <a:off x="609600" y="2293144"/>
              <a:ext cx="391716" cy="4414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rPr>
                <a:t xml:space="preserve">01</a:t>
              </a:r>
              <a:endParaRPr sz="2625" b="0" i="0" spc="0" kern="0" lang="ko-KR" altLang="en-US" dirty="0">
                <a:solidFill>
                  <a:srgbClr val="48557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33" name="Line 57: 어디에 적었더라?"/>
          <p:cNvGrpSpPr/>
          <p:nvPr/>
        </p:nvGrpSpPr>
        <p:grpSpPr>
          <a:xfrm>
            <a:off x="1400175" y="2331244"/>
            <a:ext cx="1783259" cy="449580"/>
            <a:chOff x="1400175" y="2331244"/>
            <a:chExt cx="1783259" cy="449580"/>
          </a:xfrm>
        </p:grpSpPr>
        <p:sp>
          <p:nvSpPr>
            <p:cNvPr id="34" name="Weave text 57: 어디에"/>
            <p:cNvSpPr txBox="1"/>
            <p:nvPr/>
          </p:nvSpPr>
          <p:spPr>
            <a:xfrm>
              <a:off x="1400175" y="2331244"/>
              <a:ext cx="709464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어디에</a:t>
              </a:r>
              <a:endParaRPr sz="2025" b="0" i="0" spc="-101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5" name="Weave text 57:  "/>
            <p:cNvSpPr txBox="1"/>
            <p:nvPr/>
          </p:nvSpPr>
          <p:spPr>
            <a:xfrm>
              <a:off x="2071390" y="2331244"/>
              <a:ext cx="90190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025" b="0" i="0" spc="-101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6" name="Weave text 57: 적었더라"/>
            <p:cNvSpPr txBox="1"/>
            <p:nvPr/>
          </p:nvSpPr>
          <p:spPr>
            <a:xfrm>
              <a:off x="2123331" y="2331244"/>
              <a:ext cx="933152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적었더라</a:t>
              </a:r>
              <a:endParaRPr sz="2025" b="0" i="0" spc="-101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7" name="Weave text 57: ?"/>
            <p:cNvSpPr txBox="1"/>
            <p:nvPr/>
          </p:nvSpPr>
          <p:spPr>
            <a:xfrm>
              <a:off x="3018234" y="2331244"/>
              <a:ext cx="165199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2025" b="0" i="0" spc="-101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38" name="Line 58: 찾을 내용은 알지만, 어느 앱에 있는지 모릅니다."/>
          <p:cNvGrpSpPr/>
          <p:nvPr/>
        </p:nvGrpSpPr>
        <p:grpSpPr>
          <a:xfrm>
            <a:off x="4543425" y="2235994"/>
            <a:ext cx="3489127" cy="327660"/>
            <a:chOff x="4543425" y="2235994"/>
            <a:chExt cx="3489127" cy="327660"/>
          </a:xfrm>
        </p:grpSpPr>
        <p:sp>
          <p:nvSpPr>
            <p:cNvPr id="39" name="Weave text 58: 찾을"/>
            <p:cNvSpPr txBox="1"/>
            <p:nvPr/>
          </p:nvSpPr>
          <p:spPr>
            <a:xfrm>
              <a:off x="4543425" y="2235994"/>
              <a:ext cx="36209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찾을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" name="Weave text 58:  "/>
            <p:cNvSpPr txBox="1"/>
            <p:nvPr/>
          </p:nvSpPr>
          <p:spPr>
            <a:xfrm>
              <a:off x="4867275" y="2235994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1" name="Weave text 58: 내용은"/>
            <p:cNvSpPr txBox="1"/>
            <p:nvPr/>
          </p:nvSpPr>
          <p:spPr>
            <a:xfrm>
              <a:off x="4913709" y="2235994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내용은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2" name="Weave text 58:  "/>
            <p:cNvSpPr txBox="1"/>
            <p:nvPr/>
          </p:nvSpPr>
          <p:spPr>
            <a:xfrm>
              <a:off x="5399633" y="2235994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3" name="Weave text 58: 알지만"/>
            <p:cNvSpPr txBox="1"/>
            <p:nvPr/>
          </p:nvSpPr>
          <p:spPr>
            <a:xfrm>
              <a:off x="5445919" y="2235994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알지만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4" name="Weave text 58: , "/>
            <p:cNvSpPr txBox="1"/>
            <p:nvPr/>
          </p:nvSpPr>
          <p:spPr>
            <a:xfrm>
              <a:off x="5931843" y="2235994"/>
              <a:ext cx="132308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5" name="Weave text 58: 어느"/>
            <p:cNvSpPr txBox="1"/>
            <p:nvPr/>
          </p:nvSpPr>
          <p:spPr>
            <a:xfrm>
              <a:off x="6025902" y="2235994"/>
              <a:ext cx="36209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어느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6" name="Weave text 58:  "/>
            <p:cNvSpPr txBox="1"/>
            <p:nvPr/>
          </p:nvSpPr>
          <p:spPr>
            <a:xfrm>
              <a:off x="6349752" y="2235994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7" name="Weave text 58: 앱에"/>
            <p:cNvSpPr txBox="1"/>
            <p:nvPr/>
          </p:nvSpPr>
          <p:spPr>
            <a:xfrm>
              <a:off x="6396186" y="2235994"/>
              <a:ext cx="36224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앱에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8" name="Weave text 58:  "/>
            <p:cNvSpPr txBox="1"/>
            <p:nvPr/>
          </p:nvSpPr>
          <p:spPr>
            <a:xfrm>
              <a:off x="6720185" y="2235994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9" name="Weave text 58: 있는지"/>
            <p:cNvSpPr txBox="1"/>
            <p:nvPr/>
          </p:nvSpPr>
          <p:spPr>
            <a:xfrm>
              <a:off x="6766471" y="2235994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있는지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0" name="Weave text 58:  "/>
            <p:cNvSpPr txBox="1"/>
            <p:nvPr/>
          </p:nvSpPr>
          <p:spPr>
            <a:xfrm>
              <a:off x="7252395" y="2235994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1" name="Weave text 58: 모릅니다"/>
            <p:cNvSpPr txBox="1"/>
            <p:nvPr/>
          </p:nvSpPr>
          <p:spPr>
            <a:xfrm>
              <a:off x="7298829" y="2235994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모릅니다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2" name="Weave text 58: ."/>
            <p:cNvSpPr txBox="1"/>
            <p:nvPr/>
          </p:nvSpPr>
          <p:spPr>
            <a:xfrm>
              <a:off x="7946678" y="2235994"/>
              <a:ext cx="8587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3" name="Line 59: 노트 · 메일 · 나와의 채팅을 하나씩 확인"/>
          <p:cNvGrpSpPr/>
          <p:nvPr/>
        </p:nvGrpSpPr>
        <p:grpSpPr>
          <a:xfrm>
            <a:off x="4543425" y="2602706"/>
            <a:ext cx="2217688" cy="251460"/>
            <a:chOff x="4543425" y="2602706"/>
            <a:chExt cx="2217688" cy="251460"/>
          </a:xfrm>
        </p:grpSpPr>
        <p:sp>
          <p:nvSpPr>
            <p:cNvPr id="54" name="Weave text 59: 노트"/>
            <p:cNvSpPr txBox="1"/>
            <p:nvPr/>
          </p:nvSpPr>
          <p:spPr>
            <a:xfrm>
              <a:off x="4543425" y="2602706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노트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5" name="Weave text 59:  · "/>
            <p:cNvSpPr txBox="1"/>
            <p:nvPr/>
          </p:nvSpPr>
          <p:spPr>
            <a:xfrm>
              <a:off x="4788694" y="2602706"/>
              <a:ext cx="15165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6" name="Weave text 59: 메일"/>
            <p:cNvSpPr txBox="1"/>
            <p:nvPr/>
          </p:nvSpPr>
          <p:spPr>
            <a:xfrm>
              <a:off x="4902101" y="2602706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7" name="Weave text 59:  · "/>
            <p:cNvSpPr txBox="1"/>
            <p:nvPr/>
          </p:nvSpPr>
          <p:spPr>
            <a:xfrm>
              <a:off x="5147518" y="2602706"/>
              <a:ext cx="15165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8" name="Weave text 59: 나와의"/>
            <p:cNvSpPr txBox="1"/>
            <p:nvPr/>
          </p:nvSpPr>
          <p:spPr>
            <a:xfrm>
              <a:off x="5260925" y="2602706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나와의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9" name="Weave text 59:  "/>
            <p:cNvSpPr txBox="1"/>
            <p:nvPr/>
          </p:nvSpPr>
          <p:spPr>
            <a:xfrm>
              <a:off x="5628977" y="2602706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0" name="Weave text 59: 채팅을"/>
            <p:cNvSpPr txBox="1"/>
            <p:nvPr/>
          </p:nvSpPr>
          <p:spPr>
            <a:xfrm>
              <a:off x="5666482" y="2602706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채팅을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1" name="Weave text 59:  "/>
            <p:cNvSpPr txBox="1"/>
            <p:nvPr/>
          </p:nvSpPr>
          <p:spPr>
            <a:xfrm>
              <a:off x="6034534" y="2602706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2" name="Weave text 59: 하나씩"/>
            <p:cNvSpPr txBox="1"/>
            <p:nvPr/>
          </p:nvSpPr>
          <p:spPr>
            <a:xfrm>
              <a:off x="6072039" y="2602706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하나씩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3" name="Weave text 59:  "/>
            <p:cNvSpPr txBox="1"/>
            <p:nvPr/>
          </p:nvSpPr>
          <p:spPr>
            <a:xfrm>
              <a:off x="6440091" y="2602706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4" name="Weave text 59: 확인"/>
            <p:cNvSpPr txBox="1"/>
            <p:nvPr/>
          </p:nvSpPr>
          <p:spPr>
            <a:xfrm>
              <a:off x="6477595" y="2602706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확인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5" name="Line 60: 02"/>
          <p:cNvGrpSpPr/>
          <p:nvPr/>
        </p:nvGrpSpPr>
        <p:grpSpPr>
          <a:xfrm>
            <a:off x="609600" y="3350419"/>
            <a:ext cx="458837" cy="571500"/>
            <a:chOff x="609600" y="3350419"/>
            <a:chExt cx="458837" cy="571500"/>
          </a:xfrm>
        </p:grpSpPr>
        <p:sp>
          <p:nvSpPr>
            <p:cNvPr id="66" name="Weave text 60: 02"/>
            <p:cNvSpPr txBox="1"/>
            <p:nvPr/>
          </p:nvSpPr>
          <p:spPr>
            <a:xfrm>
              <a:off x="609600" y="3350419"/>
              <a:ext cx="458837" cy="4414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rPr>
                <a:t xml:space="preserve">02</a:t>
              </a:r>
              <a:endParaRPr sz="2625" b="0" i="0" spc="0" kern="0" lang="ko-KR" altLang="en-US" dirty="0">
                <a:solidFill>
                  <a:srgbClr val="48557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67" name="Line 61: 이름이 뭐였더라?"/>
          <p:cNvGrpSpPr/>
          <p:nvPr/>
        </p:nvGrpSpPr>
        <p:grpSpPr>
          <a:xfrm>
            <a:off x="1400175" y="3388519"/>
            <a:ext cx="1783259" cy="449580"/>
            <a:chOff x="1400175" y="3388519"/>
            <a:chExt cx="1783259" cy="449580"/>
          </a:xfrm>
        </p:grpSpPr>
        <p:sp>
          <p:nvSpPr>
            <p:cNvPr id="68" name="Weave text 61: 이름이"/>
            <p:cNvSpPr txBox="1"/>
            <p:nvPr/>
          </p:nvSpPr>
          <p:spPr>
            <a:xfrm>
              <a:off x="1400175" y="3388519"/>
              <a:ext cx="709464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이름이</a:t>
              </a:r>
              <a:endParaRPr sz="2025" b="0" i="0" spc="-101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69" name="Weave text 61:  "/>
            <p:cNvSpPr txBox="1"/>
            <p:nvPr/>
          </p:nvSpPr>
          <p:spPr>
            <a:xfrm>
              <a:off x="2071390" y="3388519"/>
              <a:ext cx="90190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025" b="0" i="0" spc="-101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70" name="Weave text 61: 뭐였더라"/>
            <p:cNvSpPr txBox="1"/>
            <p:nvPr/>
          </p:nvSpPr>
          <p:spPr>
            <a:xfrm>
              <a:off x="2123331" y="3388519"/>
              <a:ext cx="933152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뭐였더라</a:t>
              </a:r>
              <a:endParaRPr sz="2025" b="0" i="0" spc="-101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1" name="Weave text 61: ?"/>
            <p:cNvSpPr txBox="1"/>
            <p:nvPr/>
          </p:nvSpPr>
          <p:spPr>
            <a:xfrm>
              <a:off x="3018234" y="3388519"/>
              <a:ext cx="165199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2025" b="0" i="0" spc="-101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72" name="Line 62: 정확한 이름이 떠오르지 않아, 검색부터 막힙니다."/>
          <p:cNvGrpSpPr/>
          <p:nvPr/>
        </p:nvGrpSpPr>
        <p:grpSpPr>
          <a:xfrm>
            <a:off x="4543425" y="3293269"/>
            <a:ext cx="3604766" cy="327660"/>
            <a:chOff x="4543425" y="3293269"/>
            <a:chExt cx="3604766" cy="327660"/>
          </a:xfrm>
        </p:grpSpPr>
        <p:sp>
          <p:nvSpPr>
            <p:cNvPr id="73" name="Weave text 62: 정확한"/>
            <p:cNvSpPr txBox="1"/>
            <p:nvPr/>
          </p:nvSpPr>
          <p:spPr>
            <a:xfrm>
              <a:off x="4543425" y="3293269"/>
              <a:ext cx="524024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정확한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4" name="Weave text 62:  "/>
            <p:cNvSpPr txBox="1"/>
            <p:nvPr/>
          </p:nvSpPr>
          <p:spPr>
            <a:xfrm>
              <a:off x="5029200" y="3293269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5" name="Weave text 62: 이름이"/>
            <p:cNvSpPr txBox="1"/>
            <p:nvPr/>
          </p:nvSpPr>
          <p:spPr>
            <a:xfrm>
              <a:off x="5075634" y="3293269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이름이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6" name="Weave text 62:  "/>
            <p:cNvSpPr txBox="1"/>
            <p:nvPr/>
          </p:nvSpPr>
          <p:spPr>
            <a:xfrm>
              <a:off x="5561558" y="3293269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7" name="Weave text 62: 떠오르지"/>
            <p:cNvSpPr txBox="1"/>
            <p:nvPr/>
          </p:nvSpPr>
          <p:spPr>
            <a:xfrm>
              <a:off x="5607993" y="3293269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떠오르지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8" name="Weave text 62:  "/>
            <p:cNvSpPr txBox="1"/>
            <p:nvPr/>
          </p:nvSpPr>
          <p:spPr>
            <a:xfrm>
              <a:off x="6255841" y="3293269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9" name="Weave text 62: 않아"/>
            <p:cNvSpPr txBox="1"/>
            <p:nvPr/>
          </p:nvSpPr>
          <p:spPr>
            <a:xfrm>
              <a:off x="6302276" y="3293269"/>
              <a:ext cx="362099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않아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0" name="Weave text 62: , "/>
            <p:cNvSpPr txBox="1"/>
            <p:nvPr/>
          </p:nvSpPr>
          <p:spPr>
            <a:xfrm>
              <a:off x="6626126" y="3293269"/>
              <a:ext cx="132308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1" name="Weave text 62: 검색부터"/>
            <p:cNvSpPr txBox="1"/>
            <p:nvPr/>
          </p:nvSpPr>
          <p:spPr>
            <a:xfrm>
              <a:off x="6720185" y="3293269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검색부터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2" name="Weave text 62:  "/>
            <p:cNvSpPr txBox="1"/>
            <p:nvPr/>
          </p:nvSpPr>
          <p:spPr>
            <a:xfrm>
              <a:off x="7368034" y="3293269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3" name="Weave text 62: 막힙니다"/>
            <p:cNvSpPr txBox="1"/>
            <p:nvPr/>
          </p:nvSpPr>
          <p:spPr>
            <a:xfrm>
              <a:off x="7414468" y="3293269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막힙니다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4" name="Weave text 62: ."/>
            <p:cNvSpPr txBox="1"/>
            <p:nvPr/>
          </p:nvSpPr>
          <p:spPr>
            <a:xfrm>
              <a:off x="8062317" y="3293269"/>
              <a:ext cx="8587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85" name="Line 63: 일정에서 날짜를 찾고, 갤러리에서 사진을 확인"/>
          <p:cNvGrpSpPr/>
          <p:nvPr/>
        </p:nvGrpSpPr>
        <p:grpSpPr>
          <a:xfrm>
            <a:off x="4543425" y="3659981"/>
            <a:ext cx="2595116" cy="251460"/>
            <a:chOff x="4543425" y="3659981"/>
            <a:chExt cx="2595116" cy="251460"/>
          </a:xfrm>
        </p:grpSpPr>
        <p:sp>
          <p:nvSpPr>
            <p:cNvPr id="86" name="Weave text 63: 일정에서"/>
            <p:cNvSpPr txBox="1"/>
            <p:nvPr/>
          </p:nvSpPr>
          <p:spPr>
            <a:xfrm>
              <a:off x="4543425" y="3659981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일정에서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7" name="Weave text 63:  "/>
            <p:cNvSpPr txBox="1"/>
            <p:nvPr/>
          </p:nvSpPr>
          <p:spPr>
            <a:xfrm>
              <a:off x="5034111" y="3659981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8" name="Weave text 63: 날짜를"/>
            <p:cNvSpPr txBox="1"/>
            <p:nvPr/>
          </p:nvSpPr>
          <p:spPr>
            <a:xfrm>
              <a:off x="5071616" y="3659981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날짜를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9" name="Weave text 63:  "/>
            <p:cNvSpPr txBox="1"/>
            <p:nvPr/>
          </p:nvSpPr>
          <p:spPr>
            <a:xfrm>
              <a:off x="5439668" y="3659981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0" name="Weave text 63: 찾고"/>
            <p:cNvSpPr txBox="1"/>
            <p:nvPr/>
          </p:nvSpPr>
          <p:spPr>
            <a:xfrm>
              <a:off x="5477173" y="3659981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찾고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1" name="Weave text 63: , "/>
            <p:cNvSpPr txBox="1"/>
            <p:nvPr/>
          </p:nvSpPr>
          <p:spPr>
            <a:xfrm>
              <a:off x="5722441" y="3659981"/>
              <a:ext cx="114151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2" name="Weave text 63: 갤러리에서"/>
            <p:cNvSpPr txBox="1"/>
            <p:nvPr/>
          </p:nvSpPr>
          <p:spPr>
            <a:xfrm>
              <a:off x="5798344" y="3659981"/>
              <a:ext cx="6517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갤러리에서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3" name="Weave text 63:  "/>
            <p:cNvSpPr txBox="1"/>
            <p:nvPr/>
          </p:nvSpPr>
          <p:spPr>
            <a:xfrm>
              <a:off x="6411813" y="3659981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4" name="Weave text 63: 사진을"/>
            <p:cNvSpPr txBox="1"/>
            <p:nvPr/>
          </p:nvSpPr>
          <p:spPr>
            <a:xfrm>
              <a:off x="6449318" y="3659981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사진을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5" name="Weave text 63:  "/>
            <p:cNvSpPr txBox="1"/>
            <p:nvPr/>
          </p:nvSpPr>
          <p:spPr>
            <a:xfrm>
              <a:off x="6817370" y="3659981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6" name="Weave text 63: 확인"/>
            <p:cNvSpPr txBox="1"/>
            <p:nvPr/>
          </p:nvSpPr>
          <p:spPr>
            <a:xfrm>
              <a:off x="6854875" y="3659981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확인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7" name="Line 64: 03"/>
          <p:cNvGrpSpPr/>
          <p:nvPr/>
        </p:nvGrpSpPr>
        <p:grpSpPr>
          <a:xfrm>
            <a:off x="609600" y="4402931"/>
            <a:ext cx="462409" cy="571500"/>
            <a:chOff x="609600" y="4402931"/>
            <a:chExt cx="462409" cy="571500"/>
          </a:xfrm>
        </p:grpSpPr>
        <p:sp>
          <p:nvSpPr>
            <p:cNvPr id="98" name="Weave text 64: 03"/>
            <p:cNvSpPr txBox="1"/>
            <p:nvPr/>
          </p:nvSpPr>
          <p:spPr>
            <a:xfrm>
              <a:off x="609600" y="4402931"/>
              <a:ext cx="462409" cy="4414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2625" b="0" i="0" spc="0" kern="0" lang="ko-KR" altLang="en-US" dirty="0">
                  <a:solidFill>
                    <a:srgbClr val="485573"/>
                  </a:solidFill>
                  <a:latin typeface="Inter Medium"/>
                  <a:ea typeface="Inter Medium"/>
                  <a:cs typeface="Inter Medium"/>
                </a:rPr>
                <a:t xml:space="preserve">03</a:t>
              </a:r>
              <a:endParaRPr sz="2625" b="0" i="0" spc="0" kern="0" lang="ko-KR" altLang="en-US" dirty="0">
                <a:solidFill>
                  <a:srgbClr val="48557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99" name="Line 65: 그 얘길 했었는데."/>
          <p:cNvGrpSpPr/>
          <p:nvPr/>
        </p:nvGrpSpPr>
        <p:grpSpPr>
          <a:xfrm>
            <a:off x="1400175" y="4441031"/>
            <a:ext cx="1777454" cy="449580"/>
            <a:chOff x="1400175" y="4441031"/>
            <a:chExt cx="1777454" cy="449580"/>
          </a:xfrm>
        </p:grpSpPr>
        <p:sp>
          <p:nvSpPr>
            <p:cNvPr id="100" name="Weave text 65: 그"/>
            <p:cNvSpPr txBox="1"/>
            <p:nvPr/>
          </p:nvSpPr>
          <p:spPr>
            <a:xfrm>
              <a:off x="1400175" y="4441031"/>
              <a:ext cx="261938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그</a:t>
              </a:r>
              <a:endParaRPr sz="2025" b="0" i="0" spc="-101" kern="0" lang="ko-KR" altLang="en-US" dirty="0">
                <a:solidFill>
                  <a:srgbClr val="C9B6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01" name="Weave text 65:  "/>
            <p:cNvSpPr txBox="1"/>
            <p:nvPr/>
          </p:nvSpPr>
          <p:spPr>
            <a:xfrm>
              <a:off x="1623864" y="4441031"/>
              <a:ext cx="90190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025" b="0" i="0" spc="-101" kern="0" lang="ko-KR" altLang="en-US" dirty="0">
                <a:solidFill>
                  <a:srgbClr val="C9B6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2" name="Weave text 65: 얘길"/>
            <p:cNvSpPr txBox="1"/>
            <p:nvPr/>
          </p:nvSpPr>
          <p:spPr>
            <a:xfrm>
              <a:off x="1675805" y="4441031"/>
              <a:ext cx="485775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얘길</a:t>
              </a:r>
              <a:endParaRPr sz="2025" b="0" i="0" spc="-101" kern="0" lang="ko-KR" altLang="en-US" dirty="0">
                <a:solidFill>
                  <a:srgbClr val="C9B6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03" name="Weave text 65:  "/>
            <p:cNvSpPr txBox="1"/>
            <p:nvPr/>
          </p:nvSpPr>
          <p:spPr>
            <a:xfrm>
              <a:off x="2123331" y="4441031"/>
              <a:ext cx="90190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025" b="0" i="0" spc="-101" kern="0" lang="ko-KR" altLang="en-US" dirty="0">
                <a:solidFill>
                  <a:srgbClr val="C9B6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4" name="Weave text 65: 했었는데"/>
            <p:cNvSpPr txBox="1"/>
            <p:nvPr/>
          </p:nvSpPr>
          <p:spPr>
            <a:xfrm>
              <a:off x="2175272" y="4441031"/>
              <a:ext cx="933152" cy="4104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했었는데</a:t>
              </a:r>
              <a:endParaRPr sz="2025" b="0" i="0" spc="-101" kern="0" lang="ko-KR" altLang="en-US" dirty="0">
                <a:solidFill>
                  <a:srgbClr val="C9B6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05" name="Weave text 65: ."/>
            <p:cNvSpPr txBox="1"/>
            <p:nvPr/>
          </p:nvSpPr>
          <p:spPr>
            <a:xfrm>
              <a:off x="3070175" y="4441031"/>
              <a:ext cx="107454" cy="3492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025" b="0" i="0" spc="-101" kern="0" lang="ko-KR" altLang="en-US" dirty="0">
                  <a:solidFill>
                    <a:srgbClr val="C9B6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2025" b="0" i="0" spc="-101" kern="0" lang="ko-KR" altLang="en-US" dirty="0">
                <a:solidFill>
                  <a:srgbClr val="C9B6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06" name="Line 66: 필요한 순간에도, 그런 기억이 있었는지 떠오르지 않습니다."/>
          <p:cNvGrpSpPr/>
          <p:nvPr/>
        </p:nvGrpSpPr>
        <p:grpSpPr>
          <a:xfrm>
            <a:off x="4543425" y="4345781"/>
            <a:ext cx="4299049" cy="327660"/>
            <a:chOff x="4543425" y="4345781"/>
            <a:chExt cx="4299049" cy="327660"/>
          </a:xfrm>
        </p:grpSpPr>
        <p:sp>
          <p:nvSpPr>
            <p:cNvPr id="107" name="Weave text 66: 필요한"/>
            <p:cNvSpPr txBox="1"/>
            <p:nvPr/>
          </p:nvSpPr>
          <p:spPr>
            <a:xfrm>
              <a:off x="4543425" y="4345781"/>
              <a:ext cx="524024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8" name="Weave text 66:  "/>
            <p:cNvSpPr txBox="1"/>
            <p:nvPr/>
          </p:nvSpPr>
          <p:spPr>
            <a:xfrm>
              <a:off x="5029200" y="4345781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9" name="Weave text 66: 순간에도"/>
            <p:cNvSpPr txBox="1"/>
            <p:nvPr/>
          </p:nvSpPr>
          <p:spPr>
            <a:xfrm>
              <a:off x="5075634" y="4345781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순간에도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0" name="Weave text 66: , "/>
            <p:cNvSpPr txBox="1"/>
            <p:nvPr/>
          </p:nvSpPr>
          <p:spPr>
            <a:xfrm>
              <a:off x="5723483" y="4345781"/>
              <a:ext cx="132308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1" name="Weave text 66: 그런"/>
            <p:cNvSpPr txBox="1"/>
            <p:nvPr/>
          </p:nvSpPr>
          <p:spPr>
            <a:xfrm>
              <a:off x="5817543" y="4345781"/>
              <a:ext cx="36224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그런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2" name="Weave text 66:  "/>
            <p:cNvSpPr txBox="1"/>
            <p:nvPr/>
          </p:nvSpPr>
          <p:spPr>
            <a:xfrm>
              <a:off x="6141541" y="4345781"/>
              <a:ext cx="8453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3" name="Weave text 66: 기억이"/>
            <p:cNvSpPr txBox="1"/>
            <p:nvPr/>
          </p:nvSpPr>
          <p:spPr>
            <a:xfrm>
              <a:off x="6187827" y="4345781"/>
              <a:ext cx="52417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기억이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4" name="Weave text 66:  "/>
            <p:cNvSpPr txBox="1"/>
            <p:nvPr/>
          </p:nvSpPr>
          <p:spPr>
            <a:xfrm>
              <a:off x="6673751" y="4345781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5" name="Weave text 66: 있었는지"/>
            <p:cNvSpPr txBox="1"/>
            <p:nvPr/>
          </p:nvSpPr>
          <p:spPr>
            <a:xfrm>
              <a:off x="6720185" y="4345781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있었는지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6" name="Weave text 66:  "/>
            <p:cNvSpPr txBox="1"/>
            <p:nvPr/>
          </p:nvSpPr>
          <p:spPr>
            <a:xfrm>
              <a:off x="7368034" y="4345781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7" name="Weave text 66: 떠오르지"/>
            <p:cNvSpPr txBox="1"/>
            <p:nvPr/>
          </p:nvSpPr>
          <p:spPr>
            <a:xfrm>
              <a:off x="7414468" y="4345781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떠오르지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8" name="Weave text 66:  "/>
            <p:cNvSpPr txBox="1"/>
            <p:nvPr/>
          </p:nvSpPr>
          <p:spPr>
            <a:xfrm>
              <a:off x="8062317" y="4345781"/>
              <a:ext cx="84683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9" name="Weave text 66: 않습니다"/>
            <p:cNvSpPr txBox="1"/>
            <p:nvPr/>
          </p:nvSpPr>
          <p:spPr>
            <a:xfrm>
              <a:off x="8108752" y="4345781"/>
              <a:ext cx="68609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않습니다</a:t>
              </a:r>
              <a:endParaRPr sz="1425" b="0" i="0" spc="-36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0" name="Weave text 66: ."/>
            <p:cNvSpPr txBox="1"/>
            <p:nvPr/>
          </p:nvSpPr>
          <p:spPr>
            <a:xfrm>
              <a:off x="8756600" y="4345781"/>
              <a:ext cx="85874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425" b="0" i="0" spc="-36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425" b="0" i="0" spc="-36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21" name="Line 67: 스쳐 간 부탁과 작은 약속은 검색할 생각조차 놓침"/>
          <p:cNvGrpSpPr/>
          <p:nvPr/>
        </p:nvGrpSpPr>
        <p:grpSpPr>
          <a:xfrm>
            <a:off x="4543425" y="4712494"/>
            <a:ext cx="2754362" cy="251460"/>
            <a:chOff x="4543425" y="4712494"/>
            <a:chExt cx="2754362" cy="251460"/>
          </a:xfrm>
        </p:grpSpPr>
        <p:sp>
          <p:nvSpPr>
            <p:cNvPr id="122" name="Weave text 67: 스쳐"/>
            <p:cNvSpPr txBox="1"/>
            <p:nvPr/>
          </p:nvSpPr>
          <p:spPr>
            <a:xfrm>
              <a:off x="4543425" y="4712494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스쳐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3" name="Weave text 67:  "/>
            <p:cNvSpPr txBox="1"/>
            <p:nvPr/>
          </p:nvSpPr>
          <p:spPr>
            <a:xfrm>
              <a:off x="4788694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4" name="Weave text 67: 간"/>
            <p:cNvSpPr txBox="1"/>
            <p:nvPr/>
          </p:nvSpPr>
          <p:spPr>
            <a:xfrm>
              <a:off x="4826198" y="4712494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간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5" name="Weave text 67:  "/>
            <p:cNvSpPr txBox="1"/>
            <p:nvPr/>
          </p:nvSpPr>
          <p:spPr>
            <a:xfrm>
              <a:off x="4948833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6" name="Weave text 67: 부탁과"/>
            <p:cNvSpPr txBox="1"/>
            <p:nvPr/>
          </p:nvSpPr>
          <p:spPr>
            <a:xfrm>
              <a:off x="4986338" y="4712494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부탁과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7" name="Weave text 67:  "/>
            <p:cNvSpPr txBox="1"/>
            <p:nvPr/>
          </p:nvSpPr>
          <p:spPr>
            <a:xfrm>
              <a:off x="5354389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8" name="Weave text 67: 작은"/>
            <p:cNvSpPr txBox="1"/>
            <p:nvPr/>
          </p:nvSpPr>
          <p:spPr>
            <a:xfrm>
              <a:off x="5391894" y="4712494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작은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9" name="Weave text 67:  "/>
            <p:cNvSpPr txBox="1"/>
            <p:nvPr/>
          </p:nvSpPr>
          <p:spPr>
            <a:xfrm>
              <a:off x="5637312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0" name="Weave text 67: 약속은"/>
            <p:cNvSpPr txBox="1"/>
            <p:nvPr/>
          </p:nvSpPr>
          <p:spPr>
            <a:xfrm>
              <a:off x="5674816" y="4712494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약속은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1" name="Weave text 67:  "/>
            <p:cNvSpPr txBox="1"/>
            <p:nvPr/>
          </p:nvSpPr>
          <p:spPr>
            <a:xfrm>
              <a:off x="6042868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2" name="Weave text 67: 검색할"/>
            <p:cNvSpPr txBox="1"/>
            <p:nvPr/>
          </p:nvSpPr>
          <p:spPr>
            <a:xfrm>
              <a:off x="6080373" y="4712494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검색할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3" name="Weave text 67:  "/>
            <p:cNvSpPr txBox="1"/>
            <p:nvPr/>
          </p:nvSpPr>
          <p:spPr>
            <a:xfrm>
              <a:off x="6448425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4" name="Weave text 67: 생각조차"/>
            <p:cNvSpPr txBox="1"/>
            <p:nvPr/>
          </p:nvSpPr>
          <p:spPr>
            <a:xfrm>
              <a:off x="6485930" y="4712494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생각조차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5" name="Weave text 67:  "/>
            <p:cNvSpPr txBox="1"/>
            <p:nvPr/>
          </p:nvSpPr>
          <p:spPr>
            <a:xfrm>
              <a:off x="6976616" y="4712494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8D9DB7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6" name="Weave text 67: 놓침"/>
            <p:cNvSpPr txBox="1"/>
            <p:nvPr/>
          </p:nvSpPr>
          <p:spPr>
            <a:xfrm>
              <a:off x="7014121" y="4712494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8D9DB7"/>
                  </a:solidFill>
                  <a:latin typeface="Noto Sans KR"/>
                  <a:ea typeface="Noto Sans KR"/>
                  <a:cs typeface="Noto Sans KR"/>
                </a:rPr>
                <a:t xml:space="preserve">놓침</a:t>
              </a:r>
              <a:endParaRPr sz="1050" b="0" i="0" spc="0" kern="0" lang="ko-KR" altLang="en-US" dirty="0">
                <a:solidFill>
                  <a:srgbClr val="8D9DB7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37" name="Line 68: 성빈 · 28세 신입사원"/>
          <p:cNvGrpSpPr/>
          <p:nvPr/>
        </p:nvGrpSpPr>
        <p:grpSpPr>
          <a:xfrm>
            <a:off x="609600" y="5543550"/>
            <a:ext cx="1044029" cy="220980"/>
            <a:chOff x="609600" y="5543550"/>
            <a:chExt cx="1044029" cy="220980"/>
          </a:xfrm>
        </p:grpSpPr>
        <p:sp>
          <p:nvSpPr>
            <p:cNvPr id="138" name="Weave text 68: 성빈"/>
            <p:cNvSpPr txBox="1"/>
            <p:nvPr/>
          </p:nvSpPr>
          <p:spPr>
            <a:xfrm>
              <a:off x="609600" y="55435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성빈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9" name="Weave text 68:  · 28"/>
            <p:cNvSpPr txBox="1"/>
            <p:nvPr/>
          </p:nvSpPr>
          <p:spPr>
            <a:xfrm>
              <a:off x="819894" y="5543550"/>
              <a:ext cx="27577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28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0" name="Weave text 68: 세"/>
            <p:cNvSpPr txBox="1"/>
            <p:nvPr/>
          </p:nvSpPr>
          <p:spPr>
            <a:xfrm>
              <a:off x="1057424" y="5543550"/>
              <a:ext cx="143470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1" name="Weave text 68:  "/>
            <p:cNvSpPr txBox="1"/>
            <p:nvPr/>
          </p:nvSpPr>
          <p:spPr>
            <a:xfrm>
              <a:off x="1162645" y="554355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2" name="Weave text 68: 신입사원"/>
            <p:cNvSpPr txBox="1"/>
            <p:nvPr/>
          </p:nvSpPr>
          <p:spPr>
            <a:xfrm>
              <a:off x="1194792" y="5543550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신입사원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3" name="Line 69: “찾느라 대화와 업무의 흐름을 끊고 싶지 않아요.”"/>
          <p:cNvGrpSpPr/>
          <p:nvPr/>
        </p:nvGrpSpPr>
        <p:grpSpPr>
          <a:xfrm>
            <a:off x="609600" y="5800725"/>
            <a:ext cx="3371106" cy="312420"/>
            <a:chOff x="609600" y="5800725"/>
            <a:chExt cx="3371106" cy="312420"/>
          </a:xfrm>
        </p:grpSpPr>
        <p:sp>
          <p:nvSpPr>
            <p:cNvPr id="144" name="Weave text 69: “"/>
            <p:cNvSpPr txBox="1"/>
            <p:nvPr/>
          </p:nvSpPr>
          <p:spPr>
            <a:xfrm>
              <a:off x="609600" y="5800725"/>
              <a:ext cx="108496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“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5" name="Weave text 69: 찾느라"/>
            <p:cNvSpPr txBox="1"/>
            <p:nvPr/>
          </p:nvSpPr>
          <p:spPr>
            <a:xfrm>
              <a:off x="679847" y="5800725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찾느라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6" name="Weave text 69:  "/>
            <p:cNvSpPr txBox="1"/>
            <p:nvPr/>
          </p:nvSpPr>
          <p:spPr>
            <a:xfrm>
              <a:off x="1137642" y="5800725"/>
              <a:ext cx="8140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7" name="Weave text 69: 대화와"/>
            <p:cNvSpPr txBox="1"/>
            <p:nvPr/>
          </p:nvSpPr>
          <p:spPr>
            <a:xfrm>
              <a:off x="1180802" y="5800725"/>
              <a:ext cx="4958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대화와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8" name="Weave text 69:  "/>
            <p:cNvSpPr txBox="1"/>
            <p:nvPr/>
          </p:nvSpPr>
          <p:spPr>
            <a:xfrm>
              <a:off x="1638449" y="5800725"/>
              <a:ext cx="8140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9" name="Weave text 69: 업무의"/>
            <p:cNvSpPr txBox="1"/>
            <p:nvPr/>
          </p:nvSpPr>
          <p:spPr>
            <a:xfrm>
              <a:off x="1681609" y="5800725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업무의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0" name="Weave text 69:  "/>
            <p:cNvSpPr txBox="1"/>
            <p:nvPr/>
          </p:nvSpPr>
          <p:spPr>
            <a:xfrm>
              <a:off x="2139404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1" name="Weave text 69: 흐름을"/>
            <p:cNvSpPr txBox="1"/>
            <p:nvPr/>
          </p:nvSpPr>
          <p:spPr>
            <a:xfrm>
              <a:off x="2182416" y="5800725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흐름을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2" name="Weave text 69:  "/>
            <p:cNvSpPr txBox="1"/>
            <p:nvPr/>
          </p:nvSpPr>
          <p:spPr>
            <a:xfrm>
              <a:off x="2640211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3" name="Weave text 69: 끊고"/>
            <p:cNvSpPr txBox="1"/>
            <p:nvPr/>
          </p:nvSpPr>
          <p:spPr>
            <a:xfrm>
              <a:off x="2683222" y="5800725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끊고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4" name="Weave text 69:  "/>
            <p:cNvSpPr txBox="1"/>
            <p:nvPr/>
          </p:nvSpPr>
          <p:spPr>
            <a:xfrm>
              <a:off x="2988469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5" name="Weave text 69: 싶지"/>
            <p:cNvSpPr txBox="1"/>
            <p:nvPr/>
          </p:nvSpPr>
          <p:spPr>
            <a:xfrm>
              <a:off x="3031480" y="5800725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싶지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6" name="Weave text 69:  "/>
            <p:cNvSpPr txBox="1"/>
            <p:nvPr/>
          </p:nvSpPr>
          <p:spPr>
            <a:xfrm>
              <a:off x="3336727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7" name="Weave text 69: 않아요"/>
            <p:cNvSpPr txBox="1"/>
            <p:nvPr/>
          </p:nvSpPr>
          <p:spPr>
            <a:xfrm>
              <a:off x="3379738" y="5800725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않아요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8" name="Weave text 69: .”"/>
            <p:cNvSpPr txBox="1"/>
            <p:nvPr/>
          </p:nvSpPr>
          <p:spPr>
            <a:xfrm>
              <a:off x="3837533" y="5800725"/>
              <a:ext cx="14317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.”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59" name="Line 70: 지현 · 26세 직장인"/>
          <p:cNvGrpSpPr/>
          <p:nvPr/>
        </p:nvGrpSpPr>
        <p:grpSpPr>
          <a:xfrm>
            <a:off x="6648450" y="5543550"/>
            <a:ext cx="939105" cy="220980"/>
            <a:chOff x="6648450" y="5543550"/>
            <a:chExt cx="939105" cy="220980"/>
          </a:xfrm>
        </p:grpSpPr>
        <p:sp>
          <p:nvSpPr>
            <p:cNvPr id="160" name="Weave text 70: 지현"/>
            <p:cNvSpPr txBox="1"/>
            <p:nvPr/>
          </p:nvSpPr>
          <p:spPr>
            <a:xfrm>
              <a:off x="6648450" y="55435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지현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70:  · 26"/>
            <p:cNvSpPr txBox="1"/>
            <p:nvPr/>
          </p:nvSpPr>
          <p:spPr>
            <a:xfrm>
              <a:off x="6858744" y="5543550"/>
              <a:ext cx="27607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26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70: 세"/>
            <p:cNvSpPr txBox="1"/>
            <p:nvPr/>
          </p:nvSpPr>
          <p:spPr>
            <a:xfrm>
              <a:off x="7096571" y="5543550"/>
              <a:ext cx="1433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3" name="Weave text 70:  "/>
            <p:cNvSpPr txBox="1"/>
            <p:nvPr/>
          </p:nvSpPr>
          <p:spPr>
            <a:xfrm>
              <a:off x="7201644" y="554355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4" name="Weave text 70: 직장인"/>
            <p:cNvSpPr txBox="1"/>
            <p:nvPr/>
          </p:nvSpPr>
          <p:spPr>
            <a:xfrm>
              <a:off x="7233791" y="5543550"/>
              <a:ext cx="35376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직장인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65" name="Line 71: “가족·친구들이 흘린 말 한마디를 놓치지 않고"/>
          <p:cNvGrpSpPr/>
          <p:nvPr/>
        </p:nvGrpSpPr>
        <p:grpSpPr>
          <a:xfrm>
            <a:off x="6648450" y="5800725"/>
            <a:ext cx="3114824" cy="312420"/>
            <a:chOff x="6648450" y="5800725"/>
            <a:chExt cx="3114824" cy="312420"/>
          </a:xfrm>
        </p:grpSpPr>
        <p:sp>
          <p:nvSpPr>
            <p:cNvPr id="166" name="Weave text 71: “"/>
            <p:cNvSpPr txBox="1"/>
            <p:nvPr/>
          </p:nvSpPr>
          <p:spPr>
            <a:xfrm>
              <a:off x="6648450" y="5800725"/>
              <a:ext cx="108496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“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7" name="Weave text 71: 가족"/>
            <p:cNvSpPr txBox="1"/>
            <p:nvPr/>
          </p:nvSpPr>
          <p:spPr>
            <a:xfrm>
              <a:off x="6718697" y="5800725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가족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8" name="Weave text 71: ·"/>
            <p:cNvSpPr txBox="1"/>
            <p:nvPr/>
          </p:nvSpPr>
          <p:spPr>
            <a:xfrm>
              <a:off x="7023943" y="5800725"/>
              <a:ext cx="82451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9" name="Weave text 71: 친구들이"/>
            <p:cNvSpPr txBox="1"/>
            <p:nvPr/>
          </p:nvSpPr>
          <p:spPr>
            <a:xfrm>
              <a:off x="7068145" y="5800725"/>
              <a:ext cx="64859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친구들이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0" name="Weave text 71:  "/>
            <p:cNvSpPr txBox="1"/>
            <p:nvPr/>
          </p:nvSpPr>
          <p:spPr>
            <a:xfrm>
              <a:off x="7678489" y="5800725"/>
              <a:ext cx="8140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1" name="Weave text 71: 흘린"/>
            <p:cNvSpPr txBox="1"/>
            <p:nvPr/>
          </p:nvSpPr>
          <p:spPr>
            <a:xfrm>
              <a:off x="7721650" y="5800725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흘린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2" name="Weave text 71:  "/>
            <p:cNvSpPr txBox="1"/>
            <p:nvPr/>
          </p:nvSpPr>
          <p:spPr>
            <a:xfrm>
              <a:off x="8026747" y="5800725"/>
              <a:ext cx="8140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3" name="Weave text 71: 말"/>
            <p:cNvSpPr txBox="1"/>
            <p:nvPr/>
          </p:nvSpPr>
          <p:spPr>
            <a:xfrm>
              <a:off x="8069907" y="5800725"/>
              <a:ext cx="190798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말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4" name="Weave text 71:  "/>
            <p:cNvSpPr txBox="1"/>
            <p:nvPr/>
          </p:nvSpPr>
          <p:spPr>
            <a:xfrm>
              <a:off x="8222456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5" name="Weave text 71: 한마디를"/>
            <p:cNvSpPr txBox="1"/>
            <p:nvPr/>
          </p:nvSpPr>
          <p:spPr>
            <a:xfrm>
              <a:off x="8265468" y="5800725"/>
              <a:ext cx="64874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한마디를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6" name="Weave text 71:  "/>
            <p:cNvSpPr txBox="1"/>
            <p:nvPr/>
          </p:nvSpPr>
          <p:spPr>
            <a:xfrm>
              <a:off x="8875961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7" name="Weave text 71: 놓치지"/>
            <p:cNvSpPr txBox="1"/>
            <p:nvPr/>
          </p:nvSpPr>
          <p:spPr>
            <a:xfrm>
              <a:off x="8918972" y="5800725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놓치지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8" name="Weave text 71:  "/>
            <p:cNvSpPr txBox="1"/>
            <p:nvPr/>
          </p:nvSpPr>
          <p:spPr>
            <a:xfrm>
              <a:off x="9376767" y="5800725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9" name="Weave text 71: 않고"/>
            <p:cNvSpPr txBox="1"/>
            <p:nvPr/>
          </p:nvSpPr>
          <p:spPr>
            <a:xfrm>
              <a:off x="9419779" y="5800725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않고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80" name="Line 72: 제때 챙겨주고 싶어요.”"/>
          <p:cNvGrpSpPr/>
          <p:nvPr/>
        </p:nvGrpSpPr>
        <p:grpSpPr>
          <a:xfrm>
            <a:off x="6648450" y="6057900"/>
            <a:ext cx="1602581" cy="312420"/>
            <a:chOff x="6648450" y="6057900"/>
            <a:chExt cx="1602581" cy="312420"/>
          </a:xfrm>
        </p:grpSpPr>
        <p:sp>
          <p:nvSpPr>
            <p:cNvPr id="181" name="Weave text 72: 제때"/>
            <p:cNvSpPr txBox="1"/>
            <p:nvPr/>
          </p:nvSpPr>
          <p:spPr>
            <a:xfrm>
              <a:off x="6648450" y="60579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제때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2" name="Weave text 72:  "/>
            <p:cNvSpPr txBox="1"/>
            <p:nvPr/>
          </p:nvSpPr>
          <p:spPr>
            <a:xfrm>
              <a:off x="6953548" y="6057900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3" name="Weave text 72: 챙겨주고"/>
            <p:cNvSpPr txBox="1"/>
            <p:nvPr/>
          </p:nvSpPr>
          <p:spPr>
            <a:xfrm>
              <a:off x="6996559" y="6057900"/>
              <a:ext cx="64874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챙겨주고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4" name="Weave text 72:  "/>
            <p:cNvSpPr txBox="1"/>
            <p:nvPr/>
          </p:nvSpPr>
          <p:spPr>
            <a:xfrm>
              <a:off x="7607052" y="6057900"/>
              <a:ext cx="812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5" name="Weave text 72: 싶어요"/>
            <p:cNvSpPr txBox="1"/>
            <p:nvPr/>
          </p:nvSpPr>
          <p:spPr>
            <a:xfrm>
              <a:off x="7650063" y="6057900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싶어요</a:t>
              </a:r>
              <a:endParaRPr sz="1350" b="0" i="0" spc="-4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6" name="Weave text 72: .”"/>
            <p:cNvSpPr txBox="1"/>
            <p:nvPr/>
          </p:nvSpPr>
          <p:spPr>
            <a:xfrm>
              <a:off x="8107859" y="6057900"/>
              <a:ext cx="14317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4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.”</a:t>
              </a:r>
              <a:endParaRPr sz="1350" b="0" i="0" spc="-4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87" name="Line 73: 03 / 11"/>
          <p:cNvGrpSpPr/>
          <p:nvPr/>
        </p:nvGrpSpPr>
        <p:grpSpPr>
          <a:xfrm>
            <a:off x="11171337" y="6486525"/>
            <a:ext cx="449163" cy="190500"/>
            <a:chOff x="11171337" y="6486525"/>
            <a:chExt cx="449163" cy="190500"/>
          </a:xfrm>
        </p:grpSpPr>
        <p:sp>
          <p:nvSpPr>
            <p:cNvPr id="188" name="Weave text 73: 03 / 11"/>
            <p:cNvSpPr txBox="1"/>
            <p:nvPr/>
          </p:nvSpPr>
          <p:spPr>
            <a:xfrm>
              <a:off x="11171337" y="6486525"/>
              <a:ext cx="449163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03 / 11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74: 04 / SOLUTION"/>
          <p:cNvGrpSpPr/>
          <p:nvPr/>
        </p:nvGrpSpPr>
        <p:grpSpPr>
          <a:xfrm>
            <a:off x="609600" y="371475"/>
            <a:ext cx="1058019" cy="205740"/>
            <a:chOff x="609600" y="371475"/>
            <a:chExt cx="1058019" cy="205740"/>
          </a:xfrm>
        </p:grpSpPr>
        <p:sp>
          <p:nvSpPr>
            <p:cNvPr id="4" name="Weave text 74: 04 / SOLUTION"/>
            <p:cNvSpPr txBox="1"/>
            <p:nvPr/>
          </p:nvSpPr>
          <p:spPr>
            <a:xfrm>
              <a:off x="609600" y="371475"/>
              <a:ext cx="1058019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04 / SOLUTION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75: 같은 기록, 세 가지 사용 방식."/>
          <p:cNvGrpSpPr/>
          <p:nvPr/>
        </p:nvGrpSpPr>
        <p:grpSpPr>
          <a:xfrm>
            <a:off x="609600" y="704850"/>
            <a:ext cx="4266158" cy="647700"/>
            <a:chOff x="609600" y="704850"/>
            <a:chExt cx="4266158" cy="647700"/>
          </a:xfrm>
        </p:grpSpPr>
        <p:sp>
          <p:nvSpPr>
            <p:cNvPr id="6" name="Weave text 75: 같은"/>
            <p:cNvSpPr txBox="1"/>
            <p:nvPr/>
          </p:nvSpPr>
          <p:spPr>
            <a:xfrm>
              <a:off x="609600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같은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75:  "/>
            <p:cNvSpPr txBox="1"/>
            <p:nvPr/>
          </p:nvSpPr>
          <p:spPr>
            <a:xfrm>
              <a:off x="1272480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75: 기록"/>
            <p:cNvSpPr txBox="1"/>
            <p:nvPr/>
          </p:nvSpPr>
          <p:spPr>
            <a:xfrm>
              <a:off x="1349425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75: , "/>
            <p:cNvSpPr txBox="1"/>
            <p:nvPr/>
          </p:nvSpPr>
          <p:spPr>
            <a:xfrm>
              <a:off x="2012305" y="704850"/>
              <a:ext cx="20984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75: 세"/>
            <p:cNvSpPr txBox="1"/>
            <p:nvPr/>
          </p:nvSpPr>
          <p:spPr>
            <a:xfrm>
              <a:off x="2183904" y="704850"/>
              <a:ext cx="36968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세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75:  "/>
            <p:cNvSpPr txBox="1"/>
            <p:nvPr/>
          </p:nvSpPr>
          <p:spPr>
            <a:xfrm>
              <a:off x="2515344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75: 가지"/>
            <p:cNvSpPr txBox="1"/>
            <p:nvPr/>
          </p:nvSpPr>
          <p:spPr>
            <a:xfrm>
              <a:off x="2592288" y="704850"/>
              <a:ext cx="7012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가지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75:  "/>
            <p:cNvSpPr txBox="1"/>
            <p:nvPr/>
          </p:nvSpPr>
          <p:spPr>
            <a:xfrm>
              <a:off x="3255318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75: 사용"/>
            <p:cNvSpPr txBox="1"/>
            <p:nvPr/>
          </p:nvSpPr>
          <p:spPr>
            <a:xfrm>
              <a:off x="3332262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사용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75:  "/>
            <p:cNvSpPr txBox="1"/>
            <p:nvPr/>
          </p:nvSpPr>
          <p:spPr>
            <a:xfrm>
              <a:off x="3995142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" name="Weave text 75: 방식"/>
            <p:cNvSpPr txBox="1"/>
            <p:nvPr/>
          </p:nvSpPr>
          <p:spPr>
            <a:xfrm>
              <a:off x="4072086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방식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" name="Weave text 75: ."/>
            <p:cNvSpPr txBox="1"/>
            <p:nvPr/>
          </p:nvSpPr>
          <p:spPr>
            <a:xfrm>
              <a:off x="4734967" y="704850"/>
              <a:ext cx="140791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8" name="Line 76: Weave Assist는 흩어진 기록을 엮어, 필요한 순간 건네는 온디바"/>
          <p:cNvGrpSpPr/>
          <p:nvPr/>
        </p:nvGrpSpPr>
        <p:grpSpPr>
          <a:xfrm>
            <a:off x="609600" y="1343025"/>
            <a:ext cx="5399187" cy="297180"/>
            <a:chOff x="609600" y="1343025"/>
            <a:chExt cx="5399187" cy="297180"/>
          </a:xfrm>
        </p:grpSpPr>
        <p:sp>
          <p:nvSpPr>
            <p:cNvPr id="19" name="Weave text 76: Weave Assist"/>
            <p:cNvSpPr txBox="1"/>
            <p:nvPr/>
          </p:nvSpPr>
          <p:spPr>
            <a:xfrm>
              <a:off x="609600" y="1343025"/>
              <a:ext cx="1062186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Weave Assist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" name="Weave text 76: 는"/>
            <p:cNvSpPr txBox="1"/>
            <p:nvPr/>
          </p:nvSpPr>
          <p:spPr>
            <a:xfrm>
              <a:off x="1633538" y="1343025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" name="Weave text 76:  "/>
            <p:cNvSpPr txBox="1"/>
            <p:nvPr/>
          </p:nvSpPr>
          <p:spPr>
            <a:xfrm>
              <a:off x="1782514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" name="Weave text 76: 흩어진"/>
            <p:cNvSpPr txBox="1"/>
            <p:nvPr/>
          </p:nvSpPr>
          <p:spPr>
            <a:xfrm>
              <a:off x="1828056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흩어진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" name="Weave text 76:  "/>
            <p:cNvSpPr txBox="1"/>
            <p:nvPr/>
          </p:nvSpPr>
          <p:spPr>
            <a:xfrm>
              <a:off x="2274987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" name="Weave text 76: 기록을"/>
            <p:cNvSpPr txBox="1"/>
            <p:nvPr/>
          </p:nvSpPr>
          <p:spPr>
            <a:xfrm>
              <a:off x="2320528" y="13430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" name="Weave text 76:  "/>
            <p:cNvSpPr txBox="1"/>
            <p:nvPr/>
          </p:nvSpPr>
          <p:spPr>
            <a:xfrm>
              <a:off x="2767310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" name="Weave text 76: 엮어"/>
            <p:cNvSpPr txBox="1"/>
            <p:nvPr/>
          </p:nvSpPr>
          <p:spPr>
            <a:xfrm>
              <a:off x="2812852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엮어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" name="Weave text 76: , "/>
            <p:cNvSpPr txBox="1"/>
            <p:nvPr/>
          </p:nvSpPr>
          <p:spPr>
            <a:xfrm>
              <a:off x="3110805" y="1343025"/>
              <a:ext cx="13052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" name="Weave text 76: 필요한"/>
            <p:cNvSpPr txBox="1"/>
            <p:nvPr/>
          </p:nvSpPr>
          <p:spPr>
            <a:xfrm>
              <a:off x="3203079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" name="Weave text 76:  "/>
            <p:cNvSpPr txBox="1"/>
            <p:nvPr/>
          </p:nvSpPr>
          <p:spPr>
            <a:xfrm>
              <a:off x="3650010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" name="Weave text 76: 순간"/>
            <p:cNvSpPr txBox="1"/>
            <p:nvPr/>
          </p:nvSpPr>
          <p:spPr>
            <a:xfrm>
              <a:off x="3695551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순간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" name="Weave text 76:  "/>
            <p:cNvSpPr txBox="1"/>
            <p:nvPr/>
          </p:nvSpPr>
          <p:spPr>
            <a:xfrm>
              <a:off x="3993505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" name="Weave text 76: 건네는"/>
            <p:cNvSpPr txBox="1"/>
            <p:nvPr/>
          </p:nvSpPr>
          <p:spPr>
            <a:xfrm>
              <a:off x="4039046" y="13430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건네는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" name="Weave text 76:  "/>
            <p:cNvSpPr txBox="1"/>
            <p:nvPr/>
          </p:nvSpPr>
          <p:spPr>
            <a:xfrm>
              <a:off x="4485829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" name="Weave text 76: 온디바이스"/>
            <p:cNvSpPr txBox="1"/>
            <p:nvPr/>
          </p:nvSpPr>
          <p:spPr>
            <a:xfrm>
              <a:off x="4531370" y="1343025"/>
              <a:ext cx="78313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온디바이스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" name="Weave text 76:  AI"/>
            <p:cNvSpPr txBox="1"/>
            <p:nvPr/>
          </p:nvSpPr>
          <p:spPr>
            <a:xfrm>
              <a:off x="5276255" y="1343025"/>
              <a:ext cx="239018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AI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" name="Weave text 76: 입니다"/>
            <p:cNvSpPr txBox="1"/>
            <p:nvPr/>
          </p:nvSpPr>
          <p:spPr>
            <a:xfrm>
              <a:off x="5477024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입니다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7" name="Weave text 76: ."/>
            <p:cNvSpPr txBox="1"/>
            <p:nvPr/>
          </p:nvSpPr>
          <p:spPr>
            <a:xfrm>
              <a:off x="5923955" y="1343025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8" name="Line 77: 내 기록"/>
          <p:cNvGrpSpPr/>
          <p:nvPr/>
        </p:nvGrpSpPr>
        <p:grpSpPr>
          <a:xfrm>
            <a:off x="609600" y="2143125"/>
            <a:ext cx="439787" cy="251460"/>
            <a:chOff x="609600" y="2143125"/>
            <a:chExt cx="439787" cy="251460"/>
          </a:xfrm>
        </p:grpSpPr>
        <p:sp>
          <p:nvSpPr>
            <p:cNvPr id="39" name="Weave text 77: 내"/>
            <p:cNvSpPr txBox="1"/>
            <p:nvPr/>
          </p:nvSpPr>
          <p:spPr>
            <a:xfrm>
              <a:off x="609600" y="2143125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내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0" name="Weave text 77:  "/>
            <p:cNvSpPr txBox="1"/>
            <p:nvPr/>
          </p:nvSpPr>
          <p:spPr>
            <a:xfrm>
              <a:off x="732234" y="2143125"/>
              <a:ext cx="7188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1" name="Weave text 77: 기록"/>
            <p:cNvSpPr txBox="1"/>
            <p:nvPr/>
          </p:nvSpPr>
          <p:spPr>
            <a:xfrm>
              <a:off x="765870" y="214312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42" name="Line 78: 대화 · 메모 · 메일 · 일정 · 사진 등"/>
          <p:cNvGrpSpPr/>
          <p:nvPr/>
        </p:nvGrpSpPr>
        <p:grpSpPr>
          <a:xfrm>
            <a:off x="1258937" y="2143125"/>
            <a:ext cx="2404765" cy="312420"/>
            <a:chOff x="1258937" y="2143125"/>
            <a:chExt cx="2404765" cy="312420"/>
          </a:xfrm>
        </p:grpSpPr>
        <p:sp>
          <p:nvSpPr>
            <p:cNvPr id="43" name="Weave text 78: 대화"/>
            <p:cNvSpPr txBox="1"/>
            <p:nvPr/>
          </p:nvSpPr>
          <p:spPr>
            <a:xfrm>
              <a:off x="1258937" y="214312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4" name="Weave text 78:  · "/>
            <p:cNvSpPr txBox="1"/>
            <p:nvPr/>
          </p:nvSpPr>
          <p:spPr>
            <a:xfrm>
              <a:off x="1574304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5" name="Weave text 78: 메모"/>
            <p:cNvSpPr txBox="1"/>
            <p:nvPr/>
          </p:nvSpPr>
          <p:spPr>
            <a:xfrm>
              <a:off x="1720155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메모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6" name="Weave text 78:  · "/>
            <p:cNvSpPr txBox="1"/>
            <p:nvPr/>
          </p:nvSpPr>
          <p:spPr>
            <a:xfrm>
              <a:off x="2035671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7" name="Weave text 78: 메일"/>
            <p:cNvSpPr txBox="1"/>
            <p:nvPr/>
          </p:nvSpPr>
          <p:spPr>
            <a:xfrm>
              <a:off x="2181523" y="214312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8" name="Weave text 78:  · "/>
            <p:cNvSpPr txBox="1"/>
            <p:nvPr/>
          </p:nvSpPr>
          <p:spPr>
            <a:xfrm>
              <a:off x="2496889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9" name="Weave text 78: 일정"/>
            <p:cNvSpPr txBox="1"/>
            <p:nvPr/>
          </p:nvSpPr>
          <p:spPr>
            <a:xfrm>
              <a:off x="2642741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0" name="Weave text 78:  · "/>
            <p:cNvSpPr txBox="1"/>
            <p:nvPr/>
          </p:nvSpPr>
          <p:spPr>
            <a:xfrm>
              <a:off x="2958257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1" name="Weave text 78: 사진"/>
            <p:cNvSpPr txBox="1"/>
            <p:nvPr/>
          </p:nvSpPr>
          <p:spPr>
            <a:xfrm>
              <a:off x="3104108" y="214312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2" name="Weave text 78:  "/>
            <p:cNvSpPr txBox="1"/>
            <p:nvPr/>
          </p:nvSpPr>
          <p:spPr>
            <a:xfrm>
              <a:off x="3419475" y="214312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3" name="Weave text 78: 등"/>
            <p:cNvSpPr txBox="1"/>
            <p:nvPr/>
          </p:nvSpPr>
          <p:spPr>
            <a:xfrm>
              <a:off x="3467695" y="2143125"/>
              <a:ext cx="196007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등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4" name="Line 79: 현재 맥락"/>
          <p:cNvGrpSpPr/>
          <p:nvPr/>
        </p:nvGrpSpPr>
        <p:grpSpPr>
          <a:xfrm>
            <a:off x="6143625" y="2143125"/>
            <a:ext cx="562570" cy="251460"/>
            <a:chOff x="6143625" y="2143125"/>
            <a:chExt cx="562570" cy="251460"/>
          </a:xfrm>
        </p:grpSpPr>
        <p:sp>
          <p:nvSpPr>
            <p:cNvPr id="55" name="Weave text 79: 현재"/>
            <p:cNvSpPr txBox="1"/>
            <p:nvPr/>
          </p:nvSpPr>
          <p:spPr>
            <a:xfrm>
              <a:off x="6143625" y="214312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현재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6" name="Weave text 79:  "/>
            <p:cNvSpPr txBox="1"/>
            <p:nvPr/>
          </p:nvSpPr>
          <p:spPr>
            <a:xfrm>
              <a:off x="6388894" y="2143125"/>
              <a:ext cx="7188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57" name="Weave text 79: 맥락"/>
            <p:cNvSpPr txBox="1"/>
            <p:nvPr/>
          </p:nvSpPr>
          <p:spPr>
            <a:xfrm>
              <a:off x="6422529" y="214312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맥락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58" name="Line 80: 작성 중인 내용 · 대화 · 시간 · 위치 등"/>
          <p:cNvGrpSpPr/>
          <p:nvPr/>
        </p:nvGrpSpPr>
        <p:grpSpPr>
          <a:xfrm>
            <a:off x="6896695" y="2143125"/>
            <a:ext cx="2670870" cy="312420"/>
            <a:chOff x="6896695" y="2143125"/>
            <a:chExt cx="2670870" cy="312420"/>
          </a:xfrm>
        </p:grpSpPr>
        <p:sp>
          <p:nvSpPr>
            <p:cNvPr id="59" name="Weave text 80: 작성"/>
            <p:cNvSpPr txBox="1"/>
            <p:nvPr/>
          </p:nvSpPr>
          <p:spPr>
            <a:xfrm>
              <a:off x="6896695" y="214312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작성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0" name="Weave text 80:  "/>
            <p:cNvSpPr txBox="1"/>
            <p:nvPr/>
          </p:nvSpPr>
          <p:spPr>
            <a:xfrm>
              <a:off x="7212062" y="214312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1" name="Weave text 80: 중인"/>
            <p:cNvSpPr txBox="1"/>
            <p:nvPr/>
          </p:nvSpPr>
          <p:spPr>
            <a:xfrm>
              <a:off x="7260282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중인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2" name="Weave text 80:  "/>
            <p:cNvSpPr txBox="1"/>
            <p:nvPr/>
          </p:nvSpPr>
          <p:spPr>
            <a:xfrm>
              <a:off x="7575798" y="214312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3" name="Weave text 80: 내용"/>
            <p:cNvSpPr txBox="1"/>
            <p:nvPr/>
          </p:nvSpPr>
          <p:spPr>
            <a:xfrm>
              <a:off x="7624018" y="214312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내용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4" name="Weave text 80:  · "/>
            <p:cNvSpPr txBox="1"/>
            <p:nvPr/>
          </p:nvSpPr>
          <p:spPr>
            <a:xfrm>
              <a:off x="7939385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5" name="Weave text 80: 대화"/>
            <p:cNvSpPr txBox="1"/>
            <p:nvPr/>
          </p:nvSpPr>
          <p:spPr>
            <a:xfrm>
              <a:off x="8085237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6" name="Weave text 80:  · "/>
            <p:cNvSpPr txBox="1"/>
            <p:nvPr/>
          </p:nvSpPr>
          <p:spPr>
            <a:xfrm>
              <a:off x="8400752" y="2143125"/>
              <a:ext cx="18410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7" name="Weave text 80: 시간"/>
            <p:cNvSpPr txBox="1"/>
            <p:nvPr/>
          </p:nvSpPr>
          <p:spPr>
            <a:xfrm>
              <a:off x="8546604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시간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8" name="Weave text 80:  · "/>
            <p:cNvSpPr txBox="1"/>
            <p:nvPr/>
          </p:nvSpPr>
          <p:spPr>
            <a:xfrm>
              <a:off x="8862120" y="2143125"/>
              <a:ext cx="183952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9" name="Weave text 80: 위치"/>
            <p:cNvSpPr txBox="1"/>
            <p:nvPr/>
          </p:nvSpPr>
          <p:spPr>
            <a:xfrm>
              <a:off x="9007822" y="214312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위치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0" name="Weave text 80:  "/>
            <p:cNvSpPr txBox="1"/>
            <p:nvPr/>
          </p:nvSpPr>
          <p:spPr>
            <a:xfrm>
              <a:off x="9323338" y="214312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1" name="Weave text 80: 등"/>
            <p:cNvSpPr txBox="1"/>
            <p:nvPr/>
          </p:nvSpPr>
          <p:spPr>
            <a:xfrm>
              <a:off x="9371558" y="2143125"/>
              <a:ext cx="196007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등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2" name="Line 81: 사용 방식"/>
          <p:cNvGrpSpPr/>
          <p:nvPr/>
        </p:nvGrpSpPr>
        <p:grpSpPr>
          <a:xfrm>
            <a:off x="609600" y="2867025"/>
            <a:ext cx="513755" cy="220980"/>
            <a:chOff x="609600" y="2867025"/>
            <a:chExt cx="513755" cy="220980"/>
          </a:xfrm>
        </p:grpSpPr>
        <p:sp>
          <p:nvSpPr>
            <p:cNvPr id="73" name="Weave text 81: 사용"/>
            <p:cNvSpPr txBox="1"/>
            <p:nvPr/>
          </p:nvSpPr>
          <p:spPr>
            <a:xfrm>
              <a:off x="609600" y="2867025"/>
              <a:ext cx="2576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사용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4" name="Weave text 81:  "/>
            <p:cNvSpPr txBox="1"/>
            <p:nvPr/>
          </p:nvSpPr>
          <p:spPr>
            <a:xfrm>
              <a:off x="828973" y="2867025"/>
              <a:ext cx="7500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36" kern="0" lang="ko-KR" altLang="en-US" dirty="0">
                <a:solidFill>
                  <a:srgbClr val="8D9AB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5" name="Weave text 81: 방식"/>
            <p:cNvSpPr txBox="1"/>
            <p:nvPr/>
          </p:nvSpPr>
          <p:spPr>
            <a:xfrm>
              <a:off x="865733" y="2867025"/>
              <a:ext cx="2576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방식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6" name="Line 82: 언제"/>
          <p:cNvGrpSpPr/>
          <p:nvPr/>
        </p:nvGrpSpPr>
        <p:grpSpPr>
          <a:xfrm>
            <a:off x="3143250" y="2867025"/>
            <a:ext cx="257621" cy="220980"/>
            <a:chOff x="3143250" y="2867025"/>
            <a:chExt cx="257621" cy="220980"/>
          </a:xfrm>
        </p:grpSpPr>
        <p:sp>
          <p:nvSpPr>
            <p:cNvPr id="77" name="Weave text 82: 언제"/>
            <p:cNvSpPr txBox="1"/>
            <p:nvPr/>
          </p:nvSpPr>
          <p:spPr>
            <a:xfrm>
              <a:off x="3143250" y="2867025"/>
              <a:ext cx="2576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언제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8" name="Line 83: 어떻게"/>
          <p:cNvGrpSpPr/>
          <p:nvPr/>
        </p:nvGrpSpPr>
        <p:grpSpPr>
          <a:xfrm>
            <a:off x="5962650" y="2867025"/>
            <a:ext cx="367308" cy="220980"/>
            <a:chOff x="5962650" y="2867025"/>
            <a:chExt cx="367308" cy="220980"/>
          </a:xfrm>
        </p:grpSpPr>
        <p:sp>
          <p:nvSpPr>
            <p:cNvPr id="79" name="Weave text 83: 어떻게"/>
            <p:cNvSpPr txBox="1"/>
            <p:nvPr/>
          </p:nvSpPr>
          <p:spPr>
            <a:xfrm>
              <a:off x="5962650" y="2867025"/>
              <a:ext cx="367308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어떻게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80" name="Line 84: 사용 경험"/>
          <p:cNvGrpSpPr/>
          <p:nvPr/>
        </p:nvGrpSpPr>
        <p:grpSpPr>
          <a:xfrm>
            <a:off x="8477250" y="2867025"/>
            <a:ext cx="513755" cy="220980"/>
            <a:chOff x="8477250" y="2867025"/>
            <a:chExt cx="513755" cy="220980"/>
          </a:xfrm>
        </p:grpSpPr>
        <p:sp>
          <p:nvSpPr>
            <p:cNvPr id="81" name="Weave text 84: 사용"/>
            <p:cNvSpPr txBox="1"/>
            <p:nvPr/>
          </p:nvSpPr>
          <p:spPr>
            <a:xfrm>
              <a:off x="8477250" y="2867025"/>
              <a:ext cx="2576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사용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2" name="Weave text 84:  "/>
            <p:cNvSpPr txBox="1"/>
            <p:nvPr/>
          </p:nvSpPr>
          <p:spPr>
            <a:xfrm>
              <a:off x="8696623" y="2867025"/>
              <a:ext cx="7500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36" kern="0" lang="ko-KR" altLang="en-US" dirty="0">
                <a:solidFill>
                  <a:srgbClr val="8D9AB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3" name="Weave text 84: 경험"/>
            <p:cNvSpPr txBox="1"/>
            <p:nvPr/>
          </p:nvSpPr>
          <p:spPr>
            <a:xfrm>
              <a:off x="8733383" y="2867025"/>
              <a:ext cx="2576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36" kern="0" lang="ko-KR" altLang="en-US" dirty="0">
                  <a:solidFill>
                    <a:srgbClr val="8D9AB3"/>
                  </a:solidFill>
                  <a:latin typeface="Noto Sans KR"/>
                  <a:ea typeface="Noto Sans KR"/>
                  <a:cs typeface="Noto Sans KR"/>
                </a:rPr>
                <a:t xml:space="preserve">경험</a:t>
              </a:r>
              <a:endParaRPr sz="900" b="0" i="0" spc="36" kern="0" lang="ko-KR" altLang="en-US" dirty="0">
                <a:solidFill>
                  <a:srgbClr val="8D9AB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84" name="Line 85: 01"/>
          <p:cNvGrpSpPr/>
          <p:nvPr/>
        </p:nvGrpSpPr>
        <p:grpSpPr>
          <a:xfrm>
            <a:off x="609600" y="3509962"/>
            <a:ext cx="156716" cy="220980"/>
            <a:chOff x="609600" y="3509962"/>
            <a:chExt cx="156716" cy="220980"/>
          </a:xfrm>
        </p:grpSpPr>
        <p:sp>
          <p:nvSpPr>
            <p:cNvPr id="85" name="Weave text 85: 01"/>
            <p:cNvSpPr txBox="1"/>
            <p:nvPr/>
          </p:nvSpPr>
          <p:spPr>
            <a:xfrm>
              <a:off x="609600" y="3509962"/>
              <a:ext cx="15671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rPr>
                <a:t xml:space="preserve">01</a:t>
              </a:r>
              <a:endParaRPr sz="900" b="0" i="0" spc="0" kern="0" lang="ko-KR" altLang="en-US" dirty="0">
                <a:solidFill>
                  <a:srgbClr val="8B74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86" name="Line 86: 전역 검색"/>
          <p:cNvGrpSpPr/>
          <p:nvPr/>
        </p:nvGrpSpPr>
        <p:grpSpPr>
          <a:xfrm>
            <a:off x="871091" y="3455194"/>
            <a:ext cx="784622" cy="358140"/>
            <a:chOff x="871091" y="3455194"/>
            <a:chExt cx="784622" cy="358140"/>
          </a:xfrm>
        </p:grpSpPr>
        <p:sp>
          <p:nvSpPr>
            <p:cNvPr id="87" name="Weave text 86: 전역"/>
            <p:cNvSpPr txBox="1"/>
            <p:nvPr/>
          </p:nvSpPr>
          <p:spPr>
            <a:xfrm>
              <a:off x="871091" y="345519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전역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88" name="Weave text 86:  "/>
            <p:cNvSpPr txBox="1"/>
            <p:nvPr/>
          </p:nvSpPr>
          <p:spPr>
            <a:xfrm>
              <a:off x="1223070" y="3455194"/>
              <a:ext cx="80665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63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9" name="Weave text 86: 검색"/>
            <p:cNvSpPr txBox="1"/>
            <p:nvPr/>
          </p:nvSpPr>
          <p:spPr>
            <a:xfrm>
              <a:off x="1265486" y="345519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검색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90" name="Line 87: 필요한 내용을 알고"/>
          <p:cNvGrpSpPr/>
          <p:nvPr/>
        </p:nvGrpSpPr>
        <p:grpSpPr>
          <a:xfrm>
            <a:off x="3143250" y="3347591"/>
            <a:ext cx="1320998" cy="297180"/>
            <a:chOff x="3143250" y="3347591"/>
            <a:chExt cx="1320998" cy="297180"/>
          </a:xfrm>
        </p:grpSpPr>
        <p:sp>
          <p:nvSpPr>
            <p:cNvPr id="91" name="Weave text 87: 필요한"/>
            <p:cNvSpPr txBox="1"/>
            <p:nvPr/>
          </p:nvSpPr>
          <p:spPr>
            <a:xfrm>
              <a:off x="3143250" y="3347591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2" name="Weave text 87:  "/>
            <p:cNvSpPr txBox="1"/>
            <p:nvPr/>
          </p:nvSpPr>
          <p:spPr>
            <a:xfrm>
              <a:off x="3590032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3" name="Weave text 87: 내용을"/>
            <p:cNvSpPr txBox="1"/>
            <p:nvPr/>
          </p:nvSpPr>
          <p:spPr>
            <a:xfrm>
              <a:off x="3635573" y="334759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내용을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4" name="Weave text 87:  "/>
            <p:cNvSpPr txBox="1"/>
            <p:nvPr/>
          </p:nvSpPr>
          <p:spPr>
            <a:xfrm>
              <a:off x="4082504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5" name="Weave text 87: 알고"/>
            <p:cNvSpPr txBox="1"/>
            <p:nvPr/>
          </p:nvSpPr>
          <p:spPr>
            <a:xfrm>
              <a:off x="4128046" y="3347591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알고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6" name="Line 88: 직접 찾을 때"/>
          <p:cNvGrpSpPr/>
          <p:nvPr/>
        </p:nvGrpSpPr>
        <p:grpSpPr>
          <a:xfrm>
            <a:off x="3143250" y="3614738"/>
            <a:ext cx="874068" cy="297180"/>
            <a:chOff x="3143250" y="3614738"/>
            <a:chExt cx="874068" cy="297180"/>
          </a:xfrm>
        </p:grpSpPr>
        <p:sp>
          <p:nvSpPr>
            <p:cNvPr id="97" name="Weave text 88: 직접"/>
            <p:cNvSpPr txBox="1"/>
            <p:nvPr/>
          </p:nvSpPr>
          <p:spPr>
            <a:xfrm>
              <a:off x="3143250" y="3614738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직접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8" name="Weave text 88:  "/>
            <p:cNvSpPr txBox="1"/>
            <p:nvPr/>
          </p:nvSpPr>
          <p:spPr>
            <a:xfrm>
              <a:off x="3441055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9" name="Weave text 88: 찾을"/>
            <p:cNvSpPr txBox="1"/>
            <p:nvPr/>
          </p:nvSpPr>
          <p:spPr>
            <a:xfrm>
              <a:off x="3486596" y="361473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찾을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0" name="Weave text 88:  "/>
            <p:cNvSpPr txBox="1"/>
            <p:nvPr/>
          </p:nvSpPr>
          <p:spPr>
            <a:xfrm>
              <a:off x="3784550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1" name="Weave text 88: 때"/>
            <p:cNvSpPr txBox="1"/>
            <p:nvPr/>
          </p:nvSpPr>
          <p:spPr>
            <a:xfrm>
              <a:off x="3830092" y="3614738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때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2" name="Line 89: 검색 패널을 열고"/>
          <p:cNvGrpSpPr/>
          <p:nvPr/>
        </p:nvGrpSpPr>
        <p:grpSpPr>
          <a:xfrm>
            <a:off x="5962650" y="3347591"/>
            <a:ext cx="1172021" cy="297180"/>
            <a:chOff x="5962650" y="3347591"/>
            <a:chExt cx="1172021" cy="297180"/>
          </a:xfrm>
        </p:grpSpPr>
        <p:sp>
          <p:nvSpPr>
            <p:cNvPr id="103" name="Weave text 89: 검색"/>
            <p:cNvSpPr txBox="1"/>
            <p:nvPr/>
          </p:nvSpPr>
          <p:spPr>
            <a:xfrm>
              <a:off x="5962650" y="3347591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4" name="Weave text 89:  "/>
            <p:cNvSpPr txBox="1"/>
            <p:nvPr/>
          </p:nvSpPr>
          <p:spPr>
            <a:xfrm>
              <a:off x="6260455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5" name="Weave text 89: 패널을"/>
            <p:cNvSpPr txBox="1"/>
            <p:nvPr/>
          </p:nvSpPr>
          <p:spPr>
            <a:xfrm>
              <a:off x="6305996" y="334759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패널을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6" name="Weave text 89:  "/>
            <p:cNvSpPr txBox="1"/>
            <p:nvPr/>
          </p:nvSpPr>
          <p:spPr>
            <a:xfrm>
              <a:off x="6752927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7" name="Weave text 89: 열고"/>
            <p:cNvSpPr txBox="1"/>
            <p:nvPr/>
          </p:nvSpPr>
          <p:spPr>
            <a:xfrm>
              <a:off x="6798469" y="3347591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열고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8" name="Line 90: 기억나는 내용을 입력"/>
          <p:cNvGrpSpPr/>
          <p:nvPr/>
        </p:nvGrpSpPr>
        <p:grpSpPr>
          <a:xfrm>
            <a:off x="5962650" y="3614738"/>
            <a:ext cx="1469975" cy="297180"/>
            <a:chOff x="5962650" y="3614738"/>
            <a:chExt cx="1469975" cy="297180"/>
          </a:xfrm>
        </p:grpSpPr>
        <p:sp>
          <p:nvSpPr>
            <p:cNvPr id="109" name="Weave text 90: 기억나는"/>
            <p:cNvSpPr txBox="1"/>
            <p:nvPr/>
          </p:nvSpPr>
          <p:spPr>
            <a:xfrm>
              <a:off x="5962650" y="3614738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기억나는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0" name="Weave text 90:  "/>
            <p:cNvSpPr txBox="1"/>
            <p:nvPr/>
          </p:nvSpPr>
          <p:spPr>
            <a:xfrm>
              <a:off x="6558409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1" name="Weave text 90: 내용을"/>
            <p:cNvSpPr txBox="1"/>
            <p:nvPr/>
          </p:nvSpPr>
          <p:spPr>
            <a:xfrm>
              <a:off x="6603950" y="3614738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내용을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2" name="Weave text 90:  "/>
            <p:cNvSpPr txBox="1"/>
            <p:nvPr/>
          </p:nvSpPr>
          <p:spPr>
            <a:xfrm>
              <a:off x="7050881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3" name="Weave text 90: 입력"/>
            <p:cNvSpPr txBox="1"/>
            <p:nvPr/>
          </p:nvSpPr>
          <p:spPr>
            <a:xfrm>
              <a:off x="7096423" y="361473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14" name="Line 91: 여러 앱의 기록을"/>
          <p:cNvGrpSpPr/>
          <p:nvPr/>
        </p:nvGrpSpPr>
        <p:grpSpPr>
          <a:xfrm>
            <a:off x="8477250" y="3347591"/>
            <a:ext cx="1172021" cy="297180"/>
            <a:chOff x="8477250" y="3347591"/>
            <a:chExt cx="1172021" cy="297180"/>
          </a:xfrm>
        </p:grpSpPr>
        <p:sp>
          <p:nvSpPr>
            <p:cNvPr id="115" name="Weave text 91: 여러"/>
            <p:cNvSpPr txBox="1"/>
            <p:nvPr/>
          </p:nvSpPr>
          <p:spPr>
            <a:xfrm>
              <a:off x="8477250" y="3347591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여러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6" name="Weave text 91:  "/>
            <p:cNvSpPr txBox="1"/>
            <p:nvPr/>
          </p:nvSpPr>
          <p:spPr>
            <a:xfrm>
              <a:off x="8775055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7" name="Weave text 91: 앱의"/>
            <p:cNvSpPr txBox="1"/>
            <p:nvPr/>
          </p:nvSpPr>
          <p:spPr>
            <a:xfrm>
              <a:off x="8820596" y="3347591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앱의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8" name="Weave text 91:  "/>
            <p:cNvSpPr txBox="1"/>
            <p:nvPr/>
          </p:nvSpPr>
          <p:spPr>
            <a:xfrm>
              <a:off x="9118550" y="33475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9" name="Weave text 91: 기록을"/>
            <p:cNvSpPr txBox="1"/>
            <p:nvPr/>
          </p:nvSpPr>
          <p:spPr>
            <a:xfrm>
              <a:off x="9164092" y="334759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0" name="Line 92: 출처별 목록으로 단번에 확인"/>
          <p:cNvGrpSpPr/>
          <p:nvPr/>
        </p:nvGrpSpPr>
        <p:grpSpPr>
          <a:xfrm>
            <a:off x="8477250" y="3614738"/>
            <a:ext cx="1962448" cy="297180"/>
            <a:chOff x="8477250" y="3614738"/>
            <a:chExt cx="1962448" cy="297180"/>
          </a:xfrm>
        </p:grpSpPr>
        <p:sp>
          <p:nvSpPr>
            <p:cNvPr id="121" name="Weave text 92: 출처별"/>
            <p:cNvSpPr txBox="1"/>
            <p:nvPr/>
          </p:nvSpPr>
          <p:spPr>
            <a:xfrm>
              <a:off x="8477250" y="3614738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출처별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2" name="Weave text 92:  "/>
            <p:cNvSpPr txBox="1"/>
            <p:nvPr/>
          </p:nvSpPr>
          <p:spPr>
            <a:xfrm>
              <a:off x="8924032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3" name="Weave text 92: 목록으로"/>
            <p:cNvSpPr txBox="1"/>
            <p:nvPr/>
          </p:nvSpPr>
          <p:spPr>
            <a:xfrm>
              <a:off x="8969573" y="3614738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목록으로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4" name="Weave text 92:  "/>
            <p:cNvSpPr txBox="1"/>
            <p:nvPr/>
          </p:nvSpPr>
          <p:spPr>
            <a:xfrm>
              <a:off x="9565481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5" name="Weave text 92: 단번에"/>
            <p:cNvSpPr txBox="1"/>
            <p:nvPr/>
          </p:nvSpPr>
          <p:spPr>
            <a:xfrm>
              <a:off x="9611023" y="3614738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단번에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6" name="Weave text 92:  "/>
            <p:cNvSpPr txBox="1"/>
            <p:nvPr/>
          </p:nvSpPr>
          <p:spPr>
            <a:xfrm>
              <a:off x="10057954" y="36147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7" name="Weave text 92: 확인"/>
            <p:cNvSpPr txBox="1"/>
            <p:nvPr/>
          </p:nvSpPr>
          <p:spPr>
            <a:xfrm>
              <a:off x="10103495" y="361473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확인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8" name="Line 93: 02"/>
          <p:cNvGrpSpPr/>
          <p:nvPr/>
        </p:nvGrpSpPr>
        <p:grpSpPr>
          <a:xfrm>
            <a:off x="609600" y="4329112"/>
            <a:ext cx="179933" cy="220980"/>
            <a:chOff x="609600" y="4329112"/>
            <a:chExt cx="179933" cy="220980"/>
          </a:xfrm>
        </p:grpSpPr>
        <p:sp>
          <p:nvSpPr>
            <p:cNvPr id="129" name="Weave text 93: 02"/>
            <p:cNvSpPr txBox="1"/>
            <p:nvPr/>
          </p:nvSpPr>
          <p:spPr>
            <a:xfrm>
              <a:off x="609600" y="4329112"/>
              <a:ext cx="179933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rPr>
                <a:t xml:space="preserve">02</a:t>
              </a:r>
              <a:endParaRPr sz="900" b="0" i="0" spc="0" kern="0" lang="ko-KR" altLang="en-US" dirty="0">
                <a:solidFill>
                  <a:srgbClr val="8B74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30" name="Line 94: 자동 완성"/>
          <p:cNvGrpSpPr/>
          <p:nvPr/>
        </p:nvGrpSpPr>
        <p:grpSpPr>
          <a:xfrm>
            <a:off x="894308" y="4274344"/>
            <a:ext cx="784622" cy="358140"/>
            <a:chOff x="894308" y="4274344"/>
            <a:chExt cx="784622" cy="358140"/>
          </a:xfrm>
        </p:grpSpPr>
        <p:sp>
          <p:nvSpPr>
            <p:cNvPr id="131" name="Weave text 94: 자동"/>
            <p:cNvSpPr txBox="1"/>
            <p:nvPr/>
          </p:nvSpPr>
          <p:spPr>
            <a:xfrm>
              <a:off x="894308" y="427434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자동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2" name="Weave text 94:  "/>
            <p:cNvSpPr txBox="1"/>
            <p:nvPr/>
          </p:nvSpPr>
          <p:spPr>
            <a:xfrm>
              <a:off x="1246287" y="4274344"/>
              <a:ext cx="80665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63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3" name="Weave text 94: 완성"/>
            <p:cNvSpPr txBox="1"/>
            <p:nvPr/>
          </p:nvSpPr>
          <p:spPr>
            <a:xfrm>
              <a:off x="1288703" y="427434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완성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34" name="Line 95: 입력할 내용이 정확히"/>
          <p:cNvGrpSpPr/>
          <p:nvPr/>
        </p:nvGrpSpPr>
        <p:grpSpPr>
          <a:xfrm>
            <a:off x="3143250" y="4166741"/>
            <a:ext cx="1469975" cy="297180"/>
            <a:chOff x="3143250" y="4166741"/>
            <a:chExt cx="1469975" cy="297180"/>
          </a:xfrm>
        </p:grpSpPr>
        <p:sp>
          <p:nvSpPr>
            <p:cNvPr id="135" name="Weave text 95: 입력할"/>
            <p:cNvSpPr txBox="1"/>
            <p:nvPr/>
          </p:nvSpPr>
          <p:spPr>
            <a:xfrm>
              <a:off x="3143250" y="4166741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입력할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6" name="Weave text 95:  "/>
            <p:cNvSpPr txBox="1"/>
            <p:nvPr/>
          </p:nvSpPr>
          <p:spPr>
            <a:xfrm>
              <a:off x="3590032" y="416674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7" name="Weave text 95: 내용이"/>
            <p:cNvSpPr txBox="1"/>
            <p:nvPr/>
          </p:nvSpPr>
          <p:spPr>
            <a:xfrm>
              <a:off x="3635573" y="416674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내용이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8" name="Weave text 95:  "/>
            <p:cNvSpPr txBox="1"/>
            <p:nvPr/>
          </p:nvSpPr>
          <p:spPr>
            <a:xfrm>
              <a:off x="4082504" y="416674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9" name="Weave text 95: 정확히"/>
            <p:cNvSpPr txBox="1"/>
            <p:nvPr/>
          </p:nvSpPr>
          <p:spPr>
            <a:xfrm>
              <a:off x="4128046" y="416674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정확히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0" name="Line 96: 기억나지 않을 때"/>
          <p:cNvGrpSpPr/>
          <p:nvPr/>
        </p:nvGrpSpPr>
        <p:grpSpPr>
          <a:xfrm>
            <a:off x="3143250" y="4433888"/>
            <a:ext cx="1172021" cy="297180"/>
            <a:chOff x="3143250" y="4433888"/>
            <a:chExt cx="1172021" cy="297180"/>
          </a:xfrm>
        </p:grpSpPr>
        <p:sp>
          <p:nvSpPr>
            <p:cNvPr id="141" name="Weave text 96: 기억나지"/>
            <p:cNvSpPr txBox="1"/>
            <p:nvPr/>
          </p:nvSpPr>
          <p:spPr>
            <a:xfrm>
              <a:off x="3143250" y="4433888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기억나지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2" name="Weave text 96:  "/>
            <p:cNvSpPr txBox="1"/>
            <p:nvPr/>
          </p:nvSpPr>
          <p:spPr>
            <a:xfrm>
              <a:off x="3739009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3" name="Weave text 96: 않을"/>
            <p:cNvSpPr txBox="1"/>
            <p:nvPr/>
          </p:nvSpPr>
          <p:spPr>
            <a:xfrm>
              <a:off x="3784550" y="443388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않을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4" name="Weave text 96:  "/>
            <p:cNvSpPr txBox="1"/>
            <p:nvPr/>
          </p:nvSpPr>
          <p:spPr>
            <a:xfrm>
              <a:off x="4082504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5" name="Weave text 96: 때"/>
            <p:cNvSpPr txBox="1"/>
            <p:nvPr/>
          </p:nvSpPr>
          <p:spPr>
            <a:xfrm>
              <a:off x="4128046" y="4433888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때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6" name="Line 97: 키보드에서"/>
          <p:cNvGrpSpPr/>
          <p:nvPr/>
        </p:nvGrpSpPr>
        <p:grpSpPr>
          <a:xfrm>
            <a:off x="5962650" y="4166741"/>
            <a:ext cx="782985" cy="297180"/>
            <a:chOff x="5962650" y="4166741"/>
            <a:chExt cx="782985" cy="297180"/>
          </a:xfrm>
        </p:grpSpPr>
        <p:sp>
          <p:nvSpPr>
            <p:cNvPr id="147" name="Weave text 97: 키보드에서"/>
            <p:cNvSpPr txBox="1"/>
            <p:nvPr/>
          </p:nvSpPr>
          <p:spPr>
            <a:xfrm>
              <a:off x="5962650" y="4166741"/>
              <a:ext cx="78298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키보드에서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8" name="Line 98: Weave 버튼 선택"/>
          <p:cNvGrpSpPr/>
          <p:nvPr/>
        </p:nvGrpSpPr>
        <p:grpSpPr>
          <a:xfrm>
            <a:off x="5962650" y="4433888"/>
            <a:ext cx="1243310" cy="297180"/>
            <a:chOff x="5962650" y="4433888"/>
            <a:chExt cx="1243310" cy="297180"/>
          </a:xfrm>
        </p:grpSpPr>
        <p:sp>
          <p:nvSpPr>
            <p:cNvPr id="149" name="Weave text 98: Weave "/>
            <p:cNvSpPr txBox="1"/>
            <p:nvPr/>
          </p:nvSpPr>
          <p:spPr>
            <a:xfrm>
              <a:off x="5962650" y="4433888"/>
              <a:ext cx="60186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Weave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0" name="Weave text 98: 버튼"/>
            <p:cNvSpPr txBox="1"/>
            <p:nvPr/>
          </p:nvSpPr>
          <p:spPr>
            <a:xfrm>
              <a:off x="6526262" y="443388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버튼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1" name="Weave text 98:  "/>
            <p:cNvSpPr txBox="1"/>
            <p:nvPr/>
          </p:nvSpPr>
          <p:spPr>
            <a:xfrm>
              <a:off x="6824216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2" name="Weave text 98: 선택"/>
            <p:cNvSpPr txBox="1"/>
            <p:nvPr/>
          </p:nvSpPr>
          <p:spPr>
            <a:xfrm>
              <a:off x="6869757" y="443388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선택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53" name="Line 99: 답장·검색어·문구와"/>
          <p:cNvGrpSpPr/>
          <p:nvPr/>
        </p:nvGrpSpPr>
        <p:grpSpPr>
          <a:xfrm>
            <a:off x="8477250" y="4166741"/>
            <a:ext cx="1323231" cy="297180"/>
            <a:chOff x="8477250" y="4166741"/>
            <a:chExt cx="1323231" cy="297180"/>
          </a:xfrm>
        </p:grpSpPr>
        <p:sp>
          <p:nvSpPr>
            <p:cNvPr id="154" name="Weave text 99: 답장"/>
            <p:cNvSpPr txBox="1"/>
            <p:nvPr/>
          </p:nvSpPr>
          <p:spPr>
            <a:xfrm>
              <a:off x="8477250" y="4166741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답장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5" name="Weave text 99: ·"/>
            <p:cNvSpPr txBox="1"/>
            <p:nvPr/>
          </p:nvSpPr>
          <p:spPr>
            <a:xfrm>
              <a:off x="8775055" y="4166741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6" name="Weave text 99: 검색어"/>
            <p:cNvSpPr txBox="1"/>
            <p:nvPr/>
          </p:nvSpPr>
          <p:spPr>
            <a:xfrm>
              <a:off x="8821787" y="416674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검색어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7" name="Weave text 99: ·"/>
            <p:cNvSpPr txBox="1"/>
            <p:nvPr/>
          </p:nvSpPr>
          <p:spPr>
            <a:xfrm>
              <a:off x="9268718" y="4166741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8" name="Weave text 99: 문구와"/>
            <p:cNvSpPr txBox="1"/>
            <p:nvPr/>
          </p:nvSpPr>
          <p:spPr>
            <a:xfrm>
              <a:off x="9315301" y="416674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문구와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59" name="Line 100: 출처를 확인하고 즉시 입력"/>
          <p:cNvGrpSpPr/>
          <p:nvPr/>
        </p:nvGrpSpPr>
        <p:grpSpPr>
          <a:xfrm>
            <a:off x="8477250" y="4433888"/>
            <a:ext cx="1813471" cy="297180"/>
            <a:chOff x="8477250" y="4433888"/>
            <a:chExt cx="1813471" cy="297180"/>
          </a:xfrm>
        </p:grpSpPr>
        <p:sp>
          <p:nvSpPr>
            <p:cNvPr id="160" name="Weave text 100: 출처를"/>
            <p:cNvSpPr txBox="1"/>
            <p:nvPr/>
          </p:nvSpPr>
          <p:spPr>
            <a:xfrm>
              <a:off x="8477250" y="4433888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출처를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100:  "/>
            <p:cNvSpPr txBox="1"/>
            <p:nvPr/>
          </p:nvSpPr>
          <p:spPr>
            <a:xfrm>
              <a:off x="8924032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100: 확인하고"/>
            <p:cNvSpPr txBox="1"/>
            <p:nvPr/>
          </p:nvSpPr>
          <p:spPr>
            <a:xfrm>
              <a:off x="8969573" y="4433888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확인하고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3" name="Weave text 100:  "/>
            <p:cNvSpPr txBox="1"/>
            <p:nvPr/>
          </p:nvSpPr>
          <p:spPr>
            <a:xfrm>
              <a:off x="9565481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4" name="Weave text 100: 즉시"/>
            <p:cNvSpPr txBox="1"/>
            <p:nvPr/>
          </p:nvSpPr>
          <p:spPr>
            <a:xfrm>
              <a:off x="9611023" y="443388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즉시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5" name="Weave text 100:  "/>
            <p:cNvSpPr txBox="1"/>
            <p:nvPr/>
          </p:nvSpPr>
          <p:spPr>
            <a:xfrm>
              <a:off x="9908977" y="443388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6" name="Weave text 100: 입력"/>
            <p:cNvSpPr txBox="1"/>
            <p:nvPr/>
          </p:nvSpPr>
          <p:spPr>
            <a:xfrm>
              <a:off x="9954518" y="4433888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67" name="Line 101: 03"/>
          <p:cNvGrpSpPr/>
          <p:nvPr/>
        </p:nvGrpSpPr>
        <p:grpSpPr>
          <a:xfrm>
            <a:off x="609600" y="5148262"/>
            <a:ext cx="180826" cy="220980"/>
            <a:chOff x="609600" y="5148262"/>
            <a:chExt cx="180826" cy="220980"/>
          </a:xfrm>
        </p:grpSpPr>
        <p:sp>
          <p:nvSpPr>
            <p:cNvPr id="168" name="Weave text 101: 03"/>
            <p:cNvSpPr txBox="1"/>
            <p:nvPr/>
          </p:nvSpPr>
          <p:spPr>
            <a:xfrm>
              <a:off x="609600" y="5148262"/>
              <a:ext cx="18082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8B74C8"/>
                  </a:solidFill>
                  <a:latin typeface="Inter"/>
                  <a:ea typeface="Inter"/>
                  <a:cs typeface="Inter"/>
                </a:rPr>
                <a:t xml:space="preserve">03</a:t>
              </a:r>
              <a:endParaRPr sz="900" b="0" i="0" spc="0" kern="0" lang="ko-KR" altLang="en-US" dirty="0">
                <a:solidFill>
                  <a:srgbClr val="8B74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69" name="Line 102: 먼저 건네는 기억"/>
          <p:cNvGrpSpPr/>
          <p:nvPr/>
        </p:nvGrpSpPr>
        <p:grpSpPr>
          <a:xfrm>
            <a:off x="895201" y="5093494"/>
            <a:ext cx="1355080" cy="358140"/>
            <a:chOff x="895201" y="5093494"/>
            <a:chExt cx="1355080" cy="358140"/>
          </a:xfrm>
        </p:grpSpPr>
        <p:sp>
          <p:nvSpPr>
            <p:cNvPr id="170" name="Weave text 102: 먼저"/>
            <p:cNvSpPr txBox="1"/>
            <p:nvPr/>
          </p:nvSpPr>
          <p:spPr>
            <a:xfrm>
              <a:off x="895201" y="509349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먼저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1" name="Weave text 102:  "/>
            <p:cNvSpPr txBox="1"/>
            <p:nvPr/>
          </p:nvSpPr>
          <p:spPr>
            <a:xfrm>
              <a:off x="1247180" y="5093494"/>
              <a:ext cx="80665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63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2" name="Weave text 102: 건네는"/>
            <p:cNvSpPr txBox="1"/>
            <p:nvPr/>
          </p:nvSpPr>
          <p:spPr>
            <a:xfrm>
              <a:off x="1289596" y="5093494"/>
              <a:ext cx="566291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건네는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3" name="Weave text 102:  "/>
            <p:cNvSpPr txBox="1"/>
            <p:nvPr/>
          </p:nvSpPr>
          <p:spPr>
            <a:xfrm>
              <a:off x="1817638" y="5093494"/>
              <a:ext cx="80665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63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4" name="Weave text 102: 기억"/>
            <p:cNvSpPr txBox="1"/>
            <p:nvPr/>
          </p:nvSpPr>
          <p:spPr>
            <a:xfrm>
              <a:off x="1860054" y="5093494"/>
              <a:ext cx="390227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63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기억</a:t>
              </a:r>
              <a:endParaRPr sz="1575" b="0" i="0" spc="-63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75" name="Line 103: 지금 도움이 될 기억을"/>
          <p:cNvGrpSpPr/>
          <p:nvPr/>
        </p:nvGrpSpPr>
        <p:grpSpPr>
          <a:xfrm>
            <a:off x="3143250" y="4985891"/>
            <a:ext cx="1515517" cy="297180"/>
            <a:chOff x="3143250" y="4985891"/>
            <a:chExt cx="1515517" cy="297180"/>
          </a:xfrm>
        </p:grpSpPr>
        <p:sp>
          <p:nvSpPr>
            <p:cNvPr id="176" name="Weave text 103: 지금"/>
            <p:cNvSpPr txBox="1"/>
            <p:nvPr/>
          </p:nvSpPr>
          <p:spPr>
            <a:xfrm>
              <a:off x="3143250" y="4985891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지금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7" name="Weave text 103:  "/>
            <p:cNvSpPr txBox="1"/>
            <p:nvPr/>
          </p:nvSpPr>
          <p:spPr>
            <a:xfrm>
              <a:off x="3441055" y="49858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8" name="Weave text 103: 도움이"/>
            <p:cNvSpPr txBox="1"/>
            <p:nvPr/>
          </p:nvSpPr>
          <p:spPr>
            <a:xfrm>
              <a:off x="3486596" y="498589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도움이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9" name="Weave text 103:  "/>
            <p:cNvSpPr txBox="1"/>
            <p:nvPr/>
          </p:nvSpPr>
          <p:spPr>
            <a:xfrm>
              <a:off x="3933527" y="49858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0" name="Weave text 103: 될"/>
            <p:cNvSpPr txBox="1"/>
            <p:nvPr/>
          </p:nvSpPr>
          <p:spPr>
            <a:xfrm>
              <a:off x="3979069" y="4985891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될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1" name="Weave text 103:  "/>
            <p:cNvSpPr txBox="1"/>
            <p:nvPr/>
          </p:nvSpPr>
          <p:spPr>
            <a:xfrm>
              <a:off x="4128046" y="4985891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2" name="Weave text 103: 기억을"/>
            <p:cNvSpPr txBox="1"/>
            <p:nvPr/>
          </p:nvSpPr>
          <p:spPr>
            <a:xfrm>
              <a:off x="4173587" y="4985891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기억을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83" name="Line 104: 미처 떠올리지 못했을 때"/>
          <p:cNvGrpSpPr/>
          <p:nvPr/>
        </p:nvGrpSpPr>
        <p:grpSpPr>
          <a:xfrm>
            <a:off x="3143250" y="5253038"/>
            <a:ext cx="1664494" cy="297180"/>
            <a:chOff x="3143250" y="5253038"/>
            <a:chExt cx="1664494" cy="297180"/>
          </a:xfrm>
        </p:grpSpPr>
        <p:sp>
          <p:nvSpPr>
            <p:cNvPr id="184" name="Weave text 104: 미처"/>
            <p:cNvSpPr txBox="1"/>
            <p:nvPr/>
          </p:nvSpPr>
          <p:spPr>
            <a:xfrm>
              <a:off x="3143250" y="5253038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미처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5" name="Weave text 104:  "/>
            <p:cNvSpPr txBox="1"/>
            <p:nvPr/>
          </p:nvSpPr>
          <p:spPr>
            <a:xfrm>
              <a:off x="3441055" y="52530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6" name="Weave text 104: 떠올리지"/>
            <p:cNvSpPr txBox="1"/>
            <p:nvPr/>
          </p:nvSpPr>
          <p:spPr>
            <a:xfrm>
              <a:off x="3486596" y="5253038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떠올리지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7" name="Weave text 104:  "/>
            <p:cNvSpPr txBox="1"/>
            <p:nvPr/>
          </p:nvSpPr>
          <p:spPr>
            <a:xfrm>
              <a:off x="4082504" y="52530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8" name="Weave text 104: 못했을"/>
            <p:cNvSpPr txBox="1"/>
            <p:nvPr/>
          </p:nvSpPr>
          <p:spPr>
            <a:xfrm>
              <a:off x="4128046" y="5253038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못했을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9" name="Weave text 104:  "/>
            <p:cNvSpPr txBox="1"/>
            <p:nvPr/>
          </p:nvSpPr>
          <p:spPr>
            <a:xfrm>
              <a:off x="4574977" y="5253038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0" name="Weave text 104: 때"/>
            <p:cNvSpPr txBox="1"/>
            <p:nvPr/>
          </p:nvSpPr>
          <p:spPr>
            <a:xfrm>
              <a:off x="4620518" y="5253038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때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91" name="Line 105: 관련 기억이 감지되면"/>
          <p:cNvGrpSpPr/>
          <p:nvPr/>
        </p:nvGrpSpPr>
        <p:grpSpPr>
          <a:xfrm>
            <a:off x="5962650" y="4852243"/>
            <a:ext cx="1469975" cy="297180"/>
            <a:chOff x="5962650" y="4852243"/>
            <a:chExt cx="1469975" cy="297180"/>
          </a:xfrm>
        </p:grpSpPr>
        <p:sp>
          <p:nvSpPr>
            <p:cNvPr id="192" name="Weave text 105: 관련"/>
            <p:cNvSpPr txBox="1"/>
            <p:nvPr/>
          </p:nvSpPr>
          <p:spPr>
            <a:xfrm>
              <a:off x="5962650" y="4852243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관련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3" name="Weave text 105:  "/>
            <p:cNvSpPr txBox="1"/>
            <p:nvPr/>
          </p:nvSpPr>
          <p:spPr>
            <a:xfrm>
              <a:off x="6260455" y="4852243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4" name="Weave text 105: 기억이"/>
            <p:cNvSpPr txBox="1"/>
            <p:nvPr/>
          </p:nvSpPr>
          <p:spPr>
            <a:xfrm>
              <a:off x="6305996" y="4852243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기억이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5" name="Weave text 105:  "/>
            <p:cNvSpPr txBox="1"/>
            <p:nvPr/>
          </p:nvSpPr>
          <p:spPr>
            <a:xfrm>
              <a:off x="6752927" y="4852243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6" name="Weave text 105: 감지되면"/>
            <p:cNvSpPr txBox="1"/>
            <p:nvPr/>
          </p:nvSpPr>
          <p:spPr>
            <a:xfrm>
              <a:off x="6798469" y="4852243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감지되면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97" name="Line 106: Weave 버튼에 알림 표시"/>
          <p:cNvGrpSpPr/>
          <p:nvPr/>
        </p:nvGrpSpPr>
        <p:grpSpPr>
          <a:xfrm>
            <a:off x="5962650" y="5119390"/>
            <a:ext cx="1735634" cy="297180"/>
            <a:chOff x="5962650" y="5119390"/>
            <a:chExt cx="1735634" cy="297180"/>
          </a:xfrm>
        </p:grpSpPr>
        <p:sp>
          <p:nvSpPr>
            <p:cNvPr id="198" name="Weave text 106: Weave "/>
            <p:cNvSpPr txBox="1"/>
            <p:nvPr/>
          </p:nvSpPr>
          <p:spPr>
            <a:xfrm>
              <a:off x="5962650" y="5119390"/>
              <a:ext cx="60186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Weave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9" name="Weave text 106: 버튼에"/>
            <p:cNvSpPr txBox="1"/>
            <p:nvPr/>
          </p:nvSpPr>
          <p:spPr>
            <a:xfrm>
              <a:off x="6526262" y="511939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버튼에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0" name="Weave text 106:  "/>
            <p:cNvSpPr txBox="1"/>
            <p:nvPr/>
          </p:nvSpPr>
          <p:spPr>
            <a:xfrm>
              <a:off x="6973193" y="511939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1" name="Weave text 106: 알림"/>
            <p:cNvSpPr txBox="1"/>
            <p:nvPr/>
          </p:nvSpPr>
          <p:spPr>
            <a:xfrm>
              <a:off x="7018734" y="511939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알림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2" name="Weave text 106:  "/>
            <p:cNvSpPr txBox="1"/>
            <p:nvPr/>
          </p:nvSpPr>
          <p:spPr>
            <a:xfrm>
              <a:off x="7316688" y="511939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B8C3D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3" name="Weave text 106: 표시"/>
            <p:cNvSpPr txBox="1"/>
            <p:nvPr/>
          </p:nvSpPr>
          <p:spPr>
            <a:xfrm>
              <a:off x="7362230" y="5119390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B8C3D6"/>
                  </a:solidFill>
                  <a:latin typeface="Noto Sans KR"/>
                  <a:ea typeface="Noto Sans KR"/>
                  <a:cs typeface="Noto Sans KR"/>
                </a:rPr>
                <a:t xml:space="preserve">표시</a:t>
              </a:r>
              <a:endParaRPr sz="1275" b="0" i="0" spc="0" kern="0" lang="ko-KR" altLang="en-US" dirty="0">
                <a:solidFill>
                  <a:srgbClr val="B8C3D6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04" name="Line 107: Flickering · 짧게 강조"/>
          <p:cNvGrpSpPr/>
          <p:nvPr/>
        </p:nvGrpSpPr>
        <p:grpSpPr>
          <a:xfrm>
            <a:off x="5962650" y="5443686"/>
            <a:ext cx="1023045" cy="205740"/>
            <a:chOff x="5962650" y="5443686"/>
            <a:chExt cx="1023045" cy="205740"/>
          </a:xfrm>
        </p:grpSpPr>
        <p:sp>
          <p:nvSpPr>
            <p:cNvPr id="205" name="Weave text 107: Flickering · "/>
            <p:cNvSpPr txBox="1"/>
            <p:nvPr/>
          </p:nvSpPr>
          <p:spPr>
            <a:xfrm>
              <a:off x="5962650" y="5443686"/>
              <a:ext cx="607963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rPr>
                <a:t xml:space="preserve">Flickering · </a:t>
              </a:r>
              <a:endParaRPr sz="825" b="0" i="0" spc="0" kern="0" lang="ko-KR" altLang="en-US" dirty="0">
                <a:solidFill>
                  <a:srgbClr val="8F9D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6" name="Weave text 107: 짧게"/>
            <p:cNvSpPr txBox="1"/>
            <p:nvPr/>
          </p:nvSpPr>
          <p:spPr>
            <a:xfrm>
              <a:off x="6532364" y="5443686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rPr>
                <a:t xml:space="preserve">짧게</a:t>
              </a:r>
              <a:endParaRPr sz="825" b="0" i="0" spc="0" kern="0" lang="ko-KR" altLang="en-US" dirty="0">
                <a:solidFill>
                  <a:srgbClr val="8F9D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7" name="Weave text 107:  "/>
            <p:cNvSpPr txBox="1"/>
            <p:nvPr/>
          </p:nvSpPr>
          <p:spPr>
            <a:xfrm>
              <a:off x="6725245" y="5443686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F9D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F9D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8" name="Weave text 107: 강조"/>
            <p:cNvSpPr txBox="1"/>
            <p:nvPr/>
          </p:nvSpPr>
          <p:spPr>
            <a:xfrm>
              <a:off x="6754713" y="5443686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F9DB5"/>
                  </a:solidFill>
                  <a:latin typeface="Noto Sans KR"/>
                  <a:ea typeface="Noto Sans KR"/>
                  <a:cs typeface="Noto Sans KR"/>
                </a:rPr>
                <a:t xml:space="preserve">강조</a:t>
              </a:r>
              <a:endParaRPr sz="825" b="0" i="0" spc="0" kern="0" lang="ko-KR" altLang="en-US" dirty="0">
                <a:solidFill>
                  <a:srgbClr val="8F9DB5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09" name="Line 108: 현재 상황에 맞는"/>
          <p:cNvGrpSpPr/>
          <p:nvPr/>
        </p:nvGrpSpPr>
        <p:grpSpPr>
          <a:xfrm>
            <a:off x="8477250" y="4852243"/>
            <a:ext cx="1172021" cy="297180"/>
            <a:chOff x="8477250" y="4852243"/>
            <a:chExt cx="1172021" cy="297180"/>
          </a:xfrm>
        </p:grpSpPr>
        <p:sp>
          <p:nvSpPr>
            <p:cNvPr id="210" name="Weave text 108: 현재"/>
            <p:cNvSpPr txBox="1"/>
            <p:nvPr/>
          </p:nvSpPr>
          <p:spPr>
            <a:xfrm>
              <a:off x="8477250" y="4852243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현재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1" name="Weave text 108:  "/>
            <p:cNvSpPr txBox="1"/>
            <p:nvPr/>
          </p:nvSpPr>
          <p:spPr>
            <a:xfrm>
              <a:off x="8775055" y="4852243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2" name="Weave text 108: 상황에"/>
            <p:cNvSpPr txBox="1"/>
            <p:nvPr/>
          </p:nvSpPr>
          <p:spPr>
            <a:xfrm>
              <a:off x="8820596" y="4852243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상황에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108:  "/>
            <p:cNvSpPr txBox="1"/>
            <p:nvPr/>
          </p:nvSpPr>
          <p:spPr>
            <a:xfrm>
              <a:off x="9267527" y="4852243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108: 맞는"/>
            <p:cNvSpPr txBox="1"/>
            <p:nvPr/>
          </p:nvSpPr>
          <p:spPr>
            <a:xfrm>
              <a:off x="9313069" y="4852243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맞는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15" name="Line 109: 기억과 출처를 확인하고"/>
          <p:cNvGrpSpPr/>
          <p:nvPr/>
        </p:nvGrpSpPr>
        <p:grpSpPr>
          <a:xfrm>
            <a:off x="8477250" y="5119390"/>
            <a:ext cx="1618952" cy="297180"/>
            <a:chOff x="8477250" y="5119390"/>
            <a:chExt cx="1618952" cy="297180"/>
          </a:xfrm>
        </p:grpSpPr>
        <p:sp>
          <p:nvSpPr>
            <p:cNvPr id="216" name="Weave text 109: 기억과"/>
            <p:cNvSpPr txBox="1"/>
            <p:nvPr/>
          </p:nvSpPr>
          <p:spPr>
            <a:xfrm>
              <a:off x="8477250" y="5119390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기억과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7" name="Weave text 109:  "/>
            <p:cNvSpPr txBox="1"/>
            <p:nvPr/>
          </p:nvSpPr>
          <p:spPr>
            <a:xfrm>
              <a:off x="8924032" y="511939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8" name="Weave text 109: 출처를"/>
            <p:cNvSpPr txBox="1"/>
            <p:nvPr/>
          </p:nvSpPr>
          <p:spPr>
            <a:xfrm>
              <a:off x="8969573" y="511939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출처를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109:  "/>
            <p:cNvSpPr txBox="1"/>
            <p:nvPr/>
          </p:nvSpPr>
          <p:spPr>
            <a:xfrm>
              <a:off x="9416504" y="511939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0" name="Weave text 109: 확인하고"/>
            <p:cNvSpPr txBox="1"/>
            <p:nvPr/>
          </p:nvSpPr>
          <p:spPr>
            <a:xfrm>
              <a:off x="9462046" y="511939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확인하고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21" name="Line 110: 대화에 활용"/>
          <p:cNvGrpSpPr/>
          <p:nvPr/>
        </p:nvGrpSpPr>
        <p:grpSpPr>
          <a:xfrm>
            <a:off x="8477250" y="5386536"/>
            <a:ext cx="828526" cy="297180"/>
            <a:chOff x="8477250" y="5386536"/>
            <a:chExt cx="828526" cy="297180"/>
          </a:xfrm>
        </p:grpSpPr>
        <p:sp>
          <p:nvSpPr>
            <p:cNvPr id="222" name="Weave text 110: 대화에"/>
            <p:cNvSpPr txBox="1"/>
            <p:nvPr/>
          </p:nvSpPr>
          <p:spPr>
            <a:xfrm>
              <a:off x="8477250" y="5386536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대화에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3" name="Weave text 110:  "/>
            <p:cNvSpPr txBox="1"/>
            <p:nvPr/>
          </p:nvSpPr>
          <p:spPr>
            <a:xfrm>
              <a:off x="8924032" y="5386536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4" name="Weave text 110: 활용"/>
            <p:cNvSpPr txBox="1"/>
            <p:nvPr/>
          </p:nvSpPr>
          <p:spPr>
            <a:xfrm>
              <a:off x="8969573" y="5386536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활용</a:t>
              </a:r>
              <a:endParaRPr sz="1275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25" name="Line 111: 기록은 출처와 함께 확인하고, 입력할 내용은 사용자가 선택합니다."/>
          <p:cNvGrpSpPr/>
          <p:nvPr/>
        </p:nvGrpSpPr>
        <p:grpSpPr>
          <a:xfrm>
            <a:off x="609600" y="6029325"/>
            <a:ext cx="3950791" cy="266700"/>
            <a:chOff x="609600" y="6029325"/>
            <a:chExt cx="3950791" cy="266700"/>
          </a:xfrm>
        </p:grpSpPr>
        <p:sp>
          <p:nvSpPr>
            <p:cNvPr id="226" name="Weave text 111: 기록은"/>
            <p:cNvSpPr txBox="1"/>
            <p:nvPr/>
          </p:nvSpPr>
          <p:spPr>
            <a:xfrm>
              <a:off x="609600" y="6029325"/>
              <a:ext cx="432495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기록은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7" name="Weave text 111:  "/>
            <p:cNvSpPr txBox="1"/>
            <p:nvPr/>
          </p:nvSpPr>
          <p:spPr>
            <a:xfrm>
              <a:off x="1003846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8" name="Weave text 111: 출처와"/>
            <p:cNvSpPr txBox="1"/>
            <p:nvPr/>
          </p:nvSpPr>
          <p:spPr>
            <a:xfrm>
              <a:off x="1044029" y="6029325"/>
              <a:ext cx="432643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출처와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9" name="Weave text 111:  "/>
            <p:cNvSpPr txBox="1"/>
            <p:nvPr/>
          </p:nvSpPr>
          <p:spPr>
            <a:xfrm>
              <a:off x="1438424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0" name="Weave text 111: 함께"/>
            <p:cNvSpPr txBox="1"/>
            <p:nvPr/>
          </p:nvSpPr>
          <p:spPr>
            <a:xfrm>
              <a:off x="1478607" y="6029325"/>
              <a:ext cx="3010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함께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1" name="Weave text 111:  "/>
            <p:cNvSpPr txBox="1"/>
            <p:nvPr/>
          </p:nvSpPr>
          <p:spPr>
            <a:xfrm>
              <a:off x="1741438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2" name="Weave text 111: 확인하고"/>
            <p:cNvSpPr txBox="1"/>
            <p:nvPr/>
          </p:nvSpPr>
          <p:spPr>
            <a:xfrm>
              <a:off x="1781621" y="6029325"/>
              <a:ext cx="56405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확인하고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3" name="Weave text 111: , "/>
            <p:cNvSpPr txBox="1"/>
            <p:nvPr/>
          </p:nvSpPr>
          <p:spPr>
            <a:xfrm>
              <a:off x="2307431" y="6029325"/>
              <a:ext cx="119658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4" name="Weave text 111: 입력할"/>
            <p:cNvSpPr txBox="1"/>
            <p:nvPr/>
          </p:nvSpPr>
          <p:spPr>
            <a:xfrm>
              <a:off x="2388840" y="6029325"/>
              <a:ext cx="432495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입력할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5" name="Weave text 111:  "/>
            <p:cNvSpPr txBox="1"/>
            <p:nvPr/>
          </p:nvSpPr>
          <p:spPr>
            <a:xfrm>
              <a:off x="2783086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6" name="Weave text 111: 내용은"/>
            <p:cNvSpPr txBox="1"/>
            <p:nvPr/>
          </p:nvSpPr>
          <p:spPr>
            <a:xfrm>
              <a:off x="2823270" y="6029325"/>
              <a:ext cx="432643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내용은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7" name="Weave text 111:  "/>
            <p:cNvSpPr txBox="1"/>
            <p:nvPr/>
          </p:nvSpPr>
          <p:spPr>
            <a:xfrm>
              <a:off x="3217664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8" name="Weave text 111: 사용자가"/>
            <p:cNvSpPr txBox="1"/>
            <p:nvPr/>
          </p:nvSpPr>
          <p:spPr>
            <a:xfrm>
              <a:off x="3257848" y="6029325"/>
              <a:ext cx="56405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사용자가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9" name="Weave text 111:  "/>
            <p:cNvSpPr txBox="1"/>
            <p:nvPr/>
          </p:nvSpPr>
          <p:spPr>
            <a:xfrm>
              <a:off x="3783657" y="6029325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0" name="Weave text 111: 선택합니다"/>
            <p:cNvSpPr txBox="1"/>
            <p:nvPr/>
          </p:nvSpPr>
          <p:spPr>
            <a:xfrm>
              <a:off x="3823841" y="6029325"/>
              <a:ext cx="69547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선택합니다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1" name="Weave text 111: ."/>
            <p:cNvSpPr txBox="1"/>
            <p:nvPr/>
          </p:nvSpPr>
          <p:spPr>
            <a:xfrm>
              <a:off x="4481066" y="6029325"/>
              <a:ext cx="79325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42" name="Line 112: 04 / 11"/>
          <p:cNvGrpSpPr/>
          <p:nvPr/>
        </p:nvGrpSpPr>
        <p:grpSpPr>
          <a:xfrm>
            <a:off x="11168658" y="6486525"/>
            <a:ext cx="451842" cy="190500"/>
            <a:chOff x="11168658" y="6486525"/>
            <a:chExt cx="451842" cy="190500"/>
          </a:xfrm>
        </p:grpSpPr>
        <p:sp>
          <p:nvSpPr>
            <p:cNvPr id="243" name="Weave text 112: 04 / 11"/>
            <p:cNvSpPr txBox="1"/>
            <p:nvPr/>
          </p:nvSpPr>
          <p:spPr>
            <a:xfrm>
              <a:off x="11168658" y="6486525"/>
              <a:ext cx="45184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04 / 11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113: 05 / GLOBAL SEARCH"/>
          <p:cNvGrpSpPr/>
          <p:nvPr/>
        </p:nvGrpSpPr>
        <p:grpSpPr>
          <a:xfrm>
            <a:off x="609600" y="390525"/>
            <a:ext cx="1653480" cy="220980"/>
            <a:chOff x="609600" y="390525"/>
            <a:chExt cx="1653480" cy="220980"/>
          </a:xfrm>
        </p:grpSpPr>
        <p:sp>
          <p:nvSpPr>
            <p:cNvPr id="4" name="Weave text 113: 05 / GLOBAL SEARCH"/>
            <p:cNvSpPr txBox="1"/>
            <p:nvPr/>
          </p:nvSpPr>
          <p:spPr>
            <a:xfrm>
              <a:off x="609600" y="390525"/>
              <a:ext cx="1653480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05 / GLOBAL SEARCH</a:t>
              </a:r>
              <a:endParaRPr sz="900" b="0" i="0" spc="18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114: 어디에 적었든, 한 번에 찾습니다."/>
          <p:cNvGrpSpPr/>
          <p:nvPr/>
        </p:nvGrpSpPr>
        <p:grpSpPr>
          <a:xfrm>
            <a:off x="609600" y="676275"/>
            <a:ext cx="4924425" cy="647700"/>
            <a:chOff x="609600" y="676275"/>
            <a:chExt cx="4924425" cy="647700"/>
          </a:xfrm>
        </p:grpSpPr>
        <p:sp>
          <p:nvSpPr>
            <p:cNvPr id="6" name="Weave text 114: 어디에"/>
            <p:cNvSpPr txBox="1"/>
            <p:nvPr/>
          </p:nvSpPr>
          <p:spPr>
            <a:xfrm>
              <a:off x="609600" y="676275"/>
              <a:ext cx="10440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어디에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114:  "/>
            <p:cNvSpPr txBox="1"/>
            <p:nvPr/>
          </p:nvSpPr>
          <p:spPr>
            <a:xfrm>
              <a:off x="1615380" y="676275"/>
              <a:ext cx="118914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114: 적었든"/>
            <p:cNvSpPr txBox="1"/>
            <p:nvPr/>
          </p:nvSpPr>
          <p:spPr>
            <a:xfrm>
              <a:off x="1696045" y="676275"/>
              <a:ext cx="10441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적었든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114: , "/>
            <p:cNvSpPr txBox="1"/>
            <p:nvPr/>
          </p:nvSpPr>
          <p:spPr>
            <a:xfrm>
              <a:off x="2701975" y="676275"/>
              <a:ext cx="21743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114: 한"/>
            <p:cNvSpPr txBox="1"/>
            <p:nvPr/>
          </p:nvSpPr>
          <p:spPr>
            <a:xfrm>
              <a:off x="2881164" y="676275"/>
              <a:ext cx="37355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한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114:  "/>
            <p:cNvSpPr txBox="1"/>
            <p:nvPr/>
          </p:nvSpPr>
          <p:spPr>
            <a:xfrm>
              <a:off x="3216473" y="676275"/>
              <a:ext cx="118914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114: 번에"/>
            <p:cNvSpPr txBox="1"/>
            <p:nvPr/>
          </p:nvSpPr>
          <p:spPr>
            <a:xfrm>
              <a:off x="3297138" y="676275"/>
              <a:ext cx="70886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번에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114:  "/>
            <p:cNvSpPr txBox="1"/>
            <p:nvPr/>
          </p:nvSpPr>
          <p:spPr>
            <a:xfrm>
              <a:off x="3967758" y="676275"/>
              <a:ext cx="118914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114: 찾습니다"/>
            <p:cNvSpPr txBox="1"/>
            <p:nvPr/>
          </p:nvSpPr>
          <p:spPr>
            <a:xfrm>
              <a:off x="4048423" y="676275"/>
              <a:ext cx="137948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찾습니다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114: ."/>
            <p:cNvSpPr txBox="1"/>
            <p:nvPr/>
          </p:nvSpPr>
          <p:spPr>
            <a:xfrm>
              <a:off x="5389662" y="676275"/>
              <a:ext cx="14436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6" name="Line 115: 통화는 그대로. 노트·메일·나와의 채팅에 남긴 시연 준비 내용을 한곳에서"/>
          <p:cNvGrpSpPr/>
          <p:nvPr/>
        </p:nvGrpSpPr>
        <p:grpSpPr>
          <a:xfrm>
            <a:off x="609600" y="1276350"/>
            <a:ext cx="5699671" cy="297180"/>
            <a:chOff x="609600" y="1276350"/>
            <a:chExt cx="5699671" cy="297180"/>
          </a:xfrm>
        </p:grpSpPr>
        <p:sp>
          <p:nvSpPr>
            <p:cNvPr id="17" name="Weave text 115: 통화는"/>
            <p:cNvSpPr txBox="1"/>
            <p:nvPr/>
          </p:nvSpPr>
          <p:spPr>
            <a:xfrm>
              <a:off x="609600" y="1276350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통화는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" name="Weave text 115:  "/>
            <p:cNvSpPr txBox="1"/>
            <p:nvPr/>
          </p:nvSpPr>
          <p:spPr>
            <a:xfrm>
              <a:off x="1056382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" name="Weave text 115: 그대로"/>
            <p:cNvSpPr txBox="1"/>
            <p:nvPr/>
          </p:nvSpPr>
          <p:spPr>
            <a:xfrm>
              <a:off x="1101923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그대로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115: . "/>
            <p:cNvSpPr txBox="1"/>
            <p:nvPr/>
          </p:nvSpPr>
          <p:spPr>
            <a:xfrm>
              <a:off x="1548854" y="1276350"/>
              <a:ext cx="13052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115: 노트"/>
            <p:cNvSpPr txBox="1"/>
            <p:nvPr/>
          </p:nvSpPr>
          <p:spPr>
            <a:xfrm>
              <a:off x="1641128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노트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115: ·"/>
            <p:cNvSpPr txBox="1"/>
            <p:nvPr/>
          </p:nvSpPr>
          <p:spPr>
            <a:xfrm>
              <a:off x="1939082" y="1276350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115: 메일"/>
            <p:cNvSpPr txBox="1"/>
            <p:nvPr/>
          </p:nvSpPr>
          <p:spPr>
            <a:xfrm>
              <a:off x="1985665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115: ·"/>
            <p:cNvSpPr txBox="1"/>
            <p:nvPr/>
          </p:nvSpPr>
          <p:spPr>
            <a:xfrm>
              <a:off x="2283619" y="1276350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115: 나와의"/>
            <p:cNvSpPr txBox="1"/>
            <p:nvPr/>
          </p:nvSpPr>
          <p:spPr>
            <a:xfrm>
              <a:off x="2330202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나와의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115:  "/>
            <p:cNvSpPr txBox="1"/>
            <p:nvPr/>
          </p:nvSpPr>
          <p:spPr>
            <a:xfrm>
              <a:off x="2777133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115: 채팅에"/>
            <p:cNvSpPr txBox="1"/>
            <p:nvPr/>
          </p:nvSpPr>
          <p:spPr>
            <a:xfrm>
              <a:off x="2822674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채팅에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115:  "/>
            <p:cNvSpPr txBox="1"/>
            <p:nvPr/>
          </p:nvSpPr>
          <p:spPr>
            <a:xfrm>
              <a:off x="3269605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115: 남긴"/>
            <p:cNvSpPr txBox="1"/>
            <p:nvPr/>
          </p:nvSpPr>
          <p:spPr>
            <a:xfrm>
              <a:off x="3315146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남긴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115:  "/>
            <p:cNvSpPr txBox="1"/>
            <p:nvPr/>
          </p:nvSpPr>
          <p:spPr>
            <a:xfrm>
              <a:off x="3613100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" name="Weave text 115: 시연"/>
            <p:cNvSpPr txBox="1"/>
            <p:nvPr/>
          </p:nvSpPr>
          <p:spPr>
            <a:xfrm>
              <a:off x="3658642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시연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" name="Weave text 115:  "/>
            <p:cNvSpPr txBox="1"/>
            <p:nvPr/>
          </p:nvSpPr>
          <p:spPr>
            <a:xfrm>
              <a:off x="3956596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" name="Weave text 115: 준비"/>
            <p:cNvSpPr txBox="1"/>
            <p:nvPr/>
          </p:nvSpPr>
          <p:spPr>
            <a:xfrm>
              <a:off x="4002137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준비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115:  "/>
            <p:cNvSpPr txBox="1"/>
            <p:nvPr/>
          </p:nvSpPr>
          <p:spPr>
            <a:xfrm>
              <a:off x="4300091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115: 내용을"/>
            <p:cNvSpPr txBox="1"/>
            <p:nvPr/>
          </p:nvSpPr>
          <p:spPr>
            <a:xfrm>
              <a:off x="4345632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내용을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115:  "/>
            <p:cNvSpPr txBox="1"/>
            <p:nvPr/>
          </p:nvSpPr>
          <p:spPr>
            <a:xfrm>
              <a:off x="4792563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" name="Weave text 115: 한곳에서"/>
            <p:cNvSpPr txBox="1"/>
            <p:nvPr/>
          </p:nvSpPr>
          <p:spPr>
            <a:xfrm>
              <a:off x="4838105" y="127635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한곳에서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" name="Weave text 115:  "/>
            <p:cNvSpPr txBox="1"/>
            <p:nvPr/>
          </p:nvSpPr>
          <p:spPr>
            <a:xfrm>
              <a:off x="5434012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" name="Weave text 115: 확인합니다"/>
            <p:cNvSpPr txBox="1"/>
            <p:nvPr/>
          </p:nvSpPr>
          <p:spPr>
            <a:xfrm>
              <a:off x="5479554" y="1276350"/>
              <a:ext cx="78298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확인합니다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" name="Weave text 115: ."/>
            <p:cNvSpPr txBox="1"/>
            <p:nvPr/>
          </p:nvSpPr>
          <p:spPr>
            <a:xfrm>
              <a:off x="6224290" y="1276350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1" name="Line 116: 선배와 통화 중"/>
          <p:cNvGrpSpPr/>
          <p:nvPr/>
        </p:nvGrpSpPr>
        <p:grpSpPr>
          <a:xfrm>
            <a:off x="819150" y="2009775"/>
            <a:ext cx="960686" cy="281940"/>
            <a:chOff x="819150" y="2009775"/>
            <a:chExt cx="960686" cy="281940"/>
          </a:xfrm>
        </p:grpSpPr>
        <p:sp>
          <p:nvSpPr>
            <p:cNvPr id="42" name="Weave text 116: 선배와"/>
            <p:cNvSpPr txBox="1"/>
            <p:nvPr/>
          </p:nvSpPr>
          <p:spPr>
            <a:xfrm>
              <a:off x="819150" y="200977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선배와</a:t>
              </a:r>
              <a:endParaRPr sz="1200" b="0" i="0" spc="0" kern="0" lang="ko-KR" altLang="en-US" dirty="0">
                <a:solidFill>
                  <a:srgbClr val="C5E1D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3" name="Weave text 116:  "/>
            <p:cNvSpPr txBox="1"/>
            <p:nvPr/>
          </p:nvSpPr>
          <p:spPr>
            <a:xfrm>
              <a:off x="1239738" y="2009775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5E1D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C5E1D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C5E1D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4" name="Weave text 116: 통화"/>
            <p:cNvSpPr txBox="1"/>
            <p:nvPr/>
          </p:nvSpPr>
          <p:spPr>
            <a:xfrm>
              <a:off x="1280368" y="200977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rPr>
                <a:t xml:space="preserve">통화</a:t>
              </a:r>
              <a:endParaRPr sz="1200" b="0" i="0" spc="0" kern="0" lang="ko-KR" altLang="en-US" dirty="0">
                <a:solidFill>
                  <a:srgbClr val="C5E1D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5" name="Weave text 116:  "/>
            <p:cNvSpPr txBox="1"/>
            <p:nvPr/>
          </p:nvSpPr>
          <p:spPr>
            <a:xfrm>
              <a:off x="1560761" y="2009775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5E1D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C5E1D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C5E1D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6" name="Weave text 116: 중"/>
            <p:cNvSpPr txBox="1"/>
            <p:nvPr/>
          </p:nvSpPr>
          <p:spPr>
            <a:xfrm>
              <a:off x="1601391" y="2009775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C5E1D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중</a:t>
              </a:r>
              <a:endParaRPr sz="1200" b="0" i="0" spc="0" kern="0" lang="ko-KR" altLang="en-US" dirty="0">
                <a:solidFill>
                  <a:srgbClr val="C5E1D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47" name="Line 117: 02:18"/>
          <p:cNvGrpSpPr/>
          <p:nvPr/>
        </p:nvGrpSpPr>
        <p:grpSpPr>
          <a:xfrm>
            <a:off x="4645075" y="2007394"/>
            <a:ext cx="403175" cy="266700"/>
            <a:chOff x="4645075" y="2007394"/>
            <a:chExt cx="403175" cy="266700"/>
          </a:xfrm>
        </p:grpSpPr>
        <p:sp>
          <p:nvSpPr>
            <p:cNvPr id="48" name="Weave text 117: 02:18"/>
            <p:cNvSpPr txBox="1"/>
            <p:nvPr/>
          </p:nvSpPr>
          <p:spPr>
            <a:xfrm>
              <a:off x="4645075" y="2007394"/>
              <a:ext cx="403175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C5E1D7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C5E1D7"/>
                  </a:solidFill>
                  <a:latin typeface="Inter"/>
                  <a:ea typeface="Inter"/>
                  <a:cs typeface="Inter"/>
                </a:rPr>
                <a:t xml:space="preserve">02:18</a:t>
              </a:r>
              <a:endParaRPr sz="1125" b="0" i="0" spc="0" kern="0" lang="ko-KR" altLang="en-US" dirty="0">
                <a:solidFill>
                  <a:srgbClr val="C5E1D7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9" name="Line 118: “시연 순서랑 수정할 자료,"/>
          <p:cNvGrpSpPr/>
          <p:nvPr/>
        </p:nvGrpSpPr>
        <p:grpSpPr>
          <a:xfrm>
            <a:off x="838200" y="2514600"/>
            <a:ext cx="1907084" cy="327660"/>
            <a:chOff x="838200" y="2514600"/>
            <a:chExt cx="1907084" cy="327660"/>
          </a:xfrm>
        </p:grpSpPr>
        <p:sp>
          <p:nvSpPr>
            <p:cNvPr id="50" name="Weave text 118: “"/>
            <p:cNvSpPr txBox="1"/>
            <p:nvPr/>
          </p:nvSpPr>
          <p:spPr>
            <a:xfrm>
              <a:off x="838200" y="2514600"/>
              <a:ext cx="118467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“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1" name="Weave text 118: 시연"/>
            <p:cNvSpPr txBox="1"/>
            <p:nvPr/>
          </p:nvSpPr>
          <p:spPr>
            <a:xfrm>
              <a:off x="918418" y="2514600"/>
              <a:ext cx="36031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시연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2" name="Weave text 118:  "/>
            <p:cNvSpPr txBox="1"/>
            <p:nvPr/>
          </p:nvSpPr>
          <p:spPr>
            <a:xfrm>
              <a:off x="1240482" y="2514600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3" name="Weave text 118: 순서랑"/>
            <p:cNvSpPr txBox="1"/>
            <p:nvPr/>
          </p:nvSpPr>
          <p:spPr>
            <a:xfrm>
              <a:off x="1283345" y="2514600"/>
              <a:ext cx="521494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순서랑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4" name="Weave text 118:  "/>
            <p:cNvSpPr txBox="1"/>
            <p:nvPr/>
          </p:nvSpPr>
          <p:spPr>
            <a:xfrm>
              <a:off x="1766590" y="2514600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5" name="Weave text 118: 수정할"/>
            <p:cNvSpPr txBox="1"/>
            <p:nvPr/>
          </p:nvSpPr>
          <p:spPr>
            <a:xfrm>
              <a:off x="1809452" y="2514600"/>
              <a:ext cx="521345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수정할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6" name="Weave text 118:  "/>
            <p:cNvSpPr txBox="1"/>
            <p:nvPr/>
          </p:nvSpPr>
          <p:spPr>
            <a:xfrm>
              <a:off x="2292548" y="2514600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7" name="Weave text 118: 자료"/>
            <p:cNvSpPr txBox="1"/>
            <p:nvPr/>
          </p:nvSpPr>
          <p:spPr>
            <a:xfrm>
              <a:off x="2335411" y="2514600"/>
              <a:ext cx="360462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자료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8" name="Weave text 118: ,"/>
            <p:cNvSpPr txBox="1"/>
            <p:nvPr/>
          </p:nvSpPr>
          <p:spPr>
            <a:xfrm>
              <a:off x="2657624" y="2514600"/>
              <a:ext cx="87660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,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59" name="Line 119: 오늘 집합 시간도 확인 부탁드려요.”"/>
          <p:cNvGrpSpPr/>
          <p:nvPr/>
        </p:nvGrpSpPr>
        <p:grpSpPr>
          <a:xfrm>
            <a:off x="838200" y="2804071"/>
            <a:ext cx="2581126" cy="327660"/>
            <a:chOff x="838200" y="2804071"/>
            <a:chExt cx="2581126" cy="327660"/>
          </a:xfrm>
        </p:grpSpPr>
        <p:sp>
          <p:nvSpPr>
            <p:cNvPr id="60" name="Weave text 119: 오늘"/>
            <p:cNvSpPr txBox="1"/>
            <p:nvPr/>
          </p:nvSpPr>
          <p:spPr>
            <a:xfrm>
              <a:off x="838200" y="2804071"/>
              <a:ext cx="36031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오늘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1" name="Weave text 119:  "/>
            <p:cNvSpPr txBox="1"/>
            <p:nvPr/>
          </p:nvSpPr>
          <p:spPr>
            <a:xfrm>
              <a:off x="1160264" y="2804071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2" name="Weave text 119: 집합"/>
            <p:cNvSpPr txBox="1"/>
            <p:nvPr/>
          </p:nvSpPr>
          <p:spPr>
            <a:xfrm>
              <a:off x="1203127" y="2804071"/>
              <a:ext cx="360313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집합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3" name="Weave text 119:  "/>
            <p:cNvSpPr txBox="1"/>
            <p:nvPr/>
          </p:nvSpPr>
          <p:spPr>
            <a:xfrm>
              <a:off x="1525191" y="2804071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4" name="Weave text 119: 시간도"/>
            <p:cNvSpPr txBox="1"/>
            <p:nvPr/>
          </p:nvSpPr>
          <p:spPr>
            <a:xfrm>
              <a:off x="1568053" y="2804071"/>
              <a:ext cx="521494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시간도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5" name="Weave text 119:  "/>
            <p:cNvSpPr txBox="1"/>
            <p:nvPr/>
          </p:nvSpPr>
          <p:spPr>
            <a:xfrm>
              <a:off x="2051298" y="2804071"/>
              <a:ext cx="80962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6" name="Weave text 119: 확인"/>
            <p:cNvSpPr txBox="1"/>
            <p:nvPr/>
          </p:nvSpPr>
          <p:spPr>
            <a:xfrm>
              <a:off x="2094012" y="2804071"/>
              <a:ext cx="360462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확인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7" name="Weave text 119:  "/>
            <p:cNvSpPr txBox="1"/>
            <p:nvPr/>
          </p:nvSpPr>
          <p:spPr>
            <a:xfrm>
              <a:off x="2416225" y="2804071"/>
              <a:ext cx="81111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8" name="Weave text 119: 부탁드려요"/>
            <p:cNvSpPr txBox="1"/>
            <p:nvPr/>
          </p:nvSpPr>
          <p:spPr>
            <a:xfrm>
              <a:off x="2459087" y="2804071"/>
              <a:ext cx="843558" cy="300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부탁드려요</a:t>
              </a:r>
              <a:endParaRPr sz="1425" b="0" i="0" spc="-43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9" name="Weave text 119: .”"/>
            <p:cNvSpPr txBox="1"/>
            <p:nvPr/>
          </p:nvSpPr>
          <p:spPr>
            <a:xfrm>
              <a:off x="3264396" y="2804071"/>
              <a:ext cx="154930" cy="2570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425" b="0" i="0" spc="-43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.”</a:t>
              </a:r>
              <a:endParaRPr sz="1425" b="0" i="0" spc="-43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70" name="Line 120: 통화 내용은 듣지 않고, 사용자가 검색어를 입력합니다."/>
          <p:cNvGrpSpPr/>
          <p:nvPr/>
        </p:nvGrpSpPr>
        <p:grpSpPr>
          <a:xfrm>
            <a:off x="838200" y="3169741"/>
            <a:ext cx="2824758" cy="236220"/>
            <a:chOff x="838200" y="3169741"/>
            <a:chExt cx="2824758" cy="236220"/>
          </a:xfrm>
        </p:grpSpPr>
        <p:sp>
          <p:nvSpPr>
            <p:cNvPr id="71" name="Weave text 120: 통화"/>
            <p:cNvSpPr txBox="1"/>
            <p:nvPr/>
          </p:nvSpPr>
          <p:spPr>
            <a:xfrm>
              <a:off x="838200" y="3169741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통화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2" name="Weave text 120:  "/>
            <p:cNvSpPr txBox="1"/>
            <p:nvPr/>
          </p:nvSpPr>
          <p:spPr>
            <a:xfrm>
              <a:off x="1065907" y="316974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3" name="Weave text 120: 내용은"/>
            <p:cNvSpPr txBox="1"/>
            <p:nvPr/>
          </p:nvSpPr>
          <p:spPr>
            <a:xfrm>
              <a:off x="1100733" y="3169741"/>
              <a:ext cx="380107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내용은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4" name="Weave text 120:  "/>
            <p:cNvSpPr txBox="1"/>
            <p:nvPr/>
          </p:nvSpPr>
          <p:spPr>
            <a:xfrm>
              <a:off x="1442591" y="316974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5" name="Weave text 120: 듣지"/>
            <p:cNvSpPr txBox="1"/>
            <p:nvPr/>
          </p:nvSpPr>
          <p:spPr>
            <a:xfrm>
              <a:off x="1477417" y="3169741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듣지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6" name="Weave text 120:  "/>
            <p:cNvSpPr txBox="1"/>
            <p:nvPr/>
          </p:nvSpPr>
          <p:spPr>
            <a:xfrm>
              <a:off x="1705273" y="316974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7" name="Weave text 120: 않고"/>
            <p:cNvSpPr txBox="1"/>
            <p:nvPr/>
          </p:nvSpPr>
          <p:spPr>
            <a:xfrm>
              <a:off x="1740098" y="3169741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않고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8" name="Weave text 120: , "/>
            <p:cNvSpPr txBox="1"/>
            <p:nvPr/>
          </p:nvSpPr>
          <p:spPr>
            <a:xfrm>
              <a:off x="1967805" y="3169741"/>
              <a:ext cx="108793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9" name="Weave text 120: 사용자가"/>
            <p:cNvSpPr txBox="1"/>
            <p:nvPr/>
          </p:nvSpPr>
          <p:spPr>
            <a:xfrm>
              <a:off x="2038350" y="3169741"/>
              <a:ext cx="493961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사용자가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0" name="Weave text 120:  "/>
            <p:cNvSpPr txBox="1"/>
            <p:nvPr/>
          </p:nvSpPr>
          <p:spPr>
            <a:xfrm>
              <a:off x="2494062" y="316974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1" name="Weave text 120: 검색어를"/>
            <p:cNvSpPr txBox="1"/>
            <p:nvPr/>
          </p:nvSpPr>
          <p:spPr>
            <a:xfrm>
              <a:off x="2528888" y="3169741"/>
              <a:ext cx="493961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검색어를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2" name="Weave text 120:  "/>
            <p:cNvSpPr txBox="1"/>
            <p:nvPr/>
          </p:nvSpPr>
          <p:spPr>
            <a:xfrm>
              <a:off x="2984599" y="316974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3" name="Weave text 120: 입력합니다"/>
            <p:cNvSpPr txBox="1"/>
            <p:nvPr/>
          </p:nvSpPr>
          <p:spPr>
            <a:xfrm>
              <a:off x="3019425" y="3169741"/>
              <a:ext cx="607814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입력합니다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4" name="Weave text 120: ."/>
            <p:cNvSpPr txBox="1"/>
            <p:nvPr/>
          </p:nvSpPr>
          <p:spPr>
            <a:xfrm>
              <a:off x="3588990" y="3169741"/>
              <a:ext cx="73968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85" name="Line 121: 어제 A사 시연 준비"/>
          <p:cNvGrpSpPr/>
          <p:nvPr/>
        </p:nvGrpSpPr>
        <p:grpSpPr>
          <a:xfrm>
            <a:off x="1219200" y="3902869"/>
            <a:ext cx="1325314" cy="297180"/>
            <a:chOff x="1219200" y="3902869"/>
            <a:chExt cx="1325314" cy="297180"/>
          </a:xfrm>
        </p:grpSpPr>
        <p:sp>
          <p:nvSpPr>
            <p:cNvPr id="86" name="Weave text 121: 어제"/>
            <p:cNvSpPr txBox="1"/>
            <p:nvPr/>
          </p:nvSpPr>
          <p:spPr>
            <a:xfrm>
              <a:off x="1219200" y="3902869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어제</a:t>
              </a:r>
              <a:endParaRPr sz="1275" b="0" i="0" spc="0" kern="0" lang="ko-KR" altLang="en-US" dirty="0">
                <a:solidFill>
                  <a:srgbClr val="23223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87" name="Weave text 121:  A"/>
            <p:cNvSpPr txBox="1"/>
            <p:nvPr/>
          </p:nvSpPr>
          <p:spPr>
            <a:xfrm>
              <a:off x="1517005" y="3902869"/>
              <a:ext cx="196304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rPr>
                <a:t xml:space="preserve"> A</a:t>
              </a:r>
              <a:endParaRPr sz="1275" b="0" i="0" spc="0" kern="0" lang="ko-KR" altLang="en-US" dirty="0">
                <a:solidFill>
                  <a:srgbClr val="23223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88" name="Weave text 121: 사"/>
            <p:cNvSpPr txBox="1"/>
            <p:nvPr/>
          </p:nvSpPr>
          <p:spPr>
            <a:xfrm>
              <a:off x="1675061" y="3902869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사</a:t>
              </a:r>
              <a:endParaRPr sz="1275" b="0" i="0" spc="0" kern="0" lang="ko-KR" altLang="en-US" dirty="0">
                <a:solidFill>
                  <a:srgbClr val="23223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89" name="Weave text 121:  "/>
            <p:cNvSpPr txBox="1"/>
            <p:nvPr/>
          </p:nvSpPr>
          <p:spPr>
            <a:xfrm>
              <a:off x="1824038" y="3902869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75" b="0" i="0" spc="0" kern="0" lang="ko-KR" altLang="en-US" dirty="0">
                <a:solidFill>
                  <a:srgbClr val="23223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90" name="Weave text 121: 시연"/>
            <p:cNvSpPr txBox="1"/>
            <p:nvPr/>
          </p:nvSpPr>
          <p:spPr>
            <a:xfrm>
              <a:off x="1867198" y="3902869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시연</a:t>
              </a:r>
              <a:endParaRPr sz="1275" b="0" i="0" spc="0" kern="0" lang="ko-KR" altLang="en-US" dirty="0">
                <a:solidFill>
                  <a:srgbClr val="23223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91" name="Weave text 121:  "/>
            <p:cNvSpPr txBox="1"/>
            <p:nvPr/>
          </p:nvSpPr>
          <p:spPr>
            <a:xfrm>
              <a:off x="2165152" y="3902869"/>
              <a:ext cx="8140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75" b="0" i="0" spc="0" kern="0" lang="ko-KR" altLang="en-US" dirty="0">
                <a:solidFill>
                  <a:srgbClr val="23223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92" name="Weave text 121: 준비"/>
            <p:cNvSpPr txBox="1"/>
            <p:nvPr/>
          </p:nvSpPr>
          <p:spPr>
            <a:xfrm>
              <a:off x="2208312" y="3902869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75" b="0" i="0" spc="0" kern="0" lang="ko-KR" altLang="en-US" dirty="0">
                  <a:solidFill>
                    <a:srgbClr val="23223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준비</a:t>
              </a:r>
              <a:endParaRPr sz="1275" b="0" i="0" spc="0" kern="0" lang="ko-KR" altLang="en-US" dirty="0">
                <a:solidFill>
                  <a:srgbClr val="23223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93" name="Line 122: 시연 순서와 5분 진행안"/>
          <p:cNvGrpSpPr/>
          <p:nvPr/>
        </p:nvGrpSpPr>
        <p:grpSpPr>
          <a:xfrm>
            <a:off x="1219200" y="4381500"/>
            <a:ext cx="1513880" cy="281940"/>
            <a:chOff x="1219200" y="4381500"/>
            <a:chExt cx="1513880" cy="281940"/>
          </a:xfrm>
        </p:grpSpPr>
        <p:sp>
          <p:nvSpPr>
            <p:cNvPr id="94" name="Weave text 122: 시연"/>
            <p:cNvSpPr txBox="1"/>
            <p:nvPr/>
          </p:nvSpPr>
          <p:spPr>
            <a:xfrm>
              <a:off x="1219200" y="4381500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시연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95" name="Weave text 122:  "/>
            <p:cNvSpPr txBox="1"/>
            <p:nvPr/>
          </p:nvSpPr>
          <p:spPr>
            <a:xfrm>
              <a:off x="1499592" y="4381500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96" name="Weave text 122: 순서와"/>
            <p:cNvSpPr txBox="1"/>
            <p:nvPr/>
          </p:nvSpPr>
          <p:spPr>
            <a:xfrm>
              <a:off x="1540222" y="4381500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순서와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97" name="Weave text 122:  5"/>
            <p:cNvSpPr txBox="1"/>
            <p:nvPr/>
          </p:nvSpPr>
          <p:spPr>
            <a:xfrm>
              <a:off x="1960811" y="4381500"/>
              <a:ext cx="17070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5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98" name="Weave text 122: 분"/>
            <p:cNvSpPr txBox="1"/>
            <p:nvPr/>
          </p:nvSpPr>
          <p:spPr>
            <a:xfrm>
              <a:off x="2093268" y="4381500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분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99" name="Weave text 122:  "/>
            <p:cNvSpPr txBox="1"/>
            <p:nvPr/>
          </p:nvSpPr>
          <p:spPr>
            <a:xfrm>
              <a:off x="2233464" y="4381500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0" name="Weave text 122: 진행안"/>
            <p:cNvSpPr txBox="1"/>
            <p:nvPr/>
          </p:nvSpPr>
          <p:spPr>
            <a:xfrm>
              <a:off x="2274094" y="4381500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진행안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01" name="Line 123: 삼성노트 · A사 시연 준비회의"/>
          <p:cNvGrpSpPr/>
          <p:nvPr/>
        </p:nvGrpSpPr>
        <p:grpSpPr>
          <a:xfrm>
            <a:off x="1219200" y="4610100"/>
            <a:ext cx="1435298" cy="220980"/>
            <a:chOff x="1219200" y="4610100"/>
            <a:chExt cx="1435298" cy="220980"/>
          </a:xfrm>
        </p:grpSpPr>
        <p:sp>
          <p:nvSpPr>
            <p:cNvPr id="102" name="Weave text 123: 삼성노트"/>
            <p:cNvSpPr txBox="1"/>
            <p:nvPr/>
          </p:nvSpPr>
          <p:spPr>
            <a:xfrm>
              <a:off x="1219200" y="4610100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삼성노트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3" name="Weave text 123:  · A"/>
            <p:cNvSpPr txBox="1"/>
            <p:nvPr/>
          </p:nvSpPr>
          <p:spPr>
            <a:xfrm>
              <a:off x="1639788" y="4610100"/>
              <a:ext cx="214312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A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4" name="Weave text 123: 사"/>
            <p:cNvSpPr txBox="1"/>
            <p:nvPr/>
          </p:nvSpPr>
          <p:spPr>
            <a:xfrm>
              <a:off x="1815852" y="4610100"/>
              <a:ext cx="14332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5" name="Weave text 123:  "/>
            <p:cNvSpPr txBox="1"/>
            <p:nvPr/>
          </p:nvSpPr>
          <p:spPr>
            <a:xfrm>
              <a:off x="1920925" y="461010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6" name="Weave text 123: 시연"/>
            <p:cNvSpPr txBox="1"/>
            <p:nvPr/>
          </p:nvSpPr>
          <p:spPr>
            <a:xfrm>
              <a:off x="1953071" y="4610100"/>
              <a:ext cx="248692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시연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7" name="Weave text 123:  "/>
            <p:cNvSpPr txBox="1"/>
            <p:nvPr/>
          </p:nvSpPr>
          <p:spPr>
            <a:xfrm>
              <a:off x="2163514" y="461010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8" name="Weave text 123: 준비회의"/>
            <p:cNvSpPr txBox="1"/>
            <p:nvPr/>
          </p:nvSpPr>
          <p:spPr>
            <a:xfrm>
              <a:off x="2195661" y="4610100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준비회의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9" name="Line 124: 발표자료 수정사항·문서 위치"/>
          <p:cNvGrpSpPr/>
          <p:nvPr/>
        </p:nvGrpSpPr>
        <p:grpSpPr>
          <a:xfrm>
            <a:off x="1219200" y="4929188"/>
            <a:ext cx="1848148" cy="281940"/>
            <a:chOff x="1219200" y="4929188"/>
            <a:chExt cx="1848148" cy="281940"/>
          </a:xfrm>
        </p:grpSpPr>
        <p:sp>
          <p:nvSpPr>
            <p:cNvPr id="110" name="Weave text 124: 발표자료"/>
            <p:cNvSpPr txBox="1"/>
            <p:nvPr/>
          </p:nvSpPr>
          <p:spPr>
            <a:xfrm>
              <a:off x="1219200" y="4929188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발표자료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11" name="Weave text 124:  "/>
            <p:cNvSpPr txBox="1"/>
            <p:nvPr/>
          </p:nvSpPr>
          <p:spPr>
            <a:xfrm>
              <a:off x="1779984" y="4929188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12" name="Weave text 124: 수정사항"/>
            <p:cNvSpPr txBox="1"/>
            <p:nvPr/>
          </p:nvSpPr>
          <p:spPr>
            <a:xfrm>
              <a:off x="1820614" y="4929188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수정사항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13" name="Weave text 124: ·"/>
            <p:cNvSpPr txBox="1"/>
            <p:nvPr/>
          </p:nvSpPr>
          <p:spPr>
            <a:xfrm>
              <a:off x="2381399" y="4929188"/>
              <a:ext cx="84534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·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14" name="Weave text 124: 문서"/>
            <p:cNvSpPr txBox="1"/>
            <p:nvPr/>
          </p:nvSpPr>
          <p:spPr>
            <a:xfrm>
              <a:off x="2427684" y="492918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문서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15" name="Weave text 124:  "/>
            <p:cNvSpPr txBox="1"/>
            <p:nvPr/>
          </p:nvSpPr>
          <p:spPr>
            <a:xfrm>
              <a:off x="2708077" y="4929188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16" name="Weave text 124: 위치"/>
            <p:cNvSpPr txBox="1"/>
            <p:nvPr/>
          </p:nvSpPr>
          <p:spPr>
            <a:xfrm>
              <a:off x="2748707" y="492918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위치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17" name="Line 125: 메일 · 나에게 보낸 메일"/>
          <p:cNvGrpSpPr/>
          <p:nvPr/>
        </p:nvGrpSpPr>
        <p:grpSpPr>
          <a:xfrm>
            <a:off x="1219200" y="5157788"/>
            <a:ext cx="1146125" cy="220980"/>
            <a:chOff x="1219200" y="5157788"/>
            <a:chExt cx="1146125" cy="220980"/>
          </a:xfrm>
        </p:grpSpPr>
        <p:sp>
          <p:nvSpPr>
            <p:cNvPr id="118" name="Weave text 125: 메일"/>
            <p:cNvSpPr txBox="1"/>
            <p:nvPr/>
          </p:nvSpPr>
          <p:spPr>
            <a:xfrm>
              <a:off x="1219200" y="51577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9" name="Weave text 125:  · "/>
            <p:cNvSpPr txBox="1"/>
            <p:nvPr/>
          </p:nvSpPr>
          <p:spPr>
            <a:xfrm>
              <a:off x="1429494" y="5157788"/>
              <a:ext cx="135434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0" name="Weave text 125: 나에게"/>
            <p:cNvSpPr txBox="1"/>
            <p:nvPr/>
          </p:nvSpPr>
          <p:spPr>
            <a:xfrm>
              <a:off x="1526679" y="5157788"/>
              <a:ext cx="35376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나에게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1" name="Weave text 125:  "/>
            <p:cNvSpPr txBox="1"/>
            <p:nvPr/>
          </p:nvSpPr>
          <p:spPr>
            <a:xfrm>
              <a:off x="1842195" y="515778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2" name="Weave text 125: 보낸"/>
            <p:cNvSpPr txBox="1"/>
            <p:nvPr/>
          </p:nvSpPr>
          <p:spPr>
            <a:xfrm>
              <a:off x="1874341" y="51577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보낸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3" name="Weave text 125:  "/>
            <p:cNvSpPr txBox="1"/>
            <p:nvPr/>
          </p:nvSpPr>
          <p:spPr>
            <a:xfrm>
              <a:off x="2084636" y="515778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4" name="Weave text 125: 메일"/>
            <p:cNvSpPr txBox="1"/>
            <p:nvPr/>
          </p:nvSpPr>
          <p:spPr>
            <a:xfrm>
              <a:off x="2116782" y="51577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5" name="Line 126: 8:40 1층 로비·충전 어댑터"/>
          <p:cNvGrpSpPr/>
          <p:nvPr/>
        </p:nvGrpSpPr>
        <p:grpSpPr>
          <a:xfrm>
            <a:off x="1219200" y="5472112"/>
            <a:ext cx="1731764" cy="281940"/>
            <a:chOff x="1219200" y="5472112"/>
            <a:chExt cx="1731764" cy="281940"/>
          </a:xfrm>
        </p:grpSpPr>
        <p:sp>
          <p:nvSpPr>
            <p:cNvPr id="126" name="Weave text 126: 8:40 1"/>
            <p:cNvSpPr txBox="1"/>
            <p:nvPr/>
          </p:nvSpPr>
          <p:spPr>
            <a:xfrm>
              <a:off x="1219200" y="5472112"/>
              <a:ext cx="48250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8:40 1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27" name="Weave text 126: 층"/>
            <p:cNvSpPr txBox="1"/>
            <p:nvPr/>
          </p:nvSpPr>
          <p:spPr>
            <a:xfrm>
              <a:off x="1663601" y="5472112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층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28" name="Weave text 126:  "/>
            <p:cNvSpPr txBox="1"/>
            <p:nvPr/>
          </p:nvSpPr>
          <p:spPr>
            <a:xfrm>
              <a:off x="1803797" y="5472112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29" name="Weave text 126: 로비"/>
            <p:cNvSpPr txBox="1"/>
            <p:nvPr/>
          </p:nvSpPr>
          <p:spPr>
            <a:xfrm>
              <a:off x="1844427" y="547211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로비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30" name="Weave text 126: ·"/>
            <p:cNvSpPr txBox="1"/>
            <p:nvPr/>
          </p:nvSpPr>
          <p:spPr>
            <a:xfrm>
              <a:off x="2124819" y="5472112"/>
              <a:ext cx="843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·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31" name="Weave text 126: 충전"/>
            <p:cNvSpPr txBox="1"/>
            <p:nvPr/>
          </p:nvSpPr>
          <p:spPr>
            <a:xfrm>
              <a:off x="2170956" y="547211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충전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32" name="Weave text 126:  "/>
            <p:cNvSpPr txBox="1"/>
            <p:nvPr/>
          </p:nvSpPr>
          <p:spPr>
            <a:xfrm>
              <a:off x="2451348" y="5472112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33" name="Weave text 126: 어댑터"/>
            <p:cNvSpPr txBox="1"/>
            <p:nvPr/>
          </p:nvSpPr>
          <p:spPr>
            <a:xfrm>
              <a:off x="2491978" y="547211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어댑터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34" name="Line 127: 카카오톡 · 나와의 채팅"/>
          <p:cNvGrpSpPr/>
          <p:nvPr/>
        </p:nvGrpSpPr>
        <p:grpSpPr>
          <a:xfrm>
            <a:off x="1219200" y="5700712"/>
            <a:ext cx="1113979" cy="220980"/>
            <a:chOff x="1219200" y="5700712"/>
            <a:chExt cx="1113979" cy="220980"/>
          </a:xfrm>
        </p:grpSpPr>
        <p:sp>
          <p:nvSpPr>
            <p:cNvPr id="135" name="Weave text 127: 카카오톡"/>
            <p:cNvSpPr txBox="1"/>
            <p:nvPr/>
          </p:nvSpPr>
          <p:spPr>
            <a:xfrm>
              <a:off x="1219200" y="5700712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카카오톡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6" name="Weave text 127:  · "/>
            <p:cNvSpPr txBox="1"/>
            <p:nvPr/>
          </p:nvSpPr>
          <p:spPr>
            <a:xfrm>
              <a:off x="1639788" y="5700712"/>
              <a:ext cx="135434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7" name="Weave text 127: 나와의"/>
            <p:cNvSpPr txBox="1"/>
            <p:nvPr/>
          </p:nvSpPr>
          <p:spPr>
            <a:xfrm>
              <a:off x="1736973" y="5700712"/>
              <a:ext cx="35376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나와의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8" name="Weave text 127:  "/>
            <p:cNvSpPr txBox="1"/>
            <p:nvPr/>
          </p:nvSpPr>
          <p:spPr>
            <a:xfrm>
              <a:off x="2052489" y="570071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9" name="Weave text 127: 채팅"/>
            <p:cNvSpPr txBox="1"/>
            <p:nvPr/>
          </p:nvSpPr>
          <p:spPr>
            <a:xfrm>
              <a:off x="2084636" y="570071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채팅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0" name="Line 128: 연결된 원래 기록"/>
          <p:cNvGrpSpPr/>
          <p:nvPr/>
        </p:nvGrpSpPr>
        <p:grpSpPr>
          <a:xfrm>
            <a:off x="6591300" y="1762125"/>
            <a:ext cx="955328" cy="220980"/>
            <a:chOff x="6591300" y="1762125"/>
            <a:chExt cx="955328" cy="220980"/>
          </a:xfrm>
        </p:grpSpPr>
        <p:sp>
          <p:nvSpPr>
            <p:cNvPr id="141" name="Weave text 128: 연결된"/>
            <p:cNvSpPr txBox="1"/>
            <p:nvPr/>
          </p:nvSpPr>
          <p:spPr>
            <a:xfrm>
              <a:off x="6591300" y="1762125"/>
              <a:ext cx="394841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연결된</a:t>
              </a:r>
              <a:endParaRPr sz="900" b="0" i="0" spc="108" kern="0" lang="ko-KR" altLang="en-US" dirty="0">
                <a:solidFill>
                  <a:srgbClr val="9CAAC3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42" name="Weave text 128:  "/>
            <p:cNvSpPr txBox="1"/>
            <p:nvPr/>
          </p:nvSpPr>
          <p:spPr>
            <a:xfrm>
              <a:off x="6947892" y="1762125"/>
              <a:ext cx="80665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08" kern="0" lang="ko-KR" altLang="en-US" dirty="0">
                  <a:solidFill>
                    <a:srgbClr val="9CAAC3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108" kern="0" lang="ko-KR" altLang="en-US" dirty="0">
                  <a:solidFill>
                    <a:srgbClr val="9CAAC3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00" b="0" i="0" spc="108" kern="0" lang="ko-KR" altLang="en-US" dirty="0">
                <a:solidFill>
                  <a:srgbClr val="9CAAC3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3" name="Weave text 128: 원래"/>
            <p:cNvSpPr txBox="1"/>
            <p:nvPr/>
          </p:nvSpPr>
          <p:spPr>
            <a:xfrm>
              <a:off x="6990308" y="1762125"/>
              <a:ext cx="27607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원래</a:t>
              </a:r>
              <a:endParaRPr sz="900" b="0" i="0" spc="108" kern="0" lang="ko-KR" altLang="en-US" dirty="0">
                <a:solidFill>
                  <a:srgbClr val="9CAAC3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44" name="Weave text 128:  "/>
            <p:cNvSpPr txBox="1"/>
            <p:nvPr/>
          </p:nvSpPr>
          <p:spPr>
            <a:xfrm>
              <a:off x="7228136" y="1762125"/>
              <a:ext cx="80665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08" kern="0" lang="ko-KR" altLang="en-US" dirty="0">
                  <a:solidFill>
                    <a:srgbClr val="9CAAC3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108" kern="0" lang="ko-KR" altLang="en-US" dirty="0">
                  <a:solidFill>
                    <a:srgbClr val="9CAAC3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00" b="0" i="0" spc="108" kern="0" lang="ko-KR" altLang="en-US" dirty="0">
                <a:solidFill>
                  <a:srgbClr val="9CAAC3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5" name="Weave text 128: 기록"/>
            <p:cNvSpPr txBox="1"/>
            <p:nvPr/>
          </p:nvSpPr>
          <p:spPr>
            <a:xfrm>
              <a:off x="7270552" y="1762125"/>
              <a:ext cx="27607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108" kern="0" lang="ko-KR" altLang="en-US" dirty="0">
                  <a:solidFill>
                    <a:srgbClr val="9CAAC3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</a:t>
              </a:r>
              <a:endParaRPr sz="900" b="0" i="0" spc="108" kern="0" lang="ko-KR" altLang="en-US" dirty="0">
                <a:solidFill>
                  <a:srgbClr val="9CAAC3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46" name="Line 129: 삼성노트"/>
          <p:cNvGrpSpPr/>
          <p:nvPr/>
        </p:nvGrpSpPr>
        <p:grpSpPr>
          <a:xfrm>
            <a:off x="6791325" y="2181225"/>
            <a:ext cx="528935" cy="251460"/>
            <a:chOff x="6791325" y="2181225"/>
            <a:chExt cx="528935" cy="251460"/>
          </a:xfrm>
        </p:grpSpPr>
        <p:sp>
          <p:nvSpPr>
            <p:cNvPr id="147" name="Weave text 129: 삼성노트"/>
            <p:cNvSpPr txBox="1"/>
            <p:nvPr/>
          </p:nvSpPr>
          <p:spPr>
            <a:xfrm>
              <a:off x="6791325" y="2181225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삼성노트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48" name="Line 130: 원문 보기"/>
          <p:cNvGrpSpPr/>
          <p:nvPr/>
        </p:nvGrpSpPr>
        <p:grpSpPr>
          <a:xfrm>
            <a:off x="10910441" y="2185988"/>
            <a:ext cx="490984" cy="220980"/>
            <a:chOff x="10910441" y="2185988"/>
            <a:chExt cx="490984" cy="220980"/>
          </a:xfrm>
        </p:grpSpPr>
        <p:sp>
          <p:nvSpPr>
            <p:cNvPr id="149" name="Weave text 130: 원문"/>
            <p:cNvSpPr txBox="1"/>
            <p:nvPr/>
          </p:nvSpPr>
          <p:spPr>
            <a:xfrm>
              <a:off x="10910441" y="21859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원문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0" name="Weave text 130:  "/>
            <p:cNvSpPr txBox="1"/>
            <p:nvPr/>
          </p:nvSpPr>
          <p:spPr>
            <a:xfrm>
              <a:off x="11120735" y="218598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1" name="Weave text 130: 보기"/>
            <p:cNvSpPr txBox="1"/>
            <p:nvPr/>
          </p:nvSpPr>
          <p:spPr>
            <a:xfrm>
              <a:off x="11152882" y="21859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보기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52" name="Line 131: A사 시연 준비회의"/>
          <p:cNvGrpSpPr/>
          <p:nvPr/>
        </p:nvGrpSpPr>
        <p:grpSpPr>
          <a:xfrm>
            <a:off x="6791325" y="2457450"/>
            <a:ext cx="1442442" cy="342900"/>
            <a:chOff x="6791325" y="2457450"/>
            <a:chExt cx="1442442" cy="342900"/>
          </a:xfrm>
        </p:grpSpPr>
        <p:sp>
          <p:nvSpPr>
            <p:cNvPr id="153" name="Weave text 131: A"/>
            <p:cNvSpPr txBox="1"/>
            <p:nvPr/>
          </p:nvSpPr>
          <p:spPr>
            <a:xfrm>
              <a:off x="6791325" y="2457450"/>
              <a:ext cx="171004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A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4" name="Weave text 131: 사"/>
            <p:cNvSpPr txBox="1"/>
            <p:nvPr/>
          </p:nvSpPr>
          <p:spPr>
            <a:xfrm>
              <a:off x="6924080" y="2457450"/>
              <a:ext cx="207913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5" name="Weave text 131:  "/>
            <p:cNvSpPr txBox="1"/>
            <p:nvPr/>
          </p:nvSpPr>
          <p:spPr>
            <a:xfrm>
              <a:off x="7093744" y="245745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6" name="Weave text 131: 시연"/>
            <p:cNvSpPr txBox="1"/>
            <p:nvPr/>
          </p:nvSpPr>
          <p:spPr>
            <a:xfrm>
              <a:off x="7136011" y="2457450"/>
              <a:ext cx="37727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시연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7" name="Weave text 131:  "/>
            <p:cNvSpPr txBox="1"/>
            <p:nvPr/>
          </p:nvSpPr>
          <p:spPr>
            <a:xfrm>
              <a:off x="7475041" y="245745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8" name="Weave text 131: 준비회의"/>
            <p:cNvSpPr txBox="1"/>
            <p:nvPr/>
          </p:nvSpPr>
          <p:spPr>
            <a:xfrm>
              <a:off x="7517309" y="2457450"/>
              <a:ext cx="71645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준비회의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59" name="Line 132: 설치 · 연결 · 사용 예시 / 전체 시연 5분"/>
          <p:cNvGrpSpPr/>
          <p:nvPr/>
        </p:nvGrpSpPr>
        <p:grpSpPr>
          <a:xfrm>
            <a:off x="6791325" y="2781300"/>
            <a:ext cx="2632323" cy="297180"/>
            <a:chOff x="6791325" y="2781300"/>
            <a:chExt cx="2632323" cy="297180"/>
          </a:xfrm>
        </p:grpSpPr>
        <p:sp>
          <p:nvSpPr>
            <p:cNvPr id="160" name="Weave text 132: 설치"/>
            <p:cNvSpPr txBox="1"/>
            <p:nvPr/>
          </p:nvSpPr>
          <p:spPr>
            <a:xfrm>
              <a:off x="6791325" y="2781300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설치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132:  · "/>
            <p:cNvSpPr txBox="1"/>
            <p:nvPr/>
          </p:nvSpPr>
          <p:spPr>
            <a:xfrm>
              <a:off x="7089130" y="2781300"/>
              <a:ext cx="176064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132: 연결"/>
            <p:cNvSpPr txBox="1"/>
            <p:nvPr/>
          </p:nvSpPr>
          <p:spPr>
            <a:xfrm>
              <a:off x="7226945" y="27813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연결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3" name="Weave text 132:  · "/>
            <p:cNvSpPr txBox="1"/>
            <p:nvPr/>
          </p:nvSpPr>
          <p:spPr>
            <a:xfrm>
              <a:off x="7524899" y="2781300"/>
              <a:ext cx="175915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4" name="Weave text 132: 사용"/>
            <p:cNvSpPr txBox="1"/>
            <p:nvPr/>
          </p:nvSpPr>
          <p:spPr>
            <a:xfrm>
              <a:off x="7662565" y="27813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사용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5" name="Weave text 132:  "/>
            <p:cNvSpPr txBox="1"/>
            <p:nvPr/>
          </p:nvSpPr>
          <p:spPr>
            <a:xfrm>
              <a:off x="7960519" y="27813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6" name="Weave text 132: 예시"/>
            <p:cNvSpPr txBox="1"/>
            <p:nvPr/>
          </p:nvSpPr>
          <p:spPr>
            <a:xfrm>
              <a:off x="8006060" y="27813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예시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7" name="Weave text 132:  / "/>
            <p:cNvSpPr txBox="1"/>
            <p:nvPr/>
          </p:nvSpPr>
          <p:spPr>
            <a:xfrm>
              <a:off x="8304014" y="2781300"/>
              <a:ext cx="18767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/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8" name="Weave text 132: 전체"/>
            <p:cNvSpPr txBox="1"/>
            <p:nvPr/>
          </p:nvSpPr>
          <p:spPr>
            <a:xfrm>
              <a:off x="8453438" y="27813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전체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9" name="Weave text 132:  "/>
            <p:cNvSpPr txBox="1"/>
            <p:nvPr/>
          </p:nvSpPr>
          <p:spPr>
            <a:xfrm>
              <a:off x="8751391" y="27813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0" name="Weave text 132: 시연"/>
            <p:cNvSpPr txBox="1"/>
            <p:nvPr/>
          </p:nvSpPr>
          <p:spPr>
            <a:xfrm>
              <a:off x="8796933" y="27813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시연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1" name="Weave text 132:  5"/>
            <p:cNvSpPr txBox="1"/>
            <p:nvPr/>
          </p:nvSpPr>
          <p:spPr>
            <a:xfrm>
              <a:off x="9094887" y="2781300"/>
              <a:ext cx="179784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5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2" name="Weave text 132: 분"/>
            <p:cNvSpPr txBox="1"/>
            <p:nvPr/>
          </p:nvSpPr>
          <p:spPr>
            <a:xfrm>
              <a:off x="9236422" y="2781300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분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73" name="Line 133: 메일 · 나에게 보냄"/>
          <p:cNvGrpSpPr/>
          <p:nvPr/>
        </p:nvGrpSpPr>
        <p:grpSpPr>
          <a:xfrm>
            <a:off x="6791325" y="3457575"/>
            <a:ext cx="1044029" cy="251460"/>
            <a:chOff x="6791325" y="3457575"/>
            <a:chExt cx="1044029" cy="251460"/>
          </a:xfrm>
        </p:grpSpPr>
        <p:sp>
          <p:nvSpPr>
            <p:cNvPr id="174" name="Weave text 133: 메일"/>
            <p:cNvSpPr txBox="1"/>
            <p:nvPr/>
          </p:nvSpPr>
          <p:spPr>
            <a:xfrm>
              <a:off x="6791325" y="345757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메일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75" name="Weave text 133:  · "/>
            <p:cNvSpPr txBox="1"/>
            <p:nvPr/>
          </p:nvSpPr>
          <p:spPr>
            <a:xfrm>
              <a:off x="7036594" y="3457575"/>
              <a:ext cx="149870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·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76" name="Weave text 133: 나에게"/>
            <p:cNvSpPr txBox="1"/>
            <p:nvPr/>
          </p:nvSpPr>
          <p:spPr>
            <a:xfrm>
              <a:off x="7148215" y="3457575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나에게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77" name="Weave text 133:  "/>
            <p:cNvSpPr txBox="1"/>
            <p:nvPr/>
          </p:nvSpPr>
          <p:spPr>
            <a:xfrm>
              <a:off x="7516267" y="3457575"/>
              <a:ext cx="73670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78" name="Weave text 133: 보냄"/>
            <p:cNvSpPr txBox="1"/>
            <p:nvPr/>
          </p:nvSpPr>
          <p:spPr>
            <a:xfrm>
              <a:off x="7551688" y="345757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보냄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79" name="Line 134: 메일 보기"/>
          <p:cNvGrpSpPr/>
          <p:nvPr/>
        </p:nvGrpSpPr>
        <p:grpSpPr>
          <a:xfrm>
            <a:off x="10910441" y="3462338"/>
            <a:ext cx="490984" cy="220980"/>
            <a:chOff x="10910441" y="3462338"/>
            <a:chExt cx="490984" cy="220980"/>
          </a:xfrm>
        </p:grpSpPr>
        <p:sp>
          <p:nvSpPr>
            <p:cNvPr id="180" name="Weave text 134: 메일"/>
            <p:cNvSpPr txBox="1"/>
            <p:nvPr/>
          </p:nvSpPr>
          <p:spPr>
            <a:xfrm>
              <a:off x="10910441" y="346233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1" name="Weave text 134:  "/>
            <p:cNvSpPr txBox="1"/>
            <p:nvPr/>
          </p:nvSpPr>
          <p:spPr>
            <a:xfrm>
              <a:off x="11120735" y="346233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2" name="Weave text 134: 보기"/>
            <p:cNvSpPr txBox="1"/>
            <p:nvPr/>
          </p:nvSpPr>
          <p:spPr>
            <a:xfrm>
              <a:off x="11152882" y="346233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보기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83" name="Line 135: A사 시연 자료 — 내일 수정할 것"/>
          <p:cNvGrpSpPr/>
          <p:nvPr/>
        </p:nvGrpSpPr>
        <p:grpSpPr>
          <a:xfrm>
            <a:off x="6791325" y="3733800"/>
            <a:ext cx="2474565" cy="342900"/>
            <a:chOff x="6791325" y="3733800"/>
            <a:chExt cx="2474565" cy="342900"/>
          </a:xfrm>
        </p:grpSpPr>
        <p:sp>
          <p:nvSpPr>
            <p:cNvPr id="184" name="Weave text 135: A"/>
            <p:cNvSpPr txBox="1"/>
            <p:nvPr/>
          </p:nvSpPr>
          <p:spPr>
            <a:xfrm>
              <a:off x="6791325" y="3733800"/>
              <a:ext cx="171004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A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5" name="Weave text 135: 사"/>
            <p:cNvSpPr txBox="1"/>
            <p:nvPr/>
          </p:nvSpPr>
          <p:spPr>
            <a:xfrm>
              <a:off x="6924080" y="3733800"/>
              <a:ext cx="207913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86" name="Weave text 135:  "/>
            <p:cNvSpPr txBox="1"/>
            <p:nvPr/>
          </p:nvSpPr>
          <p:spPr>
            <a:xfrm>
              <a:off x="7093744" y="373380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7" name="Weave text 135: 시연"/>
            <p:cNvSpPr txBox="1"/>
            <p:nvPr/>
          </p:nvSpPr>
          <p:spPr>
            <a:xfrm>
              <a:off x="7136011" y="3733800"/>
              <a:ext cx="37727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시연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88" name="Weave text 135:  "/>
            <p:cNvSpPr txBox="1"/>
            <p:nvPr/>
          </p:nvSpPr>
          <p:spPr>
            <a:xfrm>
              <a:off x="7475041" y="373380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9" name="Weave text 135: 자료"/>
            <p:cNvSpPr txBox="1"/>
            <p:nvPr/>
          </p:nvSpPr>
          <p:spPr>
            <a:xfrm>
              <a:off x="7517309" y="3733800"/>
              <a:ext cx="377428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자료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90" name="Weave text 135:  — "/>
            <p:cNvSpPr txBox="1"/>
            <p:nvPr/>
          </p:nvSpPr>
          <p:spPr>
            <a:xfrm>
              <a:off x="7856488" y="3733800"/>
              <a:ext cx="307479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—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91" name="Weave text 135: 내일"/>
            <p:cNvSpPr txBox="1"/>
            <p:nvPr/>
          </p:nvSpPr>
          <p:spPr>
            <a:xfrm>
              <a:off x="8125718" y="3733800"/>
              <a:ext cx="377428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내일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92" name="Weave text 135:  "/>
            <p:cNvSpPr txBox="1"/>
            <p:nvPr/>
          </p:nvSpPr>
          <p:spPr>
            <a:xfrm>
              <a:off x="8464897" y="373380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93" name="Weave text 135: 수정할"/>
            <p:cNvSpPr txBox="1"/>
            <p:nvPr/>
          </p:nvSpPr>
          <p:spPr>
            <a:xfrm>
              <a:off x="8507164" y="3733800"/>
              <a:ext cx="546795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수정할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94" name="Weave text 135:  "/>
            <p:cNvSpPr txBox="1"/>
            <p:nvPr/>
          </p:nvSpPr>
          <p:spPr>
            <a:xfrm>
              <a:off x="9015710" y="3733800"/>
              <a:ext cx="80665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95" name="Weave text 135: 것"/>
            <p:cNvSpPr txBox="1"/>
            <p:nvPr/>
          </p:nvSpPr>
          <p:spPr>
            <a:xfrm>
              <a:off x="9058126" y="3733800"/>
              <a:ext cx="207764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것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96" name="Line 136: 7쪽: 연결 화면 캡처 교체 · 9쪽: 설명 세 문장으로 축약"/>
          <p:cNvGrpSpPr/>
          <p:nvPr/>
        </p:nvGrpSpPr>
        <p:grpSpPr>
          <a:xfrm>
            <a:off x="6791325" y="4067175"/>
            <a:ext cx="3443288" cy="281940"/>
            <a:chOff x="6791325" y="4067175"/>
            <a:chExt cx="3443288" cy="281940"/>
          </a:xfrm>
        </p:grpSpPr>
        <p:sp>
          <p:nvSpPr>
            <p:cNvPr id="197" name="Weave text 136: 7"/>
            <p:cNvSpPr txBox="1"/>
            <p:nvPr/>
          </p:nvSpPr>
          <p:spPr>
            <a:xfrm>
              <a:off x="6791325" y="4067175"/>
              <a:ext cx="124420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7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8" name="Weave text 136: 쪽"/>
            <p:cNvSpPr txBox="1"/>
            <p:nvPr/>
          </p:nvSpPr>
          <p:spPr>
            <a:xfrm>
              <a:off x="6877496" y="4067175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쪽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9" name="Weave text 136: : "/>
            <p:cNvSpPr txBox="1"/>
            <p:nvPr/>
          </p:nvSpPr>
          <p:spPr>
            <a:xfrm>
              <a:off x="7017693" y="4067175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: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0" name="Weave text 136: 연결"/>
            <p:cNvSpPr txBox="1"/>
            <p:nvPr/>
          </p:nvSpPr>
          <p:spPr>
            <a:xfrm>
              <a:off x="7104459" y="406717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연결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1" name="Weave text 136:  "/>
            <p:cNvSpPr txBox="1"/>
            <p:nvPr/>
          </p:nvSpPr>
          <p:spPr>
            <a:xfrm>
              <a:off x="7384852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2" name="Weave text 136: 화면"/>
            <p:cNvSpPr txBox="1"/>
            <p:nvPr/>
          </p:nvSpPr>
          <p:spPr>
            <a:xfrm>
              <a:off x="7427714" y="406717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화면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3" name="Weave text 136:  "/>
            <p:cNvSpPr txBox="1"/>
            <p:nvPr/>
          </p:nvSpPr>
          <p:spPr>
            <a:xfrm>
              <a:off x="7708106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4" name="Weave text 136: 캡처"/>
            <p:cNvSpPr txBox="1"/>
            <p:nvPr/>
          </p:nvSpPr>
          <p:spPr>
            <a:xfrm>
              <a:off x="7750969" y="4067175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캡처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5" name="Weave text 136:  "/>
            <p:cNvSpPr txBox="1"/>
            <p:nvPr/>
          </p:nvSpPr>
          <p:spPr>
            <a:xfrm>
              <a:off x="8031510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6" name="Weave text 136: 교체"/>
            <p:cNvSpPr txBox="1"/>
            <p:nvPr/>
          </p:nvSpPr>
          <p:spPr>
            <a:xfrm>
              <a:off x="8074372" y="406717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교체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7" name="Weave text 136:  · 9"/>
            <p:cNvSpPr txBox="1"/>
            <p:nvPr/>
          </p:nvSpPr>
          <p:spPr>
            <a:xfrm>
              <a:off x="8354764" y="4067175"/>
              <a:ext cx="262384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· 9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8" name="Weave text 136: 쪽"/>
            <p:cNvSpPr txBox="1"/>
            <p:nvPr/>
          </p:nvSpPr>
          <p:spPr>
            <a:xfrm>
              <a:off x="8578900" y="4067175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쪽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9" name="Weave text 136: : "/>
            <p:cNvSpPr txBox="1"/>
            <p:nvPr/>
          </p:nvSpPr>
          <p:spPr>
            <a:xfrm>
              <a:off x="8719096" y="4067175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: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0" name="Weave text 136: 설명"/>
            <p:cNvSpPr txBox="1"/>
            <p:nvPr/>
          </p:nvSpPr>
          <p:spPr>
            <a:xfrm>
              <a:off x="8805862" y="406717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설명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1" name="Weave text 136:  "/>
            <p:cNvSpPr txBox="1"/>
            <p:nvPr/>
          </p:nvSpPr>
          <p:spPr>
            <a:xfrm>
              <a:off x="9086255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2" name="Weave text 136: 세"/>
            <p:cNvSpPr txBox="1"/>
            <p:nvPr/>
          </p:nvSpPr>
          <p:spPr>
            <a:xfrm>
              <a:off x="9129117" y="4067175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세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136:  "/>
            <p:cNvSpPr txBox="1"/>
            <p:nvPr/>
          </p:nvSpPr>
          <p:spPr>
            <a:xfrm>
              <a:off x="9269313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136: 문장으로"/>
            <p:cNvSpPr txBox="1"/>
            <p:nvPr/>
          </p:nvSpPr>
          <p:spPr>
            <a:xfrm>
              <a:off x="9312176" y="4067175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문장으로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5" name="Weave text 136:  "/>
            <p:cNvSpPr txBox="1"/>
            <p:nvPr/>
          </p:nvSpPr>
          <p:spPr>
            <a:xfrm>
              <a:off x="9872960" y="406717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6" name="Weave text 136: 축약"/>
            <p:cNvSpPr txBox="1"/>
            <p:nvPr/>
          </p:nvSpPr>
          <p:spPr>
            <a:xfrm>
              <a:off x="9915823" y="4067175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축약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17" name="Line 137: 자료 위치: 사내 문서함 링크"/>
          <p:cNvGrpSpPr/>
          <p:nvPr/>
        </p:nvGrpSpPr>
        <p:grpSpPr>
          <a:xfrm>
            <a:off x="6791325" y="4303365"/>
            <a:ext cx="1795760" cy="281940"/>
            <a:chOff x="6791325" y="4303365"/>
            <a:chExt cx="1795760" cy="281940"/>
          </a:xfrm>
        </p:grpSpPr>
        <p:sp>
          <p:nvSpPr>
            <p:cNvPr id="218" name="Weave text 137: 자료"/>
            <p:cNvSpPr txBox="1"/>
            <p:nvPr/>
          </p:nvSpPr>
          <p:spPr>
            <a:xfrm>
              <a:off x="6791325" y="430336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자료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137:  "/>
            <p:cNvSpPr txBox="1"/>
            <p:nvPr/>
          </p:nvSpPr>
          <p:spPr>
            <a:xfrm>
              <a:off x="7071717" y="430336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0" name="Weave text 137: 위치"/>
            <p:cNvSpPr txBox="1"/>
            <p:nvPr/>
          </p:nvSpPr>
          <p:spPr>
            <a:xfrm>
              <a:off x="7114580" y="430336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위치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1" name="Weave text 137: : "/>
            <p:cNvSpPr txBox="1"/>
            <p:nvPr/>
          </p:nvSpPr>
          <p:spPr>
            <a:xfrm>
              <a:off x="7394972" y="4303365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: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2" name="Weave text 137: 사내"/>
            <p:cNvSpPr txBox="1"/>
            <p:nvPr/>
          </p:nvSpPr>
          <p:spPr>
            <a:xfrm>
              <a:off x="7481739" y="430336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사내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3" name="Weave text 137:  "/>
            <p:cNvSpPr txBox="1"/>
            <p:nvPr/>
          </p:nvSpPr>
          <p:spPr>
            <a:xfrm>
              <a:off x="7762131" y="430336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4" name="Weave text 137: 문서함"/>
            <p:cNvSpPr txBox="1"/>
            <p:nvPr/>
          </p:nvSpPr>
          <p:spPr>
            <a:xfrm>
              <a:off x="7804993" y="430336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문서함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5" name="Weave text 137:  "/>
            <p:cNvSpPr txBox="1"/>
            <p:nvPr/>
          </p:nvSpPr>
          <p:spPr>
            <a:xfrm>
              <a:off x="8225582" y="430336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6" name="Weave text 137: 링크"/>
            <p:cNvSpPr txBox="1"/>
            <p:nvPr/>
          </p:nvSpPr>
          <p:spPr>
            <a:xfrm>
              <a:off x="8268444" y="430336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링크</a:t>
              </a:r>
              <a:endParaRPr sz="1200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27" name="Line 138: 카카오톡 · 나와의 채팅"/>
          <p:cNvGrpSpPr/>
          <p:nvPr/>
        </p:nvGrpSpPr>
        <p:grpSpPr>
          <a:xfrm>
            <a:off x="6791325" y="4962525"/>
            <a:ext cx="1289447" cy="251460"/>
            <a:chOff x="6791325" y="4962525"/>
            <a:chExt cx="1289447" cy="251460"/>
          </a:xfrm>
        </p:grpSpPr>
        <p:sp>
          <p:nvSpPr>
            <p:cNvPr id="228" name="Weave text 138: 카카오톡"/>
            <p:cNvSpPr txBox="1"/>
            <p:nvPr/>
          </p:nvSpPr>
          <p:spPr>
            <a:xfrm>
              <a:off x="6791325" y="4962525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카카오톡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229" name="Weave text 138:  · "/>
            <p:cNvSpPr txBox="1"/>
            <p:nvPr/>
          </p:nvSpPr>
          <p:spPr>
            <a:xfrm>
              <a:off x="7282011" y="4962525"/>
              <a:ext cx="149721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·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230" name="Weave text 138: 나와의"/>
            <p:cNvSpPr txBox="1"/>
            <p:nvPr/>
          </p:nvSpPr>
          <p:spPr>
            <a:xfrm>
              <a:off x="7393484" y="4962525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나와의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231" name="Weave text 138:  "/>
            <p:cNvSpPr txBox="1"/>
            <p:nvPr/>
          </p:nvSpPr>
          <p:spPr>
            <a:xfrm>
              <a:off x="7761536" y="4962525"/>
              <a:ext cx="73819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232" name="Weave text 138: 채팅"/>
            <p:cNvSpPr txBox="1"/>
            <p:nvPr/>
          </p:nvSpPr>
          <p:spPr>
            <a:xfrm>
              <a:off x="7797105" y="496252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채팅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233" name="Line 139: 가져온 기록"/>
          <p:cNvGrpSpPr/>
          <p:nvPr/>
        </p:nvGrpSpPr>
        <p:grpSpPr>
          <a:xfrm>
            <a:off x="10805368" y="4967288"/>
            <a:ext cx="596057" cy="220980"/>
            <a:chOff x="10805368" y="4967288"/>
            <a:chExt cx="596057" cy="220980"/>
          </a:xfrm>
        </p:grpSpPr>
        <p:sp>
          <p:nvSpPr>
            <p:cNvPr id="234" name="Weave text 139: 가져온"/>
            <p:cNvSpPr txBox="1"/>
            <p:nvPr/>
          </p:nvSpPr>
          <p:spPr>
            <a:xfrm>
              <a:off x="10805368" y="4967288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가져온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5" name="Weave text 139:  "/>
            <p:cNvSpPr txBox="1"/>
            <p:nvPr/>
          </p:nvSpPr>
          <p:spPr>
            <a:xfrm>
              <a:off x="11120735" y="496728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6" name="Weave text 139: 기록"/>
            <p:cNvSpPr txBox="1"/>
            <p:nvPr/>
          </p:nvSpPr>
          <p:spPr>
            <a:xfrm>
              <a:off x="11152882" y="496728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37" name="Line 140: A사 시연 집합 안내"/>
          <p:cNvGrpSpPr/>
          <p:nvPr/>
        </p:nvGrpSpPr>
        <p:grpSpPr>
          <a:xfrm>
            <a:off x="6791325" y="5238750"/>
            <a:ext cx="1484709" cy="342900"/>
            <a:chOff x="6791325" y="5238750"/>
            <a:chExt cx="1484709" cy="342900"/>
          </a:xfrm>
        </p:grpSpPr>
        <p:sp>
          <p:nvSpPr>
            <p:cNvPr id="238" name="Weave text 140: A"/>
            <p:cNvSpPr txBox="1"/>
            <p:nvPr/>
          </p:nvSpPr>
          <p:spPr>
            <a:xfrm>
              <a:off x="6791325" y="5238750"/>
              <a:ext cx="171004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A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39" name="Weave text 140: 사"/>
            <p:cNvSpPr txBox="1"/>
            <p:nvPr/>
          </p:nvSpPr>
          <p:spPr>
            <a:xfrm>
              <a:off x="6924080" y="5238750"/>
              <a:ext cx="207913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40" name="Weave text 140:  "/>
            <p:cNvSpPr txBox="1"/>
            <p:nvPr/>
          </p:nvSpPr>
          <p:spPr>
            <a:xfrm>
              <a:off x="7093744" y="523875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41" name="Weave text 140: 시연"/>
            <p:cNvSpPr txBox="1"/>
            <p:nvPr/>
          </p:nvSpPr>
          <p:spPr>
            <a:xfrm>
              <a:off x="7136011" y="5238750"/>
              <a:ext cx="37727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시연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42" name="Weave text 140:  "/>
            <p:cNvSpPr txBox="1"/>
            <p:nvPr/>
          </p:nvSpPr>
          <p:spPr>
            <a:xfrm>
              <a:off x="7475041" y="523875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43" name="Weave text 140: 집합"/>
            <p:cNvSpPr txBox="1"/>
            <p:nvPr/>
          </p:nvSpPr>
          <p:spPr>
            <a:xfrm>
              <a:off x="7517309" y="5238750"/>
              <a:ext cx="377428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집합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44" name="Weave text 140:  "/>
            <p:cNvSpPr txBox="1"/>
            <p:nvPr/>
          </p:nvSpPr>
          <p:spPr>
            <a:xfrm>
              <a:off x="7856488" y="5238750"/>
              <a:ext cx="80516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00" b="0" i="0" spc="-4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45" name="Weave text 140: 안내"/>
            <p:cNvSpPr txBox="1"/>
            <p:nvPr/>
          </p:nvSpPr>
          <p:spPr>
            <a:xfrm>
              <a:off x="7898755" y="5238750"/>
              <a:ext cx="37727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-4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안내</a:t>
              </a:r>
              <a:endParaRPr sz="1500" b="0" i="0" spc="-4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246" name="Line 141: “내일 8:40 1층 로비. 충전 어댑터 챙기기.”"/>
          <p:cNvGrpSpPr/>
          <p:nvPr/>
        </p:nvGrpSpPr>
        <p:grpSpPr>
          <a:xfrm>
            <a:off x="6791325" y="5562600"/>
            <a:ext cx="2894261" cy="297180"/>
            <a:chOff x="6791325" y="5562600"/>
            <a:chExt cx="2894261" cy="297180"/>
          </a:xfrm>
        </p:grpSpPr>
        <p:sp>
          <p:nvSpPr>
            <p:cNvPr id="247" name="Weave text 141: “"/>
            <p:cNvSpPr txBox="1"/>
            <p:nvPr/>
          </p:nvSpPr>
          <p:spPr>
            <a:xfrm>
              <a:off x="6791325" y="5562600"/>
              <a:ext cx="109538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“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8" name="Weave text 141: 내일"/>
            <p:cNvSpPr txBox="1"/>
            <p:nvPr/>
          </p:nvSpPr>
          <p:spPr>
            <a:xfrm>
              <a:off x="6862614" y="55626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내일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9" name="Weave text 141:  8:40 1"/>
            <p:cNvSpPr txBox="1"/>
            <p:nvPr/>
          </p:nvSpPr>
          <p:spPr>
            <a:xfrm>
              <a:off x="7160568" y="5562600"/>
              <a:ext cx="54872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8:40 1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0" name="Weave text 141: 층"/>
            <p:cNvSpPr txBox="1"/>
            <p:nvPr/>
          </p:nvSpPr>
          <p:spPr>
            <a:xfrm>
              <a:off x="7671048" y="5562600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층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1" name="Weave text 141:  "/>
            <p:cNvSpPr txBox="1"/>
            <p:nvPr/>
          </p:nvSpPr>
          <p:spPr>
            <a:xfrm>
              <a:off x="7820025" y="55626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2" name="Weave text 141: 로비"/>
            <p:cNvSpPr txBox="1"/>
            <p:nvPr/>
          </p:nvSpPr>
          <p:spPr>
            <a:xfrm>
              <a:off x="7865566" y="55626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로비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3" name="Weave text 141: . "/>
            <p:cNvSpPr txBox="1"/>
            <p:nvPr/>
          </p:nvSpPr>
          <p:spPr>
            <a:xfrm>
              <a:off x="8163520" y="5562600"/>
              <a:ext cx="130373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4" name="Weave text 141: 충전"/>
            <p:cNvSpPr txBox="1"/>
            <p:nvPr/>
          </p:nvSpPr>
          <p:spPr>
            <a:xfrm>
              <a:off x="8255645" y="55626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충전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5" name="Weave text 141:  "/>
            <p:cNvSpPr txBox="1"/>
            <p:nvPr/>
          </p:nvSpPr>
          <p:spPr>
            <a:xfrm>
              <a:off x="8553599" y="55626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6" name="Weave text 141: 어댑터"/>
            <p:cNvSpPr txBox="1"/>
            <p:nvPr/>
          </p:nvSpPr>
          <p:spPr>
            <a:xfrm>
              <a:off x="8599140" y="556260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어댑터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7" name="Weave text 141:  "/>
            <p:cNvSpPr txBox="1"/>
            <p:nvPr/>
          </p:nvSpPr>
          <p:spPr>
            <a:xfrm>
              <a:off x="9046071" y="55626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8" name="Weave text 141: 챙기기"/>
            <p:cNvSpPr txBox="1"/>
            <p:nvPr/>
          </p:nvSpPr>
          <p:spPr>
            <a:xfrm>
              <a:off x="9091612" y="556260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Noto Sans KR"/>
                  <a:ea typeface="Noto Sans KR"/>
                  <a:cs typeface="Noto Sans KR"/>
                </a:rPr>
                <a:t xml:space="preserve">챙기기</a:t>
              </a:r>
              <a:endParaRPr sz="1275" b="0" i="0" spc="0" kern="0" lang="ko-KR" altLang="en-US" dirty="0">
                <a:solidFill>
                  <a:srgbClr val="D3D9E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9" name="Weave text 141: .”"/>
            <p:cNvSpPr txBox="1"/>
            <p:nvPr/>
          </p:nvSpPr>
          <p:spPr>
            <a:xfrm>
              <a:off x="9538543" y="5562600"/>
              <a:ext cx="14704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D3D9E8"/>
                  </a:solidFill>
                  <a:latin typeface="Inter"/>
                  <a:ea typeface="Inter"/>
                  <a:cs typeface="Inter"/>
                </a:rPr>
                <a:t xml:space="preserve">.”</a:t>
              </a:r>
              <a:endParaRPr sz="1275" b="0" i="0" spc="0" kern="0" lang="ko-KR" altLang="en-US" dirty="0">
                <a:solidFill>
                  <a:srgbClr val="D3D9E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60" name="Line 142: 앱을 다시 열어 찾아다니지 않고, 필요한 기록과 출처를 함께 확인합니다."/>
          <p:cNvGrpSpPr/>
          <p:nvPr/>
        </p:nvGrpSpPr>
        <p:grpSpPr>
          <a:xfrm>
            <a:off x="609600" y="6162675"/>
            <a:ext cx="4455914" cy="281940"/>
            <a:chOff x="609600" y="6162675"/>
            <a:chExt cx="4455914" cy="281940"/>
          </a:xfrm>
        </p:grpSpPr>
        <p:sp>
          <p:nvSpPr>
            <p:cNvPr id="261" name="Weave text 142: 앱을"/>
            <p:cNvSpPr txBox="1"/>
            <p:nvPr/>
          </p:nvSpPr>
          <p:spPr>
            <a:xfrm>
              <a:off x="609600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앱을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2" name="Weave text 142:  "/>
            <p:cNvSpPr txBox="1"/>
            <p:nvPr/>
          </p:nvSpPr>
          <p:spPr>
            <a:xfrm>
              <a:off x="883890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3" name="Weave text 142: 다시"/>
            <p:cNvSpPr txBox="1"/>
            <p:nvPr/>
          </p:nvSpPr>
          <p:spPr>
            <a:xfrm>
              <a:off x="923627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다시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4" name="Weave text 142:  "/>
            <p:cNvSpPr txBox="1"/>
            <p:nvPr/>
          </p:nvSpPr>
          <p:spPr>
            <a:xfrm>
              <a:off x="1197918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5" name="Weave text 142: 열어"/>
            <p:cNvSpPr txBox="1"/>
            <p:nvPr/>
          </p:nvSpPr>
          <p:spPr>
            <a:xfrm>
              <a:off x="1237804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열어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6" name="Weave text 142:  "/>
            <p:cNvSpPr txBox="1"/>
            <p:nvPr/>
          </p:nvSpPr>
          <p:spPr>
            <a:xfrm>
              <a:off x="1512094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7" name="Weave text 142: 찾아다니지"/>
            <p:cNvSpPr txBox="1"/>
            <p:nvPr/>
          </p:nvSpPr>
          <p:spPr>
            <a:xfrm>
              <a:off x="1551980" y="6162675"/>
              <a:ext cx="72404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찾아다니지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8" name="Weave text 142:  "/>
            <p:cNvSpPr txBox="1"/>
            <p:nvPr/>
          </p:nvSpPr>
          <p:spPr>
            <a:xfrm>
              <a:off x="2237780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9" name="Weave text 142: 않고"/>
            <p:cNvSpPr txBox="1"/>
            <p:nvPr/>
          </p:nvSpPr>
          <p:spPr>
            <a:xfrm>
              <a:off x="2277517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않고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0" name="Weave text 142: , "/>
            <p:cNvSpPr txBox="1"/>
            <p:nvPr/>
          </p:nvSpPr>
          <p:spPr>
            <a:xfrm>
              <a:off x="2551807" y="6162675"/>
              <a:ext cx="118914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1" name="Weave text 142: 필요한"/>
            <p:cNvSpPr txBox="1"/>
            <p:nvPr/>
          </p:nvSpPr>
          <p:spPr>
            <a:xfrm>
              <a:off x="2632472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2" name="Weave text 142:  "/>
            <p:cNvSpPr txBox="1"/>
            <p:nvPr/>
          </p:nvSpPr>
          <p:spPr>
            <a:xfrm>
              <a:off x="3043982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3" name="Weave text 142: 기록과"/>
            <p:cNvSpPr txBox="1"/>
            <p:nvPr/>
          </p:nvSpPr>
          <p:spPr>
            <a:xfrm>
              <a:off x="3083868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기록과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4" name="Weave text 142:  "/>
            <p:cNvSpPr txBox="1"/>
            <p:nvPr/>
          </p:nvSpPr>
          <p:spPr>
            <a:xfrm>
              <a:off x="3495377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5" name="Weave text 142: 출처를"/>
            <p:cNvSpPr txBox="1"/>
            <p:nvPr/>
          </p:nvSpPr>
          <p:spPr>
            <a:xfrm>
              <a:off x="3535114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출처를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6" name="Weave text 142:  "/>
            <p:cNvSpPr txBox="1"/>
            <p:nvPr/>
          </p:nvSpPr>
          <p:spPr>
            <a:xfrm>
              <a:off x="3946624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7" name="Weave text 142: 함께"/>
            <p:cNvSpPr txBox="1"/>
            <p:nvPr/>
          </p:nvSpPr>
          <p:spPr>
            <a:xfrm>
              <a:off x="3986361" y="6162675"/>
              <a:ext cx="31268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함께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8" name="Weave text 142:  "/>
            <p:cNvSpPr txBox="1"/>
            <p:nvPr/>
          </p:nvSpPr>
          <p:spPr>
            <a:xfrm>
              <a:off x="4260800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9" name="Weave text 142: 확인합니다"/>
            <p:cNvSpPr txBox="1"/>
            <p:nvPr/>
          </p:nvSpPr>
          <p:spPr>
            <a:xfrm>
              <a:off x="4300538" y="6162675"/>
              <a:ext cx="72404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확인합니다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0" name="Weave text 142: ."/>
            <p:cNvSpPr txBox="1"/>
            <p:nvPr/>
          </p:nvSpPr>
          <p:spPr>
            <a:xfrm>
              <a:off x="4986338" y="6162675"/>
              <a:ext cx="79177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81" name="Line 143: 05 / 11"/>
          <p:cNvGrpSpPr/>
          <p:nvPr/>
        </p:nvGrpSpPr>
        <p:grpSpPr>
          <a:xfrm>
            <a:off x="11218366" y="6496050"/>
            <a:ext cx="402134" cy="190500"/>
            <a:chOff x="11218366" y="6496050"/>
            <a:chExt cx="402134" cy="190500"/>
          </a:xfrm>
        </p:grpSpPr>
        <p:sp>
          <p:nvSpPr>
            <p:cNvPr id="282" name="Weave text 143: 05 / 11"/>
            <p:cNvSpPr txBox="1"/>
            <p:nvPr/>
          </p:nvSpPr>
          <p:spPr>
            <a:xfrm>
              <a:off x="11218366" y="6496050"/>
              <a:ext cx="402134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rPr>
                <a:t xml:space="preserve">05 / 11</a:t>
              </a:r>
              <a:endParaRPr sz="750" b="0" i="0" spc="90" kern="0" lang="ko-KR" altLang="en-US" dirty="0">
                <a:solidFill>
                  <a:srgbClr val="9CAAC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144: 06 / CONTEXTUAL COMPLETION"/>
          <p:cNvGrpSpPr/>
          <p:nvPr/>
        </p:nvGrpSpPr>
        <p:grpSpPr>
          <a:xfrm>
            <a:off x="609600" y="390525"/>
            <a:ext cx="2463850" cy="220980"/>
            <a:chOff x="609600" y="390525"/>
            <a:chExt cx="2463850" cy="220980"/>
          </a:xfrm>
        </p:grpSpPr>
        <p:sp>
          <p:nvSpPr>
            <p:cNvPr id="4" name="Weave text 144: 06 / CONTEXTUAL COMPLETION"/>
            <p:cNvSpPr txBox="1"/>
            <p:nvPr/>
          </p:nvSpPr>
          <p:spPr>
            <a:xfrm>
              <a:off x="609600" y="390525"/>
              <a:ext cx="2463850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06 / CONTEXTUAL COMPLETION</a:t>
              </a:r>
              <a:endParaRPr sz="900" b="0" i="0" spc="18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145: 기억나는 말이, 정확한 검색어가 됩니다."/>
          <p:cNvGrpSpPr/>
          <p:nvPr/>
        </p:nvGrpSpPr>
        <p:grpSpPr>
          <a:xfrm>
            <a:off x="609600" y="676275"/>
            <a:ext cx="5930354" cy="647700"/>
            <a:chOff x="609600" y="676275"/>
            <a:chExt cx="5930354" cy="647700"/>
          </a:xfrm>
        </p:grpSpPr>
        <p:sp>
          <p:nvSpPr>
            <p:cNvPr id="6" name="Weave text 145: 기억나는"/>
            <p:cNvSpPr txBox="1"/>
            <p:nvPr/>
          </p:nvSpPr>
          <p:spPr>
            <a:xfrm>
              <a:off x="609600" y="676275"/>
              <a:ext cx="137933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기억나는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145:  "/>
            <p:cNvSpPr txBox="1"/>
            <p:nvPr/>
          </p:nvSpPr>
          <p:spPr>
            <a:xfrm>
              <a:off x="1950690" y="676275"/>
              <a:ext cx="118914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145: 말이"/>
            <p:cNvSpPr txBox="1"/>
            <p:nvPr/>
          </p:nvSpPr>
          <p:spPr>
            <a:xfrm>
              <a:off x="2031355" y="676275"/>
              <a:ext cx="70886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말이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145: , "/>
            <p:cNvSpPr txBox="1"/>
            <p:nvPr/>
          </p:nvSpPr>
          <p:spPr>
            <a:xfrm>
              <a:off x="2701975" y="676275"/>
              <a:ext cx="21743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145: 정확한"/>
            <p:cNvSpPr txBox="1"/>
            <p:nvPr/>
          </p:nvSpPr>
          <p:spPr>
            <a:xfrm>
              <a:off x="2881164" y="676275"/>
              <a:ext cx="10440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정확한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145:  "/>
            <p:cNvSpPr txBox="1"/>
            <p:nvPr/>
          </p:nvSpPr>
          <p:spPr>
            <a:xfrm>
              <a:off x="3886944" y="676275"/>
              <a:ext cx="11906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145: 검색어가"/>
            <p:cNvSpPr txBox="1"/>
            <p:nvPr/>
          </p:nvSpPr>
          <p:spPr>
            <a:xfrm>
              <a:off x="3967758" y="676275"/>
              <a:ext cx="137933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검색어가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145:  "/>
            <p:cNvSpPr txBox="1"/>
            <p:nvPr/>
          </p:nvSpPr>
          <p:spPr>
            <a:xfrm>
              <a:off x="5308848" y="676275"/>
              <a:ext cx="11906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145: 됩니다"/>
            <p:cNvSpPr txBox="1"/>
            <p:nvPr/>
          </p:nvSpPr>
          <p:spPr>
            <a:xfrm>
              <a:off x="5389662" y="676275"/>
              <a:ext cx="10440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됩니다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145: ."/>
            <p:cNvSpPr txBox="1"/>
            <p:nvPr/>
          </p:nvSpPr>
          <p:spPr>
            <a:xfrm>
              <a:off x="6395442" y="676275"/>
              <a:ext cx="14451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6" name="Line 146: 일정에서 찾은 날짜로 사진을 확인하고, 라벨에서 찾은 이름을 작성 중인 "/>
          <p:cNvGrpSpPr/>
          <p:nvPr/>
        </p:nvGrpSpPr>
        <p:grpSpPr>
          <a:xfrm>
            <a:off x="609600" y="1276350"/>
            <a:ext cx="6293346" cy="297180"/>
            <a:chOff x="609600" y="1276350"/>
            <a:chExt cx="6293346" cy="297180"/>
          </a:xfrm>
        </p:grpSpPr>
        <p:sp>
          <p:nvSpPr>
            <p:cNvPr id="17" name="Weave text 146: 일정에서"/>
            <p:cNvSpPr txBox="1"/>
            <p:nvPr/>
          </p:nvSpPr>
          <p:spPr>
            <a:xfrm>
              <a:off x="609600" y="1276350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일정에서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" name="Weave text 146:  "/>
            <p:cNvSpPr txBox="1"/>
            <p:nvPr/>
          </p:nvSpPr>
          <p:spPr>
            <a:xfrm>
              <a:off x="1205359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" name="Weave text 146: 찾은"/>
            <p:cNvSpPr txBox="1"/>
            <p:nvPr/>
          </p:nvSpPr>
          <p:spPr>
            <a:xfrm>
              <a:off x="1250900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찾은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146:  "/>
            <p:cNvSpPr txBox="1"/>
            <p:nvPr/>
          </p:nvSpPr>
          <p:spPr>
            <a:xfrm>
              <a:off x="1548854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146: 날짜로"/>
            <p:cNvSpPr txBox="1"/>
            <p:nvPr/>
          </p:nvSpPr>
          <p:spPr>
            <a:xfrm>
              <a:off x="1594396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날짜로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146:  "/>
            <p:cNvSpPr txBox="1"/>
            <p:nvPr/>
          </p:nvSpPr>
          <p:spPr>
            <a:xfrm>
              <a:off x="2041327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146: 사진을"/>
            <p:cNvSpPr txBox="1"/>
            <p:nvPr/>
          </p:nvSpPr>
          <p:spPr>
            <a:xfrm>
              <a:off x="2086868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사진을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146:  "/>
            <p:cNvSpPr txBox="1"/>
            <p:nvPr/>
          </p:nvSpPr>
          <p:spPr>
            <a:xfrm>
              <a:off x="2533799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146: 확인하고"/>
            <p:cNvSpPr txBox="1"/>
            <p:nvPr/>
          </p:nvSpPr>
          <p:spPr>
            <a:xfrm>
              <a:off x="2579340" y="127635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확인하고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146: , "/>
            <p:cNvSpPr txBox="1"/>
            <p:nvPr/>
          </p:nvSpPr>
          <p:spPr>
            <a:xfrm>
              <a:off x="3175248" y="1276350"/>
              <a:ext cx="130373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146: 라벨에서"/>
            <p:cNvSpPr txBox="1"/>
            <p:nvPr/>
          </p:nvSpPr>
          <p:spPr>
            <a:xfrm>
              <a:off x="3267373" y="127635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라벨에서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146:  "/>
            <p:cNvSpPr txBox="1"/>
            <p:nvPr/>
          </p:nvSpPr>
          <p:spPr>
            <a:xfrm>
              <a:off x="3863280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146: 찾은"/>
            <p:cNvSpPr txBox="1"/>
            <p:nvPr/>
          </p:nvSpPr>
          <p:spPr>
            <a:xfrm>
              <a:off x="3908822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찾은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146:  "/>
            <p:cNvSpPr txBox="1"/>
            <p:nvPr/>
          </p:nvSpPr>
          <p:spPr>
            <a:xfrm>
              <a:off x="4206776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" name="Weave text 146: 이름을"/>
            <p:cNvSpPr txBox="1"/>
            <p:nvPr/>
          </p:nvSpPr>
          <p:spPr>
            <a:xfrm>
              <a:off x="4252317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이름을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" name="Weave text 146:  "/>
            <p:cNvSpPr txBox="1"/>
            <p:nvPr/>
          </p:nvSpPr>
          <p:spPr>
            <a:xfrm>
              <a:off x="4699248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" name="Weave text 146: 작성"/>
            <p:cNvSpPr txBox="1"/>
            <p:nvPr/>
          </p:nvSpPr>
          <p:spPr>
            <a:xfrm>
              <a:off x="4744789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작성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146:  "/>
            <p:cNvSpPr txBox="1"/>
            <p:nvPr/>
          </p:nvSpPr>
          <p:spPr>
            <a:xfrm>
              <a:off x="5042743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146: 중인"/>
            <p:cNvSpPr txBox="1"/>
            <p:nvPr/>
          </p:nvSpPr>
          <p:spPr>
            <a:xfrm>
              <a:off x="5088285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중인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146:  "/>
            <p:cNvSpPr txBox="1"/>
            <p:nvPr/>
          </p:nvSpPr>
          <p:spPr>
            <a:xfrm>
              <a:off x="5386239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" name="Weave text 146: 검색창에"/>
            <p:cNvSpPr txBox="1"/>
            <p:nvPr/>
          </p:nvSpPr>
          <p:spPr>
            <a:xfrm>
              <a:off x="5431780" y="127635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검색창에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" name="Weave text 146:  "/>
            <p:cNvSpPr txBox="1"/>
            <p:nvPr/>
          </p:nvSpPr>
          <p:spPr>
            <a:xfrm>
              <a:off x="6027688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" name="Weave text 146: 연결합니다"/>
            <p:cNvSpPr txBox="1"/>
            <p:nvPr/>
          </p:nvSpPr>
          <p:spPr>
            <a:xfrm>
              <a:off x="6073229" y="1276350"/>
              <a:ext cx="78298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연결합니다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" name="Weave text 146: ."/>
            <p:cNvSpPr txBox="1"/>
            <p:nvPr/>
          </p:nvSpPr>
          <p:spPr>
            <a:xfrm>
              <a:off x="6817965" y="1276350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1" name="Line 147: 삼성 캘린더"/>
          <p:cNvGrpSpPr/>
          <p:nvPr/>
        </p:nvGrpSpPr>
        <p:grpSpPr>
          <a:xfrm>
            <a:off x="1247775" y="2312194"/>
            <a:ext cx="735657" cy="266700"/>
            <a:chOff x="1247775" y="2312194"/>
            <a:chExt cx="735657" cy="266700"/>
          </a:xfrm>
        </p:grpSpPr>
        <p:sp>
          <p:nvSpPr>
            <p:cNvPr id="42" name="Weave text 147: 삼성"/>
            <p:cNvSpPr txBox="1"/>
            <p:nvPr/>
          </p:nvSpPr>
          <p:spPr>
            <a:xfrm>
              <a:off x="1247775" y="2312194"/>
              <a:ext cx="3010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삼성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3" name="Weave text 147:  "/>
            <p:cNvSpPr txBox="1"/>
            <p:nvPr/>
          </p:nvSpPr>
          <p:spPr>
            <a:xfrm>
              <a:off x="1510605" y="2312194"/>
              <a:ext cx="78432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4" name="Weave text 147: 캘린더"/>
            <p:cNvSpPr txBox="1"/>
            <p:nvPr/>
          </p:nvSpPr>
          <p:spPr>
            <a:xfrm>
              <a:off x="1550789" y="2312194"/>
              <a:ext cx="432643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캘린더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5" name="Line 148: 지난주 일요일"/>
          <p:cNvGrpSpPr/>
          <p:nvPr/>
        </p:nvGrpSpPr>
        <p:grpSpPr>
          <a:xfrm>
            <a:off x="819150" y="2752725"/>
            <a:ext cx="977503" cy="297180"/>
            <a:chOff x="819150" y="2752725"/>
            <a:chExt cx="977503" cy="297180"/>
          </a:xfrm>
        </p:grpSpPr>
        <p:sp>
          <p:nvSpPr>
            <p:cNvPr id="46" name="Weave text 148: 지난주"/>
            <p:cNvSpPr txBox="1"/>
            <p:nvPr/>
          </p:nvSpPr>
          <p:spPr>
            <a:xfrm>
              <a:off x="819150" y="27527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지난주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" name="Weave text 148:  "/>
            <p:cNvSpPr txBox="1"/>
            <p:nvPr/>
          </p:nvSpPr>
          <p:spPr>
            <a:xfrm>
              <a:off x="1265932" y="27527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" name="Weave text 148: 일요일"/>
            <p:cNvSpPr txBox="1"/>
            <p:nvPr/>
          </p:nvSpPr>
          <p:spPr>
            <a:xfrm>
              <a:off x="1311473" y="27527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일요일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9" name="Line 149: 지은 집들이"/>
          <p:cNvGrpSpPr/>
          <p:nvPr/>
        </p:nvGrpSpPr>
        <p:grpSpPr>
          <a:xfrm>
            <a:off x="819150" y="3033712"/>
            <a:ext cx="1143595" cy="419100"/>
            <a:chOff x="819150" y="3033712"/>
            <a:chExt cx="1143595" cy="419100"/>
          </a:xfrm>
        </p:grpSpPr>
        <p:sp>
          <p:nvSpPr>
            <p:cNvPr id="50" name="Weave text 149: 지은"/>
            <p:cNvSpPr txBox="1"/>
            <p:nvPr/>
          </p:nvSpPr>
          <p:spPr>
            <a:xfrm>
              <a:off x="819150" y="3033712"/>
              <a:ext cx="459730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6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6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지은</a:t>
              </a:r>
              <a:endParaRPr sz="1875" b="0" i="0" spc="-66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1" name="Weave text 149:  "/>
            <p:cNvSpPr txBox="1"/>
            <p:nvPr/>
          </p:nvSpPr>
          <p:spPr>
            <a:xfrm>
              <a:off x="1240631" y="3033712"/>
              <a:ext cx="89892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66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66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66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52" name="Weave text 149: 집들이"/>
            <p:cNvSpPr txBox="1"/>
            <p:nvPr/>
          </p:nvSpPr>
          <p:spPr>
            <a:xfrm>
              <a:off x="1292275" y="3033712"/>
              <a:ext cx="670471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6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66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집들이</a:t>
              </a:r>
              <a:endParaRPr sz="1875" b="0" i="0" spc="-66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53" name="Line 150: 첫 번째 단서"/>
          <p:cNvGrpSpPr/>
          <p:nvPr/>
        </p:nvGrpSpPr>
        <p:grpSpPr>
          <a:xfrm>
            <a:off x="3429000" y="1790700"/>
            <a:ext cx="774204" cy="236220"/>
            <a:chOff x="3429000" y="1790700"/>
            <a:chExt cx="774204" cy="236220"/>
          </a:xfrm>
        </p:grpSpPr>
        <p:sp>
          <p:nvSpPr>
            <p:cNvPr id="54" name="Weave text 150: 첫"/>
            <p:cNvSpPr txBox="1"/>
            <p:nvPr/>
          </p:nvSpPr>
          <p:spPr>
            <a:xfrm>
              <a:off x="3429000" y="1790700"/>
              <a:ext cx="16698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첫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5" name="Weave text 150:  "/>
            <p:cNvSpPr txBox="1"/>
            <p:nvPr/>
          </p:nvSpPr>
          <p:spPr>
            <a:xfrm>
              <a:off x="3557736" y="1790700"/>
              <a:ext cx="84237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75" b="0" i="0" spc="117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56" name="Weave text 150: 번째"/>
            <p:cNvSpPr txBox="1"/>
            <p:nvPr/>
          </p:nvSpPr>
          <p:spPr>
            <a:xfrm>
              <a:off x="3603724" y="1790700"/>
              <a:ext cx="295870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번째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57" name="Weave text 150:  "/>
            <p:cNvSpPr txBox="1"/>
            <p:nvPr/>
          </p:nvSpPr>
          <p:spPr>
            <a:xfrm>
              <a:off x="3861346" y="1790700"/>
              <a:ext cx="84237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75" b="0" i="0" spc="117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58" name="Weave text 150: 단서"/>
            <p:cNvSpPr txBox="1"/>
            <p:nvPr/>
          </p:nvSpPr>
          <p:spPr>
            <a:xfrm>
              <a:off x="3907334" y="1790700"/>
              <a:ext cx="295870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단서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59" name="Line 151: 언제 찍은 사진인지"/>
          <p:cNvGrpSpPr/>
          <p:nvPr/>
        </p:nvGrpSpPr>
        <p:grpSpPr>
          <a:xfrm>
            <a:off x="3429000" y="2071688"/>
            <a:ext cx="1629370" cy="373380"/>
            <a:chOff x="3429000" y="2071688"/>
            <a:chExt cx="1629370" cy="373380"/>
          </a:xfrm>
        </p:grpSpPr>
        <p:sp>
          <p:nvSpPr>
            <p:cNvPr id="60" name="Weave text 151: 언제"/>
            <p:cNvSpPr txBox="1"/>
            <p:nvPr/>
          </p:nvSpPr>
          <p:spPr>
            <a:xfrm>
              <a:off x="3429000" y="2071688"/>
              <a:ext cx="411212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언제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1" name="Weave text 151:  "/>
            <p:cNvSpPr txBox="1"/>
            <p:nvPr/>
          </p:nvSpPr>
          <p:spPr>
            <a:xfrm>
              <a:off x="3801963" y="2071688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2" name="Weave text 151: 찍은"/>
            <p:cNvSpPr txBox="1"/>
            <p:nvPr/>
          </p:nvSpPr>
          <p:spPr>
            <a:xfrm>
              <a:off x="3851523" y="2071688"/>
              <a:ext cx="411212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찍은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3" name="Weave text 151:  "/>
            <p:cNvSpPr txBox="1"/>
            <p:nvPr/>
          </p:nvSpPr>
          <p:spPr>
            <a:xfrm>
              <a:off x="4224486" y="2071688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4" name="Weave text 151: 사진인지"/>
            <p:cNvSpPr txBox="1"/>
            <p:nvPr/>
          </p:nvSpPr>
          <p:spPr>
            <a:xfrm>
              <a:off x="4274046" y="2071688"/>
              <a:ext cx="784324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사진인지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65" name="Line 152: 알게 됩니다."/>
          <p:cNvGrpSpPr/>
          <p:nvPr/>
        </p:nvGrpSpPr>
        <p:grpSpPr>
          <a:xfrm>
            <a:off x="3429000" y="2386012"/>
            <a:ext cx="1077516" cy="373380"/>
            <a:chOff x="3429000" y="2386012"/>
            <a:chExt cx="1077516" cy="373380"/>
          </a:xfrm>
        </p:grpSpPr>
        <p:sp>
          <p:nvSpPr>
            <p:cNvPr id="66" name="Weave text 152: 알게"/>
            <p:cNvSpPr txBox="1"/>
            <p:nvPr/>
          </p:nvSpPr>
          <p:spPr>
            <a:xfrm>
              <a:off x="3429000" y="2386012"/>
              <a:ext cx="411212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알게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7" name="Weave text 152:  "/>
            <p:cNvSpPr txBox="1"/>
            <p:nvPr/>
          </p:nvSpPr>
          <p:spPr>
            <a:xfrm>
              <a:off x="3801963" y="2386012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68" name="Weave text 152: 됩니다"/>
            <p:cNvSpPr txBox="1"/>
            <p:nvPr/>
          </p:nvSpPr>
          <p:spPr>
            <a:xfrm>
              <a:off x="3851523" y="2386012"/>
              <a:ext cx="597694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됩니다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69" name="Weave text 152: ."/>
            <p:cNvSpPr txBox="1"/>
            <p:nvPr/>
          </p:nvSpPr>
          <p:spPr>
            <a:xfrm>
              <a:off x="4410968" y="2386012"/>
              <a:ext cx="95548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.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70" name="Line 153: 두 번째 단서"/>
          <p:cNvGrpSpPr/>
          <p:nvPr/>
        </p:nvGrpSpPr>
        <p:grpSpPr>
          <a:xfrm>
            <a:off x="619125" y="4238625"/>
            <a:ext cx="774204" cy="236220"/>
            <a:chOff x="619125" y="4238625"/>
            <a:chExt cx="774204" cy="236220"/>
          </a:xfrm>
        </p:grpSpPr>
        <p:sp>
          <p:nvSpPr>
            <p:cNvPr id="71" name="Weave text 153: 두"/>
            <p:cNvSpPr txBox="1"/>
            <p:nvPr/>
          </p:nvSpPr>
          <p:spPr>
            <a:xfrm>
              <a:off x="619125" y="4238625"/>
              <a:ext cx="16698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두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2" name="Weave text 153:  "/>
            <p:cNvSpPr txBox="1"/>
            <p:nvPr/>
          </p:nvSpPr>
          <p:spPr>
            <a:xfrm>
              <a:off x="747861" y="4238625"/>
              <a:ext cx="84237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75" b="0" i="0" spc="117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73" name="Weave text 153: 번째"/>
            <p:cNvSpPr txBox="1"/>
            <p:nvPr/>
          </p:nvSpPr>
          <p:spPr>
            <a:xfrm>
              <a:off x="793849" y="4238625"/>
              <a:ext cx="295870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번째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4" name="Weave text 153:  "/>
            <p:cNvSpPr txBox="1"/>
            <p:nvPr/>
          </p:nvSpPr>
          <p:spPr>
            <a:xfrm>
              <a:off x="1051471" y="4238625"/>
              <a:ext cx="84237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75" b="0" i="0" spc="117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75" name="Weave text 153: 단서"/>
            <p:cNvSpPr txBox="1"/>
            <p:nvPr/>
          </p:nvSpPr>
          <p:spPr>
            <a:xfrm>
              <a:off x="1097459" y="4238625"/>
              <a:ext cx="295870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117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단서</a:t>
              </a:r>
              <a:endParaRPr sz="975" b="0" i="0" spc="117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76" name="Line 154: 사진에 남아 있던"/>
          <p:cNvGrpSpPr/>
          <p:nvPr/>
        </p:nvGrpSpPr>
        <p:grpSpPr>
          <a:xfrm>
            <a:off x="619125" y="4543425"/>
            <a:ext cx="1442889" cy="373380"/>
            <a:chOff x="619125" y="4543425"/>
            <a:chExt cx="1442889" cy="373380"/>
          </a:xfrm>
        </p:grpSpPr>
        <p:sp>
          <p:nvSpPr>
            <p:cNvPr id="77" name="Weave text 154: 사진에"/>
            <p:cNvSpPr txBox="1"/>
            <p:nvPr/>
          </p:nvSpPr>
          <p:spPr>
            <a:xfrm>
              <a:off x="619125" y="4543425"/>
              <a:ext cx="597694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사진에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78" name="Weave text 154:  "/>
            <p:cNvSpPr txBox="1"/>
            <p:nvPr/>
          </p:nvSpPr>
          <p:spPr>
            <a:xfrm>
              <a:off x="1178570" y="4543425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79" name="Weave text 154: 남아"/>
            <p:cNvSpPr txBox="1"/>
            <p:nvPr/>
          </p:nvSpPr>
          <p:spPr>
            <a:xfrm>
              <a:off x="1228130" y="4543425"/>
              <a:ext cx="411212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남아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80" name="Weave text 154:  "/>
            <p:cNvSpPr txBox="1"/>
            <p:nvPr/>
          </p:nvSpPr>
          <p:spPr>
            <a:xfrm>
              <a:off x="1601093" y="4543425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81" name="Weave text 154: 있던"/>
            <p:cNvSpPr txBox="1"/>
            <p:nvPr/>
          </p:nvSpPr>
          <p:spPr>
            <a:xfrm>
              <a:off x="1650653" y="4543425"/>
              <a:ext cx="411361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있던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82" name="Line 155: 이름을 읽습니다."/>
          <p:cNvGrpSpPr/>
          <p:nvPr/>
        </p:nvGrpSpPr>
        <p:grpSpPr>
          <a:xfrm>
            <a:off x="619125" y="4857750"/>
            <a:ext cx="1450479" cy="373380"/>
            <a:chOff x="619125" y="4857750"/>
            <a:chExt cx="1450479" cy="373380"/>
          </a:xfrm>
        </p:grpSpPr>
        <p:sp>
          <p:nvSpPr>
            <p:cNvPr id="83" name="Weave text 155: 이름을"/>
            <p:cNvSpPr txBox="1"/>
            <p:nvPr/>
          </p:nvSpPr>
          <p:spPr>
            <a:xfrm>
              <a:off x="619125" y="4857750"/>
              <a:ext cx="597694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이름을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84" name="Weave text 155:  "/>
            <p:cNvSpPr txBox="1"/>
            <p:nvPr/>
          </p:nvSpPr>
          <p:spPr>
            <a:xfrm>
              <a:off x="1178570" y="4857750"/>
              <a:ext cx="8780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85" name="Weave text 155: 읽습니다"/>
            <p:cNvSpPr txBox="1"/>
            <p:nvPr/>
          </p:nvSpPr>
          <p:spPr>
            <a:xfrm>
              <a:off x="1228130" y="4857750"/>
              <a:ext cx="784324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읽습니다</a:t>
              </a:r>
              <a:endParaRPr sz="1650" b="0" i="0" spc="-50" kern="0" lang="ko-KR" altLang="en-US" dirty="0">
                <a:solidFill>
                  <a:srgbClr val="F7F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86" name="Weave text 155: ."/>
            <p:cNvSpPr txBox="1"/>
            <p:nvPr/>
          </p:nvSpPr>
          <p:spPr>
            <a:xfrm>
              <a:off x="1974205" y="4857750"/>
              <a:ext cx="95399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650" b="0" i="0" spc="-5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.</a:t>
              </a:r>
              <a:endParaRPr sz="1650" b="0" i="0" spc="-5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87" name="Line 156: 갤러리 · 같은 날의 와인 사진"/>
          <p:cNvGrpSpPr/>
          <p:nvPr/>
        </p:nvGrpSpPr>
        <p:grpSpPr>
          <a:xfrm>
            <a:off x="3448050" y="4119562"/>
            <a:ext cx="1613595" cy="251460"/>
            <a:chOff x="3448050" y="4119562"/>
            <a:chExt cx="1613595" cy="251460"/>
          </a:xfrm>
        </p:grpSpPr>
        <p:sp>
          <p:nvSpPr>
            <p:cNvPr id="88" name="Weave text 156: 갤러리"/>
            <p:cNvSpPr txBox="1"/>
            <p:nvPr/>
          </p:nvSpPr>
          <p:spPr>
            <a:xfrm>
              <a:off x="3448050" y="4119562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갤러리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9" name="Weave text 156:  · "/>
            <p:cNvSpPr txBox="1"/>
            <p:nvPr/>
          </p:nvSpPr>
          <p:spPr>
            <a:xfrm>
              <a:off x="3815953" y="4119562"/>
              <a:ext cx="151805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0" name="Weave text 156: 같은"/>
            <p:cNvSpPr txBox="1"/>
            <p:nvPr/>
          </p:nvSpPr>
          <p:spPr>
            <a:xfrm>
              <a:off x="3929509" y="4119562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같은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1" name="Weave text 156:  "/>
            <p:cNvSpPr txBox="1"/>
            <p:nvPr/>
          </p:nvSpPr>
          <p:spPr>
            <a:xfrm>
              <a:off x="4174778" y="4119562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2" name="Weave text 156: 날의"/>
            <p:cNvSpPr txBox="1"/>
            <p:nvPr/>
          </p:nvSpPr>
          <p:spPr>
            <a:xfrm>
              <a:off x="4212282" y="4119562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날의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3" name="Weave text 156:  "/>
            <p:cNvSpPr txBox="1"/>
            <p:nvPr/>
          </p:nvSpPr>
          <p:spPr>
            <a:xfrm>
              <a:off x="4457700" y="4119562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4" name="Weave text 156: 와인"/>
            <p:cNvSpPr txBox="1"/>
            <p:nvPr/>
          </p:nvSpPr>
          <p:spPr>
            <a:xfrm>
              <a:off x="4495205" y="4119562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와인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5" name="Weave text 156:  "/>
            <p:cNvSpPr txBox="1"/>
            <p:nvPr/>
          </p:nvSpPr>
          <p:spPr>
            <a:xfrm>
              <a:off x="4740473" y="4119562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6" name="Weave text 156: 사진"/>
            <p:cNvSpPr txBox="1"/>
            <p:nvPr/>
          </p:nvSpPr>
          <p:spPr>
            <a:xfrm>
              <a:off x="4777978" y="4119562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8A2FF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050" b="0" i="0" spc="0" kern="0" lang="ko-KR" altLang="en-US" dirty="0">
                <a:solidFill>
                  <a:srgbClr val="B8A2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7" name="Line 157: 사진 속 라벨에서 읽은 이름"/>
          <p:cNvGrpSpPr/>
          <p:nvPr/>
        </p:nvGrpSpPr>
        <p:grpSpPr>
          <a:xfrm>
            <a:off x="3622328" y="4600575"/>
            <a:ext cx="1508820" cy="205740"/>
            <a:chOff x="3622328" y="4600575"/>
            <a:chExt cx="1508820" cy="205740"/>
          </a:xfrm>
        </p:grpSpPr>
        <p:sp>
          <p:nvSpPr>
            <p:cNvPr id="98" name="Weave text 157: 사진"/>
            <p:cNvSpPr txBox="1"/>
            <p:nvPr/>
          </p:nvSpPr>
          <p:spPr>
            <a:xfrm>
              <a:off x="3622328" y="4600575"/>
              <a:ext cx="270718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rPr>
                <a:t xml:space="preserve">사진</a:t>
              </a:r>
              <a:endParaRPr sz="825" b="0" i="0" spc="157" kern="0" lang="ko-KR" altLang="en-US" dirty="0">
                <a:solidFill>
                  <a:srgbClr val="34322B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99" name="Weave text 157:  "/>
            <p:cNvSpPr txBox="1"/>
            <p:nvPr/>
          </p:nvSpPr>
          <p:spPr>
            <a:xfrm>
              <a:off x="3854797" y="4600575"/>
              <a:ext cx="8617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825" b="0" i="0" spc="157" kern="0" lang="ko-KR" altLang="en-US" dirty="0">
                <a:solidFill>
                  <a:srgbClr val="34322B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0" name="Weave text 157: 속"/>
            <p:cNvSpPr txBox="1"/>
            <p:nvPr/>
          </p:nvSpPr>
          <p:spPr>
            <a:xfrm>
              <a:off x="3902720" y="4600575"/>
              <a:ext cx="15448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rPr>
                <a:t xml:space="preserve">속</a:t>
              </a:r>
              <a:endParaRPr sz="825" b="0" i="0" spc="157" kern="0" lang="ko-KR" altLang="en-US" dirty="0">
                <a:solidFill>
                  <a:srgbClr val="34322B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1" name="Weave text 157:  "/>
            <p:cNvSpPr txBox="1"/>
            <p:nvPr/>
          </p:nvSpPr>
          <p:spPr>
            <a:xfrm>
              <a:off x="4018955" y="4600575"/>
              <a:ext cx="8617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825" b="0" i="0" spc="157" kern="0" lang="ko-KR" altLang="en-US" dirty="0">
                <a:solidFill>
                  <a:srgbClr val="34322B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2" name="Weave text 157: 라벨에서"/>
            <p:cNvSpPr txBox="1"/>
            <p:nvPr/>
          </p:nvSpPr>
          <p:spPr>
            <a:xfrm>
              <a:off x="4066877" y="4600575"/>
              <a:ext cx="503337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rPr>
                <a:t xml:space="preserve">라벨에서</a:t>
              </a:r>
              <a:endParaRPr sz="825" b="0" i="0" spc="157" kern="0" lang="ko-KR" altLang="en-US" dirty="0">
                <a:solidFill>
                  <a:srgbClr val="34322B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3" name="Weave text 157:  "/>
            <p:cNvSpPr txBox="1"/>
            <p:nvPr/>
          </p:nvSpPr>
          <p:spPr>
            <a:xfrm>
              <a:off x="4531965" y="4600575"/>
              <a:ext cx="8617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825" b="0" i="0" spc="157" kern="0" lang="ko-KR" altLang="en-US" dirty="0">
                <a:solidFill>
                  <a:srgbClr val="34322B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4" name="Weave text 157: 읽은"/>
            <p:cNvSpPr txBox="1"/>
            <p:nvPr/>
          </p:nvSpPr>
          <p:spPr>
            <a:xfrm>
              <a:off x="4579888" y="4600575"/>
              <a:ext cx="270867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읽은</a:t>
              </a:r>
              <a:endParaRPr sz="825" b="0" i="0" spc="157" kern="0" lang="ko-KR" altLang="en-US" dirty="0">
                <a:solidFill>
                  <a:srgbClr val="34322B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5" name="Weave text 157:  "/>
            <p:cNvSpPr txBox="1"/>
            <p:nvPr/>
          </p:nvSpPr>
          <p:spPr>
            <a:xfrm>
              <a:off x="4812506" y="4600575"/>
              <a:ext cx="86023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825" b="0" i="0" spc="157" kern="0" lang="ko-KR" altLang="en-US" dirty="0">
                <a:solidFill>
                  <a:srgbClr val="34322B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6" name="Weave text 157: 이름"/>
            <p:cNvSpPr txBox="1"/>
            <p:nvPr/>
          </p:nvSpPr>
          <p:spPr>
            <a:xfrm>
              <a:off x="4860280" y="4600575"/>
              <a:ext cx="270867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825" b="0" i="0" spc="157" kern="0" lang="ko-KR" altLang="en-US" dirty="0">
                  <a:solidFill>
                    <a:srgbClr val="34322B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이름</a:t>
              </a:r>
              <a:endParaRPr sz="825" b="0" i="0" spc="157" kern="0" lang="ko-KR" altLang="en-US" dirty="0">
                <a:solidFill>
                  <a:srgbClr val="34322B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07" name="Line 158: BABICH"/>
          <p:cNvGrpSpPr/>
          <p:nvPr/>
        </p:nvGrpSpPr>
        <p:grpSpPr>
          <a:xfrm>
            <a:off x="3725019" y="4786312"/>
            <a:ext cx="1303437" cy="510540"/>
            <a:chOff x="3725019" y="4786312"/>
            <a:chExt cx="1303437" cy="510540"/>
          </a:xfrm>
        </p:grpSpPr>
        <p:sp>
          <p:nvSpPr>
            <p:cNvPr id="108" name="Weave text 158: BABICH"/>
            <p:cNvSpPr txBox="1"/>
            <p:nvPr/>
          </p:nvSpPr>
          <p:spPr>
            <a:xfrm>
              <a:off x="3725019" y="4786312"/>
              <a:ext cx="1303437" cy="3953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325" b="0" i="0" spc="186" kern="0" lang="ko-KR" altLang="en-US" dirty="0">
                  <a:solidFill>
                    <a:srgbClr val="34322B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325" b="0" i="0" spc="186" kern="0" lang="ko-KR" altLang="en-US" dirty="0">
                  <a:solidFill>
                    <a:srgbClr val="34322B"/>
                  </a:solidFill>
                  <a:latin typeface="Inter SemiBold"/>
                  <a:ea typeface="Inter SemiBold"/>
                  <a:cs typeface="Inter SemiBold"/>
                </a:rPr>
                <a:t xml:space="preserve">BABICH</a:t>
              </a:r>
              <a:endParaRPr sz="2325" b="0" i="0" spc="186" kern="0" lang="ko-KR" altLang="en-US" dirty="0">
                <a:solidFill>
                  <a:srgbClr val="34322B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09" name="Line 159: SAUVIGNON BLANC"/>
          <p:cNvGrpSpPr/>
          <p:nvPr/>
        </p:nvGrpSpPr>
        <p:grpSpPr>
          <a:xfrm>
            <a:off x="3663702" y="5215830"/>
            <a:ext cx="1425922" cy="236220"/>
            <a:chOff x="3663702" y="5215830"/>
            <a:chExt cx="1425922" cy="236220"/>
          </a:xfrm>
        </p:grpSpPr>
        <p:sp>
          <p:nvSpPr>
            <p:cNvPr id="110" name="Weave text 159: SAUVIGNON BLANC"/>
            <p:cNvSpPr txBox="1"/>
            <p:nvPr/>
          </p:nvSpPr>
          <p:spPr>
            <a:xfrm>
              <a:off x="3663702" y="5215830"/>
              <a:ext cx="1425922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98" kern="0" lang="ko-KR" altLang="en-US" dirty="0">
                  <a:solidFill>
                    <a:srgbClr val="34322B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98" kern="0" lang="ko-KR" altLang="en-US" dirty="0">
                  <a:solidFill>
                    <a:srgbClr val="34322B"/>
                  </a:solidFill>
                  <a:latin typeface="Inter"/>
                  <a:ea typeface="Inter"/>
                  <a:cs typeface="Inter"/>
                </a:rPr>
                <a:t xml:space="preserve">SAUVIGNON BLANC</a:t>
              </a:r>
              <a:endParaRPr sz="975" b="0" i="0" spc="98" kern="0" lang="ko-KR" altLang="en-US" dirty="0">
                <a:solidFill>
                  <a:srgbClr val="34322B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11" name="Line 160: 라벨 인식 영역을 재구성한 화면"/>
          <p:cNvGrpSpPr/>
          <p:nvPr/>
        </p:nvGrpSpPr>
        <p:grpSpPr>
          <a:xfrm>
            <a:off x="3672185" y="5629275"/>
            <a:ext cx="1409105" cy="205740"/>
            <a:chOff x="3672185" y="5629275"/>
            <a:chExt cx="1409105" cy="205740"/>
          </a:xfrm>
        </p:grpSpPr>
        <p:sp>
          <p:nvSpPr>
            <p:cNvPr id="112" name="Weave text 160: 라벨"/>
            <p:cNvSpPr txBox="1"/>
            <p:nvPr/>
          </p:nvSpPr>
          <p:spPr>
            <a:xfrm>
              <a:off x="3672185" y="5629275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라벨</a:t>
              </a:r>
              <a:endParaRPr sz="82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3" name="Weave text 160:  "/>
            <p:cNvSpPr txBox="1"/>
            <p:nvPr/>
          </p:nvSpPr>
          <p:spPr>
            <a:xfrm>
              <a:off x="3864918" y="5629275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4" name="Weave text 160: 인식"/>
            <p:cNvSpPr txBox="1"/>
            <p:nvPr/>
          </p:nvSpPr>
          <p:spPr>
            <a:xfrm>
              <a:off x="3894386" y="5629275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인식</a:t>
              </a:r>
              <a:endParaRPr sz="82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5" name="Weave text 160:  "/>
            <p:cNvSpPr txBox="1"/>
            <p:nvPr/>
          </p:nvSpPr>
          <p:spPr>
            <a:xfrm>
              <a:off x="4087118" y="5629275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6" name="Weave text 160: 영역을"/>
            <p:cNvSpPr txBox="1"/>
            <p:nvPr/>
          </p:nvSpPr>
          <p:spPr>
            <a:xfrm>
              <a:off x="4116586" y="5629275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영역을</a:t>
              </a:r>
              <a:endParaRPr sz="82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7" name="Weave text 160:  "/>
            <p:cNvSpPr txBox="1"/>
            <p:nvPr/>
          </p:nvSpPr>
          <p:spPr>
            <a:xfrm>
              <a:off x="4405759" y="5629275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8" name="Weave text 160: 재구성한"/>
            <p:cNvSpPr txBox="1"/>
            <p:nvPr/>
          </p:nvSpPr>
          <p:spPr>
            <a:xfrm>
              <a:off x="4435227" y="5629275"/>
              <a:ext cx="42386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재구성한</a:t>
              </a:r>
              <a:endParaRPr sz="82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9" name="Weave text 160:  "/>
            <p:cNvSpPr txBox="1"/>
            <p:nvPr/>
          </p:nvSpPr>
          <p:spPr>
            <a:xfrm>
              <a:off x="4820841" y="5629275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0" name="Weave text 160: 화면"/>
            <p:cNvSpPr txBox="1"/>
            <p:nvPr/>
          </p:nvSpPr>
          <p:spPr>
            <a:xfrm>
              <a:off x="4850309" y="5629275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화면</a:t>
              </a:r>
              <a:endParaRPr sz="82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1" name="Line 161: Google"/>
          <p:cNvGrpSpPr/>
          <p:nvPr/>
        </p:nvGrpSpPr>
        <p:grpSpPr>
          <a:xfrm>
            <a:off x="7153275" y="2009775"/>
            <a:ext cx="648742" cy="342900"/>
            <a:chOff x="7153275" y="2009775"/>
            <a:chExt cx="648742" cy="342900"/>
          </a:xfrm>
        </p:grpSpPr>
        <p:sp>
          <p:nvSpPr>
            <p:cNvPr id="122" name="Weave text 161: Google"/>
            <p:cNvSpPr txBox="1"/>
            <p:nvPr/>
          </p:nvSpPr>
          <p:spPr>
            <a:xfrm>
              <a:off x="7153275" y="2009775"/>
              <a:ext cx="648742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00" b="0" i="0" spc="-6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Google</a:t>
              </a:r>
              <a:endParaRPr sz="1500" b="0" i="0" spc="-6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23" name="Line 162: 검색 화면 유지"/>
          <p:cNvGrpSpPr/>
          <p:nvPr/>
        </p:nvGrpSpPr>
        <p:grpSpPr>
          <a:xfrm>
            <a:off x="10648950" y="2057400"/>
            <a:ext cx="733425" cy="220980"/>
            <a:chOff x="10648950" y="2057400"/>
            <a:chExt cx="733425" cy="220980"/>
          </a:xfrm>
        </p:grpSpPr>
        <p:sp>
          <p:nvSpPr>
            <p:cNvPr id="124" name="Weave text 162: 검색"/>
            <p:cNvSpPr txBox="1"/>
            <p:nvPr/>
          </p:nvSpPr>
          <p:spPr>
            <a:xfrm>
              <a:off x="10648950" y="20574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5" name="Weave text 162:  "/>
            <p:cNvSpPr txBox="1"/>
            <p:nvPr/>
          </p:nvSpPr>
          <p:spPr>
            <a:xfrm>
              <a:off x="10859244" y="205740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6" name="Weave text 162: 화면"/>
            <p:cNvSpPr txBox="1"/>
            <p:nvPr/>
          </p:nvSpPr>
          <p:spPr>
            <a:xfrm>
              <a:off x="10891391" y="20574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화면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7" name="Weave text 162:  "/>
            <p:cNvSpPr txBox="1"/>
            <p:nvPr/>
          </p:nvSpPr>
          <p:spPr>
            <a:xfrm>
              <a:off x="11101685" y="205740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8" name="Weave text 162: 유지"/>
            <p:cNvSpPr txBox="1"/>
            <p:nvPr/>
          </p:nvSpPr>
          <p:spPr>
            <a:xfrm>
              <a:off x="11133832" y="20574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유지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9" name="Line 163: 지은이네 집들이 때 마신 와인"/>
          <p:cNvGrpSpPr/>
          <p:nvPr/>
        </p:nvGrpSpPr>
        <p:grpSpPr>
          <a:xfrm>
            <a:off x="7629525" y="2516981"/>
            <a:ext cx="1930301" cy="297180"/>
            <a:chOff x="7629525" y="2516981"/>
            <a:chExt cx="1930301" cy="297180"/>
          </a:xfrm>
        </p:grpSpPr>
        <p:sp>
          <p:nvSpPr>
            <p:cNvPr id="130" name="Weave text 163: 지은이네"/>
            <p:cNvSpPr txBox="1"/>
            <p:nvPr/>
          </p:nvSpPr>
          <p:spPr>
            <a:xfrm>
              <a:off x="7629525" y="2516981"/>
              <a:ext cx="61466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지은이네</a:t>
              </a:r>
              <a:endParaRPr sz="1275" b="0" i="0" spc="-3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1" name="Weave text 163:  "/>
            <p:cNvSpPr txBox="1"/>
            <p:nvPr/>
          </p:nvSpPr>
          <p:spPr>
            <a:xfrm>
              <a:off x="8205936" y="2516981"/>
              <a:ext cx="7887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3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2" name="Weave text 163: 집들이"/>
            <p:cNvSpPr txBox="1"/>
            <p:nvPr/>
          </p:nvSpPr>
          <p:spPr>
            <a:xfrm>
              <a:off x="8246566" y="2516981"/>
              <a:ext cx="47059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집들이</a:t>
              </a:r>
              <a:endParaRPr sz="1275" b="0" i="0" spc="-3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3" name="Weave text 163:  "/>
            <p:cNvSpPr txBox="1"/>
            <p:nvPr/>
          </p:nvSpPr>
          <p:spPr>
            <a:xfrm>
              <a:off x="8678912" y="2516981"/>
              <a:ext cx="7887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3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4" name="Weave text 163: 때"/>
            <p:cNvSpPr txBox="1"/>
            <p:nvPr/>
          </p:nvSpPr>
          <p:spPr>
            <a:xfrm>
              <a:off x="8719542" y="2516981"/>
              <a:ext cx="18246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때</a:t>
              </a:r>
              <a:endParaRPr sz="1275" b="0" i="0" spc="-3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5" name="Weave text 163:  "/>
            <p:cNvSpPr txBox="1"/>
            <p:nvPr/>
          </p:nvSpPr>
          <p:spPr>
            <a:xfrm>
              <a:off x="8863757" y="2516981"/>
              <a:ext cx="7887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3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6" name="Weave text 163: 마신"/>
            <p:cNvSpPr txBox="1"/>
            <p:nvPr/>
          </p:nvSpPr>
          <p:spPr>
            <a:xfrm>
              <a:off x="8904387" y="2516981"/>
              <a:ext cx="326529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마신</a:t>
              </a:r>
              <a:endParaRPr sz="1275" b="0" i="0" spc="-3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7" name="Weave text 163:  "/>
            <p:cNvSpPr txBox="1"/>
            <p:nvPr/>
          </p:nvSpPr>
          <p:spPr>
            <a:xfrm>
              <a:off x="9192667" y="2516981"/>
              <a:ext cx="7887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-38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8" name="Weave text 163: 와인"/>
            <p:cNvSpPr txBox="1"/>
            <p:nvPr/>
          </p:nvSpPr>
          <p:spPr>
            <a:xfrm>
              <a:off x="9233297" y="2516981"/>
              <a:ext cx="326529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-38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와인</a:t>
              </a:r>
              <a:endParaRPr sz="1275" b="0" i="0" spc="-38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39" name="Line 164: Weave"/>
          <p:cNvGrpSpPr/>
          <p:nvPr/>
        </p:nvGrpSpPr>
        <p:grpSpPr>
          <a:xfrm>
            <a:off x="7534275" y="3133725"/>
            <a:ext cx="532656" cy="281940"/>
            <a:chOff x="7534275" y="3133725"/>
            <a:chExt cx="532656" cy="281940"/>
          </a:xfrm>
        </p:grpSpPr>
        <p:sp>
          <p:nvSpPr>
            <p:cNvPr id="140" name="Weave text 164: Weave"/>
            <p:cNvSpPr txBox="1"/>
            <p:nvPr/>
          </p:nvSpPr>
          <p:spPr>
            <a:xfrm>
              <a:off x="7534275" y="3133725"/>
              <a:ext cx="53265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Weave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141" name="Line 165: 버튼을 눌러 확인"/>
          <p:cNvGrpSpPr/>
          <p:nvPr/>
        </p:nvGrpSpPr>
        <p:grpSpPr>
          <a:xfrm>
            <a:off x="10505629" y="3145631"/>
            <a:ext cx="905321" cy="236220"/>
            <a:chOff x="10505629" y="3145631"/>
            <a:chExt cx="905321" cy="236220"/>
          </a:xfrm>
        </p:grpSpPr>
        <p:sp>
          <p:nvSpPr>
            <p:cNvPr id="142" name="Weave text 165: 버튼을"/>
            <p:cNvSpPr txBox="1"/>
            <p:nvPr/>
          </p:nvSpPr>
          <p:spPr>
            <a:xfrm>
              <a:off x="10505629" y="3145631"/>
              <a:ext cx="379958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버튼을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3" name="Weave text 165:  "/>
            <p:cNvSpPr txBox="1"/>
            <p:nvPr/>
          </p:nvSpPr>
          <p:spPr>
            <a:xfrm>
              <a:off x="10847338" y="314563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4" name="Weave text 165: 눌러"/>
            <p:cNvSpPr txBox="1"/>
            <p:nvPr/>
          </p:nvSpPr>
          <p:spPr>
            <a:xfrm>
              <a:off x="10882164" y="3145631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눌러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5" name="Weave text 165:  "/>
            <p:cNvSpPr txBox="1"/>
            <p:nvPr/>
          </p:nvSpPr>
          <p:spPr>
            <a:xfrm>
              <a:off x="11110020" y="3145631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6" name="Weave text 165: 확인"/>
            <p:cNvSpPr txBox="1"/>
            <p:nvPr/>
          </p:nvSpPr>
          <p:spPr>
            <a:xfrm>
              <a:off x="11144845" y="3145631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7" name="Line 166: 자동 완성 후보"/>
          <p:cNvGrpSpPr/>
          <p:nvPr/>
        </p:nvGrpSpPr>
        <p:grpSpPr>
          <a:xfrm>
            <a:off x="7315200" y="3667125"/>
            <a:ext cx="772418" cy="220980"/>
            <a:chOff x="7315200" y="3667125"/>
            <a:chExt cx="772418" cy="220980"/>
          </a:xfrm>
        </p:grpSpPr>
        <p:sp>
          <p:nvSpPr>
            <p:cNvPr id="148" name="Weave text 166: 자동"/>
            <p:cNvSpPr txBox="1"/>
            <p:nvPr/>
          </p:nvSpPr>
          <p:spPr>
            <a:xfrm>
              <a:off x="7315200" y="3667125"/>
              <a:ext cx="25985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자동</a:t>
              </a:r>
              <a:endParaRPr sz="900" b="0" i="0" spc="45" kern="0" lang="ko-KR" altLang="en-US" dirty="0">
                <a:solidFill>
                  <a:srgbClr val="C9BAF7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49" name="Weave text 166:  "/>
            <p:cNvSpPr txBox="1"/>
            <p:nvPr/>
          </p:nvSpPr>
          <p:spPr>
            <a:xfrm>
              <a:off x="7536805" y="3667125"/>
              <a:ext cx="72777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45" kern="0" lang="ko-KR" altLang="en-US" dirty="0">
                  <a:solidFill>
                    <a:srgbClr val="C9BAF7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45" kern="0" lang="ko-KR" altLang="en-US" dirty="0">
                  <a:solidFill>
                    <a:srgbClr val="C9BAF7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00" b="0" i="0" spc="45" kern="0" lang="ko-KR" altLang="en-US" dirty="0">
                <a:solidFill>
                  <a:srgbClr val="C9BAF7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0" name="Weave text 166: 완성"/>
            <p:cNvSpPr txBox="1"/>
            <p:nvPr/>
          </p:nvSpPr>
          <p:spPr>
            <a:xfrm>
              <a:off x="7571333" y="3667125"/>
              <a:ext cx="26000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완성</a:t>
              </a:r>
              <a:endParaRPr sz="900" b="0" i="0" spc="45" kern="0" lang="ko-KR" altLang="en-US" dirty="0">
                <a:solidFill>
                  <a:srgbClr val="C9BAF7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1" name="Weave text 166:  "/>
            <p:cNvSpPr txBox="1"/>
            <p:nvPr/>
          </p:nvSpPr>
          <p:spPr>
            <a:xfrm>
              <a:off x="7793087" y="3667125"/>
              <a:ext cx="72777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45" kern="0" lang="ko-KR" altLang="en-US" dirty="0">
                  <a:solidFill>
                    <a:srgbClr val="C9BAF7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45" kern="0" lang="ko-KR" altLang="en-US" dirty="0">
                  <a:solidFill>
                    <a:srgbClr val="C9BAF7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00" b="0" i="0" spc="45" kern="0" lang="ko-KR" altLang="en-US" dirty="0">
                <a:solidFill>
                  <a:srgbClr val="C9BAF7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2" name="Weave text 166: 후보"/>
            <p:cNvSpPr txBox="1"/>
            <p:nvPr/>
          </p:nvSpPr>
          <p:spPr>
            <a:xfrm>
              <a:off x="7827615" y="3667125"/>
              <a:ext cx="26000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00" b="0" i="0" spc="45" kern="0" lang="ko-KR" altLang="en-US" dirty="0">
                  <a:solidFill>
                    <a:srgbClr val="C9BAF7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후보</a:t>
              </a:r>
              <a:endParaRPr sz="900" b="0" i="0" spc="45" kern="0" lang="ko-KR" altLang="en-US" dirty="0">
                <a:solidFill>
                  <a:srgbClr val="C9BAF7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53" name="Line 167: 배비치 소비뇽 블랑"/>
          <p:cNvGrpSpPr/>
          <p:nvPr/>
        </p:nvGrpSpPr>
        <p:grpSpPr>
          <a:xfrm>
            <a:off x="7315200" y="3914775"/>
            <a:ext cx="2015430" cy="464820"/>
            <a:chOff x="7315200" y="3914775"/>
            <a:chExt cx="2015430" cy="464820"/>
          </a:xfrm>
        </p:grpSpPr>
        <p:sp>
          <p:nvSpPr>
            <p:cNvPr id="154" name="Weave text 167: 배비치"/>
            <p:cNvSpPr txBox="1"/>
            <p:nvPr/>
          </p:nvSpPr>
          <p:spPr>
            <a:xfrm>
              <a:off x="7315200" y="3914775"/>
              <a:ext cx="738336" cy="4242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배비치</a:t>
              </a:r>
              <a:endParaRPr sz="2100" b="0" i="0" spc="-94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5" name="Weave text 167:  "/>
            <p:cNvSpPr txBox="1"/>
            <p:nvPr/>
          </p:nvSpPr>
          <p:spPr>
            <a:xfrm>
              <a:off x="8015288" y="3914775"/>
              <a:ext cx="93315" cy="3607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00" b="0" i="0" spc="-94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00" b="0" i="0" spc="-94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100" b="0" i="0" spc="-94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6" name="Weave text 167: 소비뇽"/>
            <p:cNvSpPr txBox="1"/>
            <p:nvPr/>
          </p:nvSpPr>
          <p:spPr>
            <a:xfrm>
              <a:off x="8070354" y="3914775"/>
              <a:ext cx="738336" cy="4242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소비뇽</a:t>
              </a:r>
              <a:endParaRPr sz="2100" b="0" i="0" spc="-94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7" name="Weave text 167:  "/>
            <p:cNvSpPr txBox="1"/>
            <p:nvPr/>
          </p:nvSpPr>
          <p:spPr>
            <a:xfrm>
              <a:off x="8770441" y="3914775"/>
              <a:ext cx="93464" cy="3607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00" b="0" i="0" spc="-94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2100" b="0" i="0" spc="-94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2100" b="0" i="0" spc="-94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8" name="Weave text 167: 블랑"/>
            <p:cNvSpPr txBox="1"/>
            <p:nvPr/>
          </p:nvSpPr>
          <p:spPr>
            <a:xfrm>
              <a:off x="8825657" y="3914775"/>
              <a:ext cx="504974" cy="4242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2100" b="0" i="0" spc="-94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블랑</a:t>
              </a:r>
              <a:endParaRPr sz="2100" b="0" i="0" spc="-94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59" name="Line 168: 출처: ‘지은 집들이’ 일정 · 와인 라벨 사진"/>
          <p:cNvGrpSpPr/>
          <p:nvPr/>
        </p:nvGrpSpPr>
        <p:grpSpPr>
          <a:xfrm>
            <a:off x="7315200" y="4371975"/>
            <a:ext cx="2287339" cy="251460"/>
            <a:chOff x="7315200" y="4371975"/>
            <a:chExt cx="2287339" cy="251460"/>
          </a:xfrm>
        </p:grpSpPr>
        <p:sp>
          <p:nvSpPr>
            <p:cNvPr id="160" name="Weave text 168: 출처"/>
            <p:cNvSpPr txBox="1"/>
            <p:nvPr/>
          </p:nvSpPr>
          <p:spPr>
            <a:xfrm>
              <a:off x="7315200" y="437197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출처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168: : ‘"/>
            <p:cNvSpPr txBox="1"/>
            <p:nvPr/>
          </p:nvSpPr>
          <p:spPr>
            <a:xfrm>
              <a:off x="7560469" y="4371975"/>
              <a:ext cx="148977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: ‘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168: 지은"/>
            <p:cNvSpPr txBox="1"/>
            <p:nvPr/>
          </p:nvSpPr>
          <p:spPr>
            <a:xfrm>
              <a:off x="7671197" y="437197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지은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3" name="Weave text 168:  "/>
            <p:cNvSpPr txBox="1"/>
            <p:nvPr/>
          </p:nvSpPr>
          <p:spPr>
            <a:xfrm>
              <a:off x="7916614" y="437197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4" name="Weave text 168: 집들이"/>
            <p:cNvSpPr txBox="1"/>
            <p:nvPr/>
          </p:nvSpPr>
          <p:spPr>
            <a:xfrm>
              <a:off x="7954119" y="4371975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집들이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5" name="Weave text 168: ’ "/>
            <p:cNvSpPr txBox="1"/>
            <p:nvPr/>
          </p:nvSpPr>
          <p:spPr>
            <a:xfrm>
              <a:off x="8322022" y="4371975"/>
              <a:ext cx="110579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’ 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6" name="Weave text 168: 일정"/>
            <p:cNvSpPr txBox="1"/>
            <p:nvPr/>
          </p:nvSpPr>
          <p:spPr>
            <a:xfrm>
              <a:off x="8394353" y="437197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7" name="Weave text 168:  · "/>
            <p:cNvSpPr txBox="1"/>
            <p:nvPr/>
          </p:nvSpPr>
          <p:spPr>
            <a:xfrm>
              <a:off x="8639770" y="4371975"/>
              <a:ext cx="15165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8" name="Weave text 168: 와인"/>
            <p:cNvSpPr txBox="1"/>
            <p:nvPr/>
          </p:nvSpPr>
          <p:spPr>
            <a:xfrm>
              <a:off x="8753177" y="437197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와인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9" name="Weave text 168:  "/>
            <p:cNvSpPr txBox="1"/>
            <p:nvPr/>
          </p:nvSpPr>
          <p:spPr>
            <a:xfrm>
              <a:off x="8998446" y="437197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0" name="Weave text 168: 라벨"/>
            <p:cNvSpPr txBox="1"/>
            <p:nvPr/>
          </p:nvSpPr>
          <p:spPr>
            <a:xfrm>
              <a:off x="9035951" y="437197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라벨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1" name="Weave text 168:  "/>
            <p:cNvSpPr txBox="1"/>
            <p:nvPr/>
          </p:nvSpPr>
          <p:spPr>
            <a:xfrm>
              <a:off x="9281368" y="437197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2" name="Weave text 168: 사진"/>
            <p:cNvSpPr txBox="1"/>
            <p:nvPr/>
          </p:nvSpPr>
          <p:spPr>
            <a:xfrm>
              <a:off x="9318873" y="437197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05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73" name="Line 169: 연결한 기록 보기"/>
          <p:cNvGrpSpPr/>
          <p:nvPr/>
        </p:nvGrpSpPr>
        <p:grpSpPr>
          <a:xfrm>
            <a:off x="7315200" y="4748212"/>
            <a:ext cx="838498" cy="220980"/>
            <a:chOff x="7315200" y="4748212"/>
            <a:chExt cx="838498" cy="220980"/>
          </a:xfrm>
        </p:grpSpPr>
        <p:sp>
          <p:nvSpPr>
            <p:cNvPr id="174" name="Weave text 169: 연결한"/>
            <p:cNvSpPr txBox="1"/>
            <p:nvPr/>
          </p:nvSpPr>
          <p:spPr>
            <a:xfrm>
              <a:off x="7315200" y="4748212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연결한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5" name="Weave text 169:  "/>
            <p:cNvSpPr txBox="1"/>
            <p:nvPr/>
          </p:nvSpPr>
          <p:spPr>
            <a:xfrm>
              <a:off x="7630567" y="474821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6" name="Weave text 169: 기록"/>
            <p:cNvSpPr txBox="1"/>
            <p:nvPr/>
          </p:nvSpPr>
          <p:spPr>
            <a:xfrm>
              <a:off x="7662714" y="474821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7" name="Weave text 169:  "/>
            <p:cNvSpPr txBox="1"/>
            <p:nvPr/>
          </p:nvSpPr>
          <p:spPr>
            <a:xfrm>
              <a:off x="7873008" y="474821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8" name="Weave text 169: 보기"/>
            <p:cNvSpPr txBox="1"/>
            <p:nvPr/>
          </p:nvSpPr>
          <p:spPr>
            <a:xfrm>
              <a:off x="7905155" y="474821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보기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79" name="Line 170: 검색창에 넣기"/>
          <p:cNvGrpSpPr/>
          <p:nvPr/>
        </p:nvGrpSpPr>
        <p:grpSpPr>
          <a:xfrm>
            <a:off x="10279261" y="4743450"/>
            <a:ext cx="807839" cy="251460"/>
            <a:chOff x="10279261" y="4743450"/>
            <a:chExt cx="807839" cy="251460"/>
          </a:xfrm>
        </p:grpSpPr>
        <p:sp>
          <p:nvSpPr>
            <p:cNvPr id="180" name="Weave text 170: 검색창에"/>
            <p:cNvSpPr txBox="1"/>
            <p:nvPr/>
          </p:nvSpPr>
          <p:spPr>
            <a:xfrm>
              <a:off x="10279261" y="4743450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검색창에</a:t>
              </a:r>
              <a:endParaRPr sz="1050" b="0" i="0" spc="0" kern="0" lang="ko-KR" altLang="en-US" dirty="0">
                <a:solidFill>
                  <a:srgbClr val="241C3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81" name="Weave text 170:  "/>
            <p:cNvSpPr txBox="1"/>
            <p:nvPr/>
          </p:nvSpPr>
          <p:spPr>
            <a:xfrm>
              <a:off x="10769947" y="4743450"/>
              <a:ext cx="7188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050" b="0" i="0" spc="0" kern="0" lang="ko-KR" altLang="en-US" dirty="0">
                <a:solidFill>
                  <a:srgbClr val="241C3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2" name="Weave text 170: 넣기"/>
            <p:cNvSpPr txBox="1"/>
            <p:nvPr/>
          </p:nvSpPr>
          <p:spPr>
            <a:xfrm>
              <a:off x="10803582" y="4743450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넣기</a:t>
              </a:r>
              <a:endParaRPr sz="1050" b="0" i="0" spc="0" kern="0" lang="ko-KR" altLang="en-US" dirty="0">
                <a:solidFill>
                  <a:srgbClr val="241C3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83" name="Line 171: 한/영"/>
          <p:cNvGrpSpPr/>
          <p:nvPr/>
        </p:nvGrpSpPr>
        <p:grpSpPr>
          <a:xfrm>
            <a:off x="7149405" y="5548312"/>
            <a:ext cx="331589" cy="251460"/>
            <a:chOff x="7149405" y="5548312"/>
            <a:chExt cx="331589" cy="251460"/>
          </a:xfrm>
        </p:grpSpPr>
        <p:sp>
          <p:nvSpPr>
            <p:cNvPr id="184" name="Weave text 171: 한"/>
            <p:cNvSpPr txBox="1"/>
            <p:nvPr/>
          </p:nvSpPr>
          <p:spPr>
            <a:xfrm>
              <a:off x="7149405" y="5548312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rPr>
                <a:t xml:space="preserve">한</a:t>
              </a:r>
              <a:endParaRPr sz="1050" b="0" i="0" spc="0" kern="0" lang="ko-KR" altLang="en-US" dirty="0">
                <a:solidFill>
                  <a:srgbClr val="ADB8CA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5" name="Weave text 171: /"/>
            <p:cNvSpPr txBox="1"/>
            <p:nvPr/>
          </p:nvSpPr>
          <p:spPr>
            <a:xfrm>
              <a:off x="7272040" y="5548312"/>
              <a:ext cx="86320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rPr>
                <a:t xml:space="preserve">/</a:t>
              </a:r>
              <a:endParaRPr sz="1050" b="0" i="0" spc="0" kern="0" lang="ko-KR" altLang="en-US" dirty="0">
                <a:solidFill>
                  <a:srgbClr val="ADB8CA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6" name="Weave text 171: 영"/>
            <p:cNvSpPr txBox="1"/>
            <p:nvPr/>
          </p:nvSpPr>
          <p:spPr>
            <a:xfrm>
              <a:off x="7320111" y="5548312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rPr>
                <a:t xml:space="preserve">영</a:t>
              </a:r>
              <a:endParaRPr sz="1050" b="0" i="0" spc="0" kern="0" lang="ko-KR" altLang="en-US" dirty="0">
                <a:solidFill>
                  <a:srgbClr val="ADB8CA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87" name="Line 172: ,"/>
          <p:cNvGrpSpPr/>
          <p:nvPr/>
        </p:nvGrpSpPr>
        <p:grpSpPr>
          <a:xfrm>
            <a:off x="7676852" y="5548312"/>
            <a:ext cx="76646" cy="251460"/>
            <a:chOff x="7676852" y="5548312"/>
            <a:chExt cx="76646" cy="251460"/>
          </a:xfrm>
        </p:grpSpPr>
        <p:sp>
          <p:nvSpPr>
            <p:cNvPr id="188" name="Weave text 172: ,"/>
            <p:cNvSpPr txBox="1"/>
            <p:nvPr/>
          </p:nvSpPr>
          <p:spPr>
            <a:xfrm>
              <a:off x="7676852" y="5548312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050" b="0" i="0" spc="0" kern="0" lang="ko-KR" altLang="en-US" dirty="0">
                <a:solidFill>
                  <a:srgbClr val="ADB8CA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89" name="Line 173: 한국어"/>
          <p:cNvGrpSpPr/>
          <p:nvPr/>
        </p:nvGrpSpPr>
        <p:grpSpPr>
          <a:xfrm>
            <a:off x="8976717" y="5553075"/>
            <a:ext cx="353616" cy="220980"/>
            <a:chOff x="8976717" y="5553075"/>
            <a:chExt cx="353616" cy="220980"/>
          </a:xfrm>
        </p:grpSpPr>
        <p:sp>
          <p:nvSpPr>
            <p:cNvPr id="190" name="Weave text 173: 한국어"/>
            <p:cNvSpPr txBox="1"/>
            <p:nvPr/>
          </p:nvSpPr>
          <p:spPr>
            <a:xfrm>
              <a:off x="8976717" y="5553075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ADB8CA"/>
                  </a:solidFill>
                  <a:latin typeface="Noto Sans KR"/>
                  <a:ea typeface="Noto Sans KR"/>
                  <a:cs typeface="Noto Sans KR"/>
                </a:rPr>
                <a:t xml:space="preserve">한국어</a:t>
              </a:r>
              <a:endParaRPr sz="900" b="0" i="0" spc="0" kern="0" lang="ko-KR" altLang="en-US" dirty="0">
                <a:solidFill>
                  <a:srgbClr val="ADB8CA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91" name="Line 174: ."/>
          <p:cNvGrpSpPr/>
          <p:nvPr/>
        </p:nvGrpSpPr>
        <p:grpSpPr>
          <a:xfrm>
            <a:off x="10553402" y="5548312"/>
            <a:ext cx="76646" cy="251460"/>
            <a:chOff x="10553402" y="5548312"/>
            <a:chExt cx="76646" cy="251460"/>
          </a:xfrm>
        </p:grpSpPr>
        <p:sp>
          <p:nvSpPr>
            <p:cNvPr id="192" name="Weave text 174: ."/>
            <p:cNvSpPr txBox="1"/>
            <p:nvPr/>
          </p:nvSpPr>
          <p:spPr>
            <a:xfrm>
              <a:off x="10553402" y="5548312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ADB8CA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050" b="0" i="0" spc="0" kern="0" lang="ko-KR" altLang="en-US" dirty="0">
                <a:solidFill>
                  <a:srgbClr val="ADB8CA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93" name="Line 175: 검색"/>
          <p:cNvGrpSpPr/>
          <p:nvPr/>
        </p:nvGrpSpPr>
        <p:grpSpPr>
          <a:xfrm>
            <a:off x="10964317" y="5548312"/>
            <a:ext cx="283518" cy="251460"/>
            <a:chOff x="10964317" y="5548312"/>
            <a:chExt cx="283518" cy="251460"/>
          </a:xfrm>
        </p:grpSpPr>
        <p:sp>
          <p:nvSpPr>
            <p:cNvPr id="194" name="Weave text 175: 검색"/>
            <p:cNvSpPr txBox="1"/>
            <p:nvPr/>
          </p:nvSpPr>
          <p:spPr>
            <a:xfrm>
              <a:off x="10964317" y="5548312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DCD2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DCD2FF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050" b="0" i="0" spc="0" kern="0" lang="ko-KR" altLang="en-US" dirty="0">
                <a:solidFill>
                  <a:srgbClr val="DCD2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95" name="Line 176: 후보와 출처를 확인한 뒤 선택하면 입력됩니다. 작성 중인 내용은 임의로 "/>
          <p:cNvGrpSpPr/>
          <p:nvPr/>
        </p:nvGrpSpPr>
        <p:grpSpPr>
          <a:xfrm>
            <a:off x="609600" y="6162675"/>
            <a:ext cx="5495627" cy="281940"/>
            <a:chOff x="609600" y="6162675"/>
            <a:chExt cx="5495627" cy="281940"/>
          </a:xfrm>
        </p:grpSpPr>
        <p:sp>
          <p:nvSpPr>
            <p:cNvPr id="196" name="Weave text 176: 후보와"/>
            <p:cNvSpPr txBox="1"/>
            <p:nvPr/>
          </p:nvSpPr>
          <p:spPr>
            <a:xfrm>
              <a:off x="609600" y="6162675"/>
              <a:ext cx="44961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후보와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7" name="Weave text 176:  "/>
            <p:cNvSpPr txBox="1"/>
            <p:nvPr/>
          </p:nvSpPr>
          <p:spPr>
            <a:xfrm>
              <a:off x="1020961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8" name="Weave text 176: 출처를"/>
            <p:cNvSpPr txBox="1"/>
            <p:nvPr/>
          </p:nvSpPr>
          <p:spPr>
            <a:xfrm>
              <a:off x="1060847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출처를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9" name="Weave text 176:  "/>
            <p:cNvSpPr txBox="1"/>
            <p:nvPr/>
          </p:nvSpPr>
          <p:spPr>
            <a:xfrm>
              <a:off x="1472357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0" name="Weave text 176: 확인한"/>
            <p:cNvSpPr txBox="1"/>
            <p:nvPr/>
          </p:nvSpPr>
          <p:spPr>
            <a:xfrm>
              <a:off x="1512094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확인한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1" name="Weave text 176:  "/>
            <p:cNvSpPr txBox="1"/>
            <p:nvPr/>
          </p:nvSpPr>
          <p:spPr>
            <a:xfrm>
              <a:off x="1923604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2" name="Weave text 176: 뒤"/>
            <p:cNvSpPr txBox="1"/>
            <p:nvPr/>
          </p:nvSpPr>
          <p:spPr>
            <a:xfrm>
              <a:off x="1963341" y="6162675"/>
              <a:ext cx="17546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3" name="Weave text 176:  "/>
            <p:cNvSpPr txBox="1"/>
            <p:nvPr/>
          </p:nvSpPr>
          <p:spPr>
            <a:xfrm>
              <a:off x="2100560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4" name="Weave text 176: 선택하면"/>
            <p:cNvSpPr txBox="1"/>
            <p:nvPr/>
          </p:nvSpPr>
          <p:spPr>
            <a:xfrm>
              <a:off x="2140446" y="6162675"/>
              <a:ext cx="5868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선택하면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5" name="Weave text 176:  "/>
            <p:cNvSpPr txBox="1"/>
            <p:nvPr/>
          </p:nvSpPr>
          <p:spPr>
            <a:xfrm>
              <a:off x="2689027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6" name="Weave text 176: 입력됩니다"/>
            <p:cNvSpPr txBox="1"/>
            <p:nvPr/>
          </p:nvSpPr>
          <p:spPr>
            <a:xfrm>
              <a:off x="2728912" y="6162675"/>
              <a:ext cx="72404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입력됩니다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7" name="Weave text 176: . "/>
            <p:cNvSpPr txBox="1"/>
            <p:nvPr/>
          </p:nvSpPr>
          <p:spPr>
            <a:xfrm>
              <a:off x="3414712" y="6162675"/>
              <a:ext cx="118914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8" name="Weave text 176: 작성"/>
            <p:cNvSpPr txBox="1"/>
            <p:nvPr/>
          </p:nvSpPr>
          <p:spPr>
            <a:xfrm>
              <a:off x="3495377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작성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9" name="Weave text 176:  "/>
            <p:cNvSpPr txBox="1"/>
            <p:nvPr/>
          </p:nvSpPr>
          <p:spPr>
            <a:xfrm>
              <a:off x="3769668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0" name="Weave text 176: 중인"/>
            <p:cNvSpPr txBox="1"/>
            <p:nvPr/>
          </p:nvSpPr>
          <p:spPr>
            <a:xfrm>
              <a:off x="3809405" y="6162675"/>
              <a:ext cx="31268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중인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1" name="Weave text 176:  "/>
            <p:cNvSpPr txBox="1"/>
            <p:nvPr/>
          </p:nvSpPr>
          <p:spPr>
            <a:xfrm>
              <a:off x="4083844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2" name="Weave text 176: 내용은"/>
            <p:cNvSpPr txBox="1"/>
            <p:nvPr/>
          </p:nvSpPr>
          <p:spPr>
            <a:xfrm>
              <a:off x="4123581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내용은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176:  "/>
            <p:cNvSpPr txBox="1"/>
            <p:nvPr/>
          </p:nvSpPr>
          <p:spPr>
            <a:xfrm>
              <a:off x="4535091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176: 임의로"/>
            <p:cNvSpPr txBox="1"/>
            <p:nvPr/>
          </p:nvSpPr>
          <p:spPr>
            <a:xfrm>
              <a:off x="4574828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임의로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5" name="Weave text 176:  "/>
            <p:cNvSpPr txBox="1"/>
            <p:nvPr/>
          </p:nvSpPr>
          <p:spPr>
            <a:xfrm>
              <a:off x="4986338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6" name="Weave text 176: 바뀌지"/>
            <p:cNvSpPr txBox="1"/>
            <p:nvPr/>
          </p:nvSpPr>
          <p:spPr>
            <a:xfrm>
              <a:off x="5026223" y="6162675"/>
              <a:ext cx="44975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바뀌지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7" name="Weave text 176:  "/>
            <p:cNvSpPr txBox="1"/>
            <p:nvPr/>
          </p:nvSpPr>
          <p:spPr>
            <a:xfrm>
              <a:off x="5437733" y="6162675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8" name="Weave text 176: 않습니다"/>
            <p:cNvSpPr txBox="1"/>
            <p:nvPr/>
          </p:nvSpPr>
          <p:spPr>
            <a:xfrm>
              <a:off x="5477470" y="6162675"/>
              <a:ext cx="5868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않습니다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176: ."/>
            <p:cNvSpPr txBox="1"/>
            <p:nvPr/>
          </p:nvSpPr>
          <p:spPr>
            <a:xfrm>
              <a:off x="6026051" y="6162675"/>
              <a:ext cx="79177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0" name="Line 177: 06 / 11"/>
          <p:cNvGrpSpPr/>
          <p:nvPr/>
        </p:nvGrpSpPr>
        <p:grpSpPr>
          <a:xfrm>
            <a:off x="11215836" y="6496050"/>
            <a:ext cx="404664" cy="190500"/>
            <a:chOff x="11215836" y="6496050"/>
            <a:chExt cx="404664" cy="190500"/>
          </a:xfrm>
        </p:grpSpPr>
        <p:sp>
          <p:nvSpPr>
            <p:cNvPr id="221" name="Weave text 177: 06 / 11"/>
            <p:cNvSpPr txBox="1"/>
            <p:nvPr/>
          </p:nvSpPr>
          <p:spPr>
            <a:xfrm>
              <a:off x="11215836" y="6496050"/>
              <a:ext cx="404664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rPr>
                <a:t xml:space="preserve">06 / 11</a:t>
              </a:r>
              <a:endParaRPr sz="750" b="0" i="0" spc="90" kern="0" lang="ko-KR" altLang="en-US" dirty="0">
                <a:solidFill>
                  <a:srgbClr val="9CAAC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178: 07 / A MEMORY, RIGHT ON TIME"/>
          <p:cNvGrpSpPr/>
          <p:nvPr/>
        </p:nvGrpSpPr>
        <p:grpSpPr>
          <a:xfrm>
            <a:off x="609600" y="390525"/>
            <a:ext cx="2474119" cy="220980"/>
            <a:chOff x="609600" y="390525"/>
            <a:chExt cx="2474119" cy="220980"/>
          </a:xfrm>
        </p:grpSpPr>
        <p:sp>
          <p:nvSpPr>
            <p:cNvPr id="4" name="Weave text 178: 07 / A MEMORY, RIGHT ON TIME"/>
            <p:cNvSpPr txBox="1"/>
            <p:nvPr/>
          </p:nvSpPr>
          <p:spPr>
            <a:xfrm>
              <a:off x="609600" y="390525"/>
              <a:ext cx="247411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00" b="0" i="0" spc="18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07 / A MEMORY, RIGHT ON TIME</a:t>
              </a:r>
              <a:endParaRPr sz="900" b="0" i="0" spc="18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179: 잊고 있던 약속을, 필요한 순간 건넵니다."/>
          <p:cNvGrpSpPr/>
          <p:nvPr/>
        </p:nvGrpSpPr>
        <p:grpSpPr>
          <a:xfrm>
            <a:off x="609600" y="676275"/>
            <a:ext cx="6011019" cy="647700"/>
            <a:chOff x="609600" y="676275"/>
            <a:chExt cx="6011019" cy="647700"/>
          </a:xfrm>
        </p:grpSpPr>
        <p:sp>
          <p:nvSpPr>
            <p:cNvPr id="6" name="Weave text 179: 잊고"/>
            <p:cNvSpPr txBox="1"/>
            <p:nvPr/>
          </p:nvSpPr>
          <p:spPr>
            <a:xfrm>
              <a:off x="609600" y="676275"/>
              <a:ext cx="70872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잊고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179:  "/>
            <p:cNvSpPr txBox="1"/>
            <p:nvPr/>
          </p:nvSpPr>
          <p:spPr>
            <a:xfrm>
              <a:off x="1280071" y="676275"/>
              <a:ext cx="11906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179: 있던"/>
            <p:cNvSpPr txBox="1"/>
            <p:nvPr/>
          </p:nvSpPr>
          <p:spPr>
            <a:xfrm>
              <a:off x="1360884" y="676275"/>
              <a:ext cx="70872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있던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179:  "/>
            <p:cNvSpPr txBox="1"/>
            <p:nvPr/>
          </p:nvSpPr>
          <p:spPr>
            <a:xfrm>
              <a:off x="2031355" y="676275"/>
              <a:ext cx="119062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179: 약속을"/>
            <p:cNvSpPr txBox="1"/>
            <p:nvPr/>
          </p:nvSpPr>
          <p:spPr>
            <a:xfrm>
              <a:off x="2112169" y="676275"/>
              <a:ext cx="10440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약속을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179: , "/>
            <p:cNvSpPr txBox="1"/>
            <p:nvPr/>
          </p:nvSpPr>
          <p:spPr>
            <a:xfrm>
              <a:off x="3117949" y="676275"/>
              <a:ext cx="21743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179: 필요한"/>
            <p:cNvSpPr txBox="1"/>
            <p:nvPr/>
          </p:nvSpPr>
          <p:spPr>
            <a:xfrm>
              <a:off x="3297138" y="676275"/>
              <a:ext cx="10441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필요한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179:  "/>
            <p:cNvSpPr txBox="1"/>
            <p:nvPr/>
          </p:nvSpPr>
          <p:spPr>
            <a:xfrm>
              <a:off x="4303068" y="676275"/>
              <a:ext cx="118914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179: 순간"/>
            <p:cNvSpPr txBox="1"/>
            <p:nvPr/>
          </p:nvSpPr>
          <p:spPr>
            <a:xfrm>
              <a:off x="4383732" y="676275"/>
              <a:ext cx="70886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순간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179:  "/>
            <p:cNvSpPr txBox="1"/>
            <p:nvPr/>
          </p:nvSpPr>
          <p:spPr>
            <a:xfrm>
              <a:off x="5054352" y="676275"/>
              <a:ext cx="118914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" name="Weave text 179: 건넵니다"/>
            <p:cNvSpPr txBox="1"/>
            <p:nvPr/>
          </p:nvSpPr>
          <p:spPr>
            <a:xfrm>
              <a:off x="5135017" y="676275"/>
              <a:ext cx="137948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건넵니다</a:t>
              </a:r>
              <a:endParaRPr sz="3000" b="0" i="0" spc="-12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" name="Weave text 179: ."/>
            <p:cNvSpPr txBox="1"/>
            <p:nvPr/>
          </p:nvSpPr>
          <p:spPr>
            <a:xfrm>
              <a:off x="6476256" y="676275"/>
              <a:ext cx="14436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2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2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8" name="Line 180: 엄마에게 답장하는 지금, 2주 전의 약속이 현재 위치와 연결됩니다."/>
          <p:cNvGrpSpPr/>
          <p:nvPr/>
        </p:nvGrpSpPr>
        <p:grpSpPr>
          <a:xfrm>
            <a:off x="609600" y="1276350"/>
            <a:ext cx="4467820" cy="297180"/>
            <a:chOff x="609600" y="1276350"/>
            <a:chExt cx="4467820" cy="297180"/>
          </a:xfrm>
        </p:grpSpPr>
        <p:sp>
          <p:nvSpPr>
            <p:cNvPr id="19" name="Weave text 180: 엄마에게"/>
            <p:cNvSpPr txBox="1"/>
            <p:nvPr/>
          </p:nvSpPr>
          <p:spPr>
            <a:xfrm>
              <a:off x="609600" y="1276350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엄마에게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180:  "/>
            <p:cNvSpPr txBox="1"/>
            <p:nvPr/>
          </p:nvSpPr>
          <p:spPr>
            <a:xfrm>
              <a:off x="1205359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180: 답장하는"/>
            <p:cNvSpPr txBox="1"/>
            <p:nvPr/>
          </p:nvSpPr>
          <p:spPr>
            <a:xfrm>
              <a:off x="1250900" y="127635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답장하는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180:  "/>
            <p:cNvSpPr txBox="1"/>
            <p:nvPr/>
          </p:nvSpPr>
          <p:spPr>
            <a:xfrm>
              <a:off x="1846808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180: 지금"/>
            <p:cNvSpPr txBox="1"/>
            <p:nvPr/>
          </p:nvSpPr>
          <p:spPr>
            <a:xfrm>
              <a:off x="1892350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지금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180: , 2"/>
            <p:cNvSpPr txBox="1"/>
            <p:nvPr/>
          </p:nvSpPr>
          <p:spPr>
            <a:xfrm>
              <a:off x="2190304" y="1276350"/>
              <a:ext cx="229195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2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180: 주"/>
            <p:cNvSpPr txBox="1"/>
            <p:nvPr/>
          </p:nvSpPr>
          <p:spPr>
            <a:xfrm>
              <a:off x="2381250" y="1276350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180:  "/>
            <p:cNvSpPr txBox="1"/>
            <p:nvPr/>
          </p:nvSpPr>
          <p:spPr>
            <a:xfrm>
              <a:off x="2530227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180: 전의"/>
            <p:cNvSpPr txBox="1"/>
            <p:nvPr/>
          </p:nvSpPr>
          <p:spPr>
            <a:xfrm>
              <a:off x="2575768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전의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180:  "/>
            <p:cNvSpPr txBox="1"/>
            <p:nvPr/>
          </p:nvSpPr>
          <p:spPr>
            <a:xfrm>
              <a:off x="2873722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180: 약속이"/>
            <p:cNvSpPr txBox="1"/>
            <p:nvPr/>
          </p:nvSpPr>
          <p:spPr>
            <a:xfrm>
              <a:off x="2919264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약속이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180:  "/>
            <p:cNvSpPr txBox="1"/>
            <p:nvPr/>
          </p:nvSpPr>
          <p:spPr>
            <a:xfrm>
              <a:off x="3366195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" name="Weave text 180: 현재"/>
            <p:cNvSpPr txBox="1"/>
            <p:nvPr/>
          </p:nvSpPr>
          <p:spPr>
            <a:xfrm>
              <a:off x="3411736" y="127635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현재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" name="Weave text 180:  "/>
            <p:cNvSpPr txBox="1"/>
            <p:nvPr/>
          </p:nvSpPr>
          <p:spPr>
            <a:xfrm>
              <a:off x="3709690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" name="Weave text 180: 위치와"/>
            <p:cNvSpPr txBox="1"/>
            <p:nvPr/>
          </p:nvSpPr>
          <p:spPr>
            <a:xfrm>
              <a:off x="3755231" y="1276350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위치와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180:  "/>
            <p:cNvSpPr txBox="1"/>
            <p:nvPr/>
          </p:nvSpPr>
          <p:spPr>
            <a:xfrm>
              <a:off x="4202162" y="127635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180: 연결됩니다"/>
            <p:cNvSpPr txBox="1"/>
            <p:nvPr/>
          </p:nvSpPr>
          <p:spPr>
            <a:xfrm>
              <a:off x="4247704" y="1276350"/>
              <a:ext cx="782985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연결됩니다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180: ."/>
            <p:cNvSpPr txBox="1"/>
            <p:nvPr/>
          </p:nvSpPr>
          <p:spPr>
            <a:xfrm>
              <a:off x="4992439" y="1276350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7" name="Line 181: 2주 전 · 가족 단체방"/>
          <p:cNvGrpSpPr/>
          <p:nvPr/>
        </p:nvGrpSpPr>
        <p:grpSpPr>
          <a:xfrm>
            <a:off x="1257300" y="2300288"/>
            <a:ext cx="1322338" cy="281940"/>
            <a:chOff x="1257300" y="2300288"/>
            <a:chExt cx="1322338" cy="281940"/>
          </a:xfrm>
        </p:grpSpPr>
        <p:sp>
          <p:nvSpPr>
            <p:cNvPr id="38" name="Weave text 181: 2"/>
            <p:cNvSpPr txBox="1"/>
            <p:nvPr/>
          </p:nvSpPr>
          <p:spPr>
            <a:xfrm>
              <a:off x="1257300" y="2300288"/>
              <a:ext cx="1320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2</a:t>
              </a:r>
              <a:endParaRPr sz="12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39" name="Weave text 181: 주"/>
            <p:cNvSpPr txBox="1"/>
            <p:nvPr/>
          </p:nvSpPr>
          <p:spPr>
            <a:xfrm>
              <a:off x="1351211" y="2300288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주</a:t>
              </a:r>
              <a:endParaRPr sz="12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0" name="Weave text 181:  "/>
            <p:cNvSpPr txBox="1"/>
            <p:nvPr/>
          </p:nvSpPr>
          <p:spPr>
            <a:xfrm>
              <a:off x="1491407" y="2300288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1" name="Weave text 181: 전"/>
            <p:cNvSpPr txBox="1"/>
            <p:nvPr/>
          </p:nvSpPr>
          <p:spPr>
            <a:xfrm>
              <a:off x="1532037" y="2300288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전</a:t>
              </a:r>
              <a:endParaRPr sz="12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2" name="Weave text 181:  · "/>
            <p:cNvSpPr txBox="1"/>
            <p:nvPr/>
          </p:nvSpPr>
          <p:spPr>
            <a:xfrm>
              <a:off x="1672233" y="2300288"/>
              <a:ext cx="16564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· </a:t>
              </a:r>
              <a:endParaRPr sz="12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3" name="Weave text 181: 가족"/>
            <p:cNvSpPr txBox="1"/>
            <p:nvPr/>
          </p:nvSpPr>
          <p:spPr>
            <a:xfrm>
              <a:off x="1799630" y="230028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가족</a:t>
              </a:r>
              <a:endParaRPr sz="12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44" name="Weave text 181:  "/>
            <p:cNvSpPr txBox="1"/>
            <p:nvPr/>
          </p:nvSpPr>
          <p:spPr>
            <a:xfrm>
              <a:off x="2080022" y="2300288"/>
              <a:ext cx="78879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2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45" name="Weave text 181: 단체방"/>
            <p:cNvSpPr txBox="1"/>
            <p:nvPr/>
          </p:nvSpPr>
          <p:spPr>
            <a:xfrm>
              <a:off x="2120652" y="2300288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2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단체방</a:t>
              </a:r>
              <a:endParaRPr sz="12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46" name="Line 182: 엄마"/>
          <p:cNvGrpSpPr/>
          <p:nvPr/>
        </p:nvGrpSpPr>
        <p:grpSpPr>
          <a:xfrm>
            <a:off x="1009650" y="2743200"/>
            <a:ext cx="265956" cy="236220"/>
            <a:chOff x="1009650" y="2743200"/>
            <a:chExt cx="265956" cy="236220"/>
          </a:xfrm>
        </p:grpSpPr>
        <p:sp>
          <p:nvSpPr>
            <p:cNvPr id="47" name="Weave text 182: 엄마"/>
            <p:cNvSpPr txBox="1"/>
            <p:nvPr/>
          </p:nvSpPr>
          <p:spPr>
            <a:xfrm>
              <a:off x="1009650" y="2743200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엄마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8" name="Line 183: “이거 TV에서 봤어! 맛있겠다.”"/>
          <p:cNvGrpSpPr/>
          <p:nvPr/>
        </p:nvGrpSpPr>
        <p:grpSpPr>
          <a:xfrm>
            <a:off x="1009650" y="2967038"/>
            <a:ext cx="2229148" cy="312420"/>
            <a:chOff x="1009650" y="2967038"/>
            <a:chExt cx="2229148" cy="312420"/>
          </a:xfrm>
        </p:grpSpPr>
        <p:sp>
          <p:nvSpPr>
            <p:cNvPr id="49" name="Weave text 183: “"/>
            <p:cNvSpPr txBox="1"/>
            <p:nvPr/>
          </p:nvSpPr>
          <p:spPr>
            <a:xfrm>
              <a:off x="1009650" y="2967038"/>
              <a:ext cx="113705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“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0" name="Weave text 183: 이거"/>
            <p:cNvSpPr txBox="1"/>
            <p:nvPr/>
          </p:nvSpPr>
          <p:spPr>
            <a:xfrm>
              <a:off x="1085106" y="2967038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이거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1" name="Weave text 183:  TV"/>
            <p:cNvSpPr txBox="1"/>
            <p:nvPr/>
          </p:nvSpPr>
          <p:spPr>
            <a:xfrm>
              <a:off x="1400621" y="2967038"/>
              <a:ext cx="315367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TV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2" name="Weave text 183: 에서"/>
            <p:cNvSpPr txBox="1"/>
            <p:nvPr/>
          </p:nvSpPr>
          <p:spPr>
            <a:xfrm>
              <a:off x="1677739" y="2967038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에서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3" name="Weave text 183:  "/>
            <p:cNvSpPr txBox="1"/>
            <p:nvPr/>
          </p:nvSpPr>
          <p:spPr>
            <a:xfrm>
              <a:off x="1993255" y="2967038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4" name="Weave text 183: 봤어"/>
            <p:cNvSpPr txBox="1"/>
            <p:nvPr/>
          </p:nvSpPr>
          <p:spPr>
            <a:xfrm>
              <a:off x="2041475" y="2967038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봤어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5" name="Weave text 183: ! "/>
            <p:cNvSpPr txBox="1"/>
            <p:nvPr/>
          </p:nvSpPr>
          <p:spPr>
            <a:xfrm>
              <a:off x="2356842" y="2967038"/>
              <a:ext cx="13588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!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6" name="Weave text 183: 맛있겠다"/>
            <p:cNvSpPr txBox="1"/>
            <p:nvPr/>
          </p:nvSpPr>
          <p:spPr>
            <a:xfrm>
              <a:off x="2454473" y="2967038"/>
              <a:ext cx="669131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맛있겠다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7" name="Weave text 183: .”"/>
            <p:cNvSpPr txBox="1"/>
            <p:nvPr/>
          </p:nvSpPr>
          <p:spPr>
            <a:xfrm>
              <a:off x="3085356" y="2967038"/>
              <a:ext cx="153442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.”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8" name="Line 184: 나"/>
          <p:cNvGrpSpPr/>
          <p:nvPr/>
        </p:nvGrpSpPr>
        <p:grpSpPr>
          <a:xfrm>
            <a:off x="1009650" y="3357562"/>
            <a:ext cx="152102" cy="236220"/>
            <a:chOff x="1009650" y="3357562"/>
            <a:chExt cx="152102" cy="236220"/>
          </a:xfrm>
        </p:grpSpPr>
        <p:sp>
          <p:nvSpPr>
            <p:cNvPr id="59" name="Weave text 184: 나"/>
            <p:cNvSpPr txBox="1"/>
            <p:nvPr/>
          </p:nvSpPr>
          <p:spPr>
            <a:xfrm>
              <a:off x="1009650" y="3357562"/>
              <a:ext cx="152102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나</a:t>
              </a:r>
              <a:endParaRPr sz="9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0" name="Line 185: “성심당 무화과시루네."/>
          <p:cNvGrpSpPr/>
          <p:nvPr/>
        </p:nvGrpSpPr>
        <p:grpSpPr>
          <a:xfrm>
            <a:off x="1009650" y="3581400"/>
            <a:ext cx="1630859" cy="312420"/>
            <a:chOff x="1009650" y="3581400"/>
            <a:chExt cx="1630859" cy="312420"/>
          </a:xfrm>
        </p:grpSpPr>
        <p:sp>
          <p:nvSpPr>
            <p:cNvPr id="61" name="Weave text 185: “"/>
            <p:cNvSpPr txBox="1"/>
            <p:nvPr/>
          </p:nvSpPr>
          <p:spPr>
            <a:xfrm>
              <a:off x="1009650" y="3581400"/>
              <a:ext cx="113705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“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2" name="Weave text 185: 성심당"/>
            <p:cNvSpPr txBox="1"/>
            <p:nvPr/>
          </p:nvSpPr>
          <p:spPr>
            <a:xfrm>
              <a:off x="1085106" y="3581400"/>
              <a:ext cx="51137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성심당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3" name="Weave text 185:  "/>
            <p:cNvSpPr txBox="1"/>
            <p:nvPr/>
          </p:nvSpPr>
          <p:spPr>
            <a:xfrm>
              <a:off x="1558230" y="3581400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4" name="Weave text 185: 무화과시루네"/>
            <p:cNvSpPr txBox="1"/>
            <p:nvPr/>
          </p:nvSpPr>
          <p:spPr>
            <a:xfrm>
              <a:off x="1606451" y="3581400"/>
              <a:ext cx="984647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무화과시루네</a:t>
              </a:r>
              <a:endParaRPr sz="135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5" name="Weave text 185: ."/>
            <p:cNvSpPr txBox="1"/>
            <p:nvPr/>
          </p:nvSpPr>
          <p:spPr>
            <a:xfrm>
              <a:off x="2552849" y="3581400"/>
              <a:ext cx="876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66" name="Line 186: 다음에 대전 가면 사다줄게."/>
          <p:cNvGrpSpPr/>
          <p:nvPr/>
        </p:nvGrpSpPr>
        <p:grpSpPr>
          <a:xfrm>
            <a:off x="1009650" y="3838575"/>
            <a:ext cx="1957536" cy="312420"/>
            <a:chOff x="1009650" y="3838575"/>
            <a:chExt cx="1957536" cy="312420"/>
          </a:xfrm>
        </p:grpSpPr>
        <p:sp>
          <p:nvSpPr>
            <p:cNvPr id="67" name="Weave text 186: 다음에"/>
            <p:cNvSpPr txBox="1"/>
            <p:nvPr/>
          </p:nvSpPr>
          <p:spPr>
            <a:xfrm>
              <a:off x="1009650" y="3838575"/>
              <a:ext cx="51137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rPr>
                <a:t xml:space="preserve">다음에</a:t>
              </a:r>
              <a:endParaRPr sz="1350" b="0" i="0" spc="0" kern="0" lang="ko-KR" altLang="en-US" dirty="0">
                <a:solidFill>
                  <a:srgbClr val="D7C8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8" name="Weave text 186:  "/>
            <p:cNvSpPr txBox="1"/>
            <p:nvPr/>
          </p:nvSpPr>
          <p:spPr>
            <a:xfrm>
              <a:off x="1482775" y="383857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D7C8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9" name="Weave text 186: 대전"/>
            <p:cNvSpPr txBox="1"/>
            <p:nvPr/>
          </p:nvSpPr>
          <p:spPr>
            <a:xfrm>
              <a:off x="1530995" y="3838575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rPr>
                <a:t xml:space="preserve">대전</a:t>
              </a:r>
              <a:endParaRPr sz="1350" b="0" i="0" spc="0" kern="0" lang="ko-KR" altLang="en-US" dirty="0">
                <a:solidFill>
                  <a:srgbClr val="D7C8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0" name="Weave text 186:  "/>
            <p:cNvSpPr txBox="1"/>
            <p:nvPr/>
          </p:nvSpPr>
          <p:spPr>
            <a:xfrm>
              <a:off x="1846511" y="383857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D7C8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1" name="Weave text 186: 가면"/>
            <p:cNvSpPr txBox="1"/>
            <p:nvPr/>
          </p:nvSpPr>
          <p:spPr>
            <a:xfrm>
              <a:off x="1894731" y="3838575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rPr>
                <a:t xml:space="preserve">가면</a:t>
              </a:r>
              <a:endParaRPr sz="1350" b="0" i="0" spc="0" kern="0" lang="ko-KR" altLang="en-US" dirty="0">
                <a:solidFill>
                  <a:srgbClr val="D7C8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2" name="Weave text 186:  "/>
            <p:cNvSpPr txBox="1"/>
            <p:nvPr/>
          </p:nvSpPr>
          <p:spPr>
            <a:xfrm>
              <a:off x="2210098" y="3838575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D7C8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3" name="Weave text 186: 사다줄게"/>
            <p:cNvSpPr txBox="1"/>
            <p:nvPr/>
          </p:nvSpPr>
          <p:spPr>
            <a:xfrm>
              <a:off x="2258318" y="3838575"/>
              <a:ext cx="669280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Noto Sans KR"/>
                  <a:ea typeface="Noto Sans KR"/>
                  <a:cs typeface="Noto Sans KR"/>
                </a:rPr>
                <a:t xml:space="preserve">사다줄게</a:t>
              </a:r>
              <a:endParaRPr sz="1350" b="0" i="0" spc="0" kern="0" lang="ko-KR" altLang="en-US" dirty="0">
                <a:solidFill>
                  <a:srgbClr val="D7C8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4" name="Weave text 186: ."/>
            <p:cNvSpPr txBox="1"/>
            <p:nvPr/>
          </p:nvSpPr>
          <p:spPr>
            <a:xfrm>
              <a:off x="2889349" y="3838575"/>
              <a:ext cx="77837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D7C8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350" b="0" i="0" spc="0" kern="0" lang="ko-KR" altLang="en-US" dirty="0">
                <a:solidFill>
                  <a:srgbClr val="D7C8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75" name="Line 187: ”"/>
          <p:cNvGrpSpPr/>
          <p:nvPr/>
        </p:nvGrpSpPr>
        <p:grpSpPr>
          <a:xfrm>
            <a:off x="2929086" y="3838575"/>
            <a:ext cx="113705" cy="312420"/>
            <a:chOff x="2929086" y="3838575"/>
            <a:chExt cx="113705" cy="312420"/>
          </a:xfrm>
        </p:grpSpPr>
        <p:sp>
          <p:nvSpPr>
            <p:cNvPr id="76" name="Weave text 187: ”"/>
            <p:cNvSpPr txBox="1"/>
            <p:nvPr/>
          </p:nvSpPr>
          <p:spPr>
            <a:xfrm>
              <a:off x="2929086" y="3838575"/>
              <a:ext cx="113705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”</a:t>
              </a:r>
              <a:endParaRPr sz="135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77" name="Line 188: 현재 위치"/>
          <p:cNvGrpSpPr/>
          <p:nvPr/>
        </p:nvGrpSpPr>
        <p:grpSpPr>
          <a:xfrm>
            <a:off x="1466850" y="4950619"/>
            <a:ext cx="566440" cy="251460"/>
            <a:chOff x="1466850" y="4950619"/>
            <a:chExt cx="566440" cy="251460"/>
          </a:xfrm>
        </p:grpSpPr>
        <p:sp>
          <p:nvSpPr>
            <p:cNvPr id="78" name="Weave text 188: 현재"/>
            <p:cNvSpPr txBox="1"/>
            <p:nvPr/>
          </p:nvSpPr>
          <p:spPr>
            <a:xfrm>
              <a:off x="1466850" y="4950619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현재</a:t>
              </a:r>
              <a:endParaRPr sz="105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9" name="Weave text 188:  "/>
            <p:cNvSpPr txBox="1"/>
            <p:nvPr/>
          </p:nvSpPr>
          <p:spPr>
            <a:xfrm>
              <a:off x="1712119" y="4950619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0" name="Weave text 188: 위치"/>
            <p:cNvSpPr txBox="1"/>
            <p:nvPr/>
          </p:nvSpPr>
          <p:spPr>
            <a:xfrm>
              <a:off x="1749623" y="4950619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위치</a:t>
              </a:r>
              <a:endParaRPr sz="105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81" name="Line 189: 대전역 근처"/>
          <p:cNvGrpSpPr/>
          <p:nvPr/>
        </p:nvGrpSpPr>
        <p:grpSpPr>
          <a:xfrm>
            <a:off x="1466850" y="5198269"/>
            <a:ext cx="1061740" cy="388620"/>
            <a:chOff x="1466850" y="5198269"/>
            <a:chExt cx="1061740" cy="388620"/>
          </a:xfrm>
        </p:grpSpPr>
        <p:sp>
          <p:nvSpPr>
            <p:cNvPr id="82" name="Weave text 189: 대전역"/>
            <p:cNvSpPr txBox="1"/>
            <p:nvPr/>
          </p:nvSpPr>
          <p:spPr>
            <a:xfrm>
              <a:off x="1466850" y="5198269"/>
              <a:ext cx="623143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725" b="0" i="0" spc="-5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대전역</a:t>
              </a:r>
              <a:endParaRPr sz="1725" b="0" i="0" spc="-5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83" name="Weave text 189:  "/>
            <p:cNvSpPr txBox="1"/>
            <p:nvPr/>
          </p:nvSpPr>
          <p:spPr>
            <a:xfrm>
              <a:off x="2051745" y="5198269"/>
              <a:ext cx="86767" cy="303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725" b="0" i="0" spc="-5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725" b="0" i="0" spc="-5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4" name="Weave text 189: 근처"/>
            <p:cNvSpPr txBox="1"/>
            <p:nvPr/>
          </p:nvSpPr>
          <p:spPr>
            <a:xfrm>
              <a:off x="2100262" y="5198269"/>
              <a:ext cx="428327" cy="355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725" b="0" i="0" spc="-5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725" b="0" i="0" spc="-5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근처</a:t>
              </a:r>
              <a:endParaRPr sz="1725" b="0" i="0" spc="-5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85" name="Line 190: 기억을 꺼낼"/>
          <p:cNvGrpSpPr/>
          <p:nvPr/>
        </p:nvGrpSpPr>
        <p:grpSpPr>
          <a:xfrm>
            <a:off x="5200650" y="2886075"/>
            <a:ext cx="733425" cy="266700"/>
            <a:chOff x="5200650" y="2886075"/>
            <a:chExt cx="733425" cy="266700"/>
          </a:xfrm>
        </p:grpSpPr>
        <p:sp>
          <p:nvSpPr>
            <p:cNvPr id="86" name="Weave text 190: 기억을"/>
            <p:cNvSpPr txBox="1"/>
            <p:nvPr/>
          </p:nvSpPr>
          <p:spPr>
            <a:xfrm>
              <a:off x="5200650" y="2886075"/>
              <a:ext cx="432495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기억을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87" name="Weave text 190:  "/>
            <p:cNvSpPr txBox="1"/>
            <p:nvPr/>
          </p:nvSpPr>
          <p:spPr>
            <a:xfrm>
              <a:off x="5594896" y="2886075"/>
              <a:ext cx="76349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125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88" name="Weave text 190: 꺼낼"/>
            <p:cNvSpPr txBox="1"/>
            <p:nvPr/>
          </p:nvSpPr>
          <p:spPr>
            <a:xfrm>
              <a:off x="5632996" y="2886075"/>
              <a:ext cx="3010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꺼낼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89" name="Line 191: 순간"/>
          <p:cNvGrpSpPr/>
          <p:nvPr/>
        </p:nvGrpSpPr>
        <p:grpSpPr>
          <a:xfrm>
            <a:off x="5200650" y="3107531"/>
            <a:ext cx="301079" cy="266700"/>
            <a:chOff x="5200650" y="3107531"/>
            <a:chExt cx="301079" cy="266700"/>
          </a:xfrm>
        </p:grpSpPr>
        <p:sp>
          <p:nvSpPr>
            <p:cNvPr id="90" name="Weave text 191: 순간"/>
            <p:cNvSpPr txBox="1"/>
            <p:nvPr/>
          </p:nvSpPr>
          <p:spPr>
            <a:xfrm>
              <a:off x="5200650" y="3107531"/>
              <a:ext cx="3010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125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순간</a:t>
              </a:r>
              <a:endParaRPr sz="1125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91" name="Line 192: 엄마"/>
          <p:cNvGrpSpPr/>
          <p:nvPr/>
        </p:nvGrpSpPr>
        <p:grpSpPr>
          <a:xfrm>
            <a:off x="6772275" y="1928812"/>
            <a:ext cx="388739" cy="342900"/>
            <a:chOff x="6772275" y="1928812"/>
            <a:chExt cx="388739" cy="342900"/>
          </a:xfrm>
        </p:grpSpPr>
        <p:sp>
          <p:nvSpPr>
            <p:cNvPr id="92" name="Weave text 192: 엄마"/>
            <p:cNvSpPr txBox="1"/>
            <p:nvPr/>
          </p:nvSpPr>
          <p:spPr>
            <a:xfrm>
              <a:off x="6772275" y="1928812"/>
              <a:ext cx="388739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00" b="0" i="0" spc="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엄마</a:t>
              </a:r>
              <a:endParaRPr sz="1500" b="0" i="0" spc="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93" name="Line 193: 카카오톡 · 답장 작성 중"/>
          <p:cNvGrpSpPr/>
          <p:nvPr/>
        </p:nvGrpSpPr>
        <p:grpSpPr>
          <a:xfrm>
            <a:off x="10255300" y="1976438"/>
            <a:ext cx="1146125" cy="220980"/>
            <a:chOff x="10255300" y="1976438"/>
            <a:chExt cx="1146125" cy="220980"/>
          </a:xfrm>
        </p:grpSpPr>
        <p:sp>
          <p:nvSpPr>
            <p:cNvPr id="94" name="Weave text 193: 카카오톡"/>
            <p:cNvSpPr txBox="1"/>
            <p:nvPr/>
          </p:nvSpPr>
          <p:spPr>
            <a:xfrm>
              <a:off x="10255300" y="1976438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카카오톡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5" name="Weave text 193:  · "/>
            <p:cNvSpPr txBox="1"/>
            <p:nvPr/>
          </p:nvSpPr>
          <p:spPr>
            <a:xfrm>
              <a:off x="10675888" y="1976438"/>
              <a:ext cx="135434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6" name="Weave text 193: 답장"/>
            <p:cNvSpPr txBox="1"/>
            <p:nvPr/>
          </p:nvSpPr>
          <p:spPr>
            <a:xfrm>
              <a:off x="10773073" y="197643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답장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7" name="Weave text 193:  "/>
            <p:cNvSpPr txBox="1"/>
            <p:nvPr/>
          </p:nvSpPr>
          <p:spPr>
            <a:xfrm>
              <a:off x="10983367" y="197643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8" name="Weave text 193: 작성"/>
            <p:cNvSpPr txBox="1"/>
            <p:nvPr/>
          </p:nvSpPr>
          <p:spPr>
            <a:xfrm>
              <a:off x="11015514" y="1976438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작성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9" name="Weave text 193:  "/>
            <p:cNvSpPr txBox="1"/>
            <p:nvPr/>
          </p:nvSpPr>
          <p:spPr>
            <a:xfrm>
              <a:off x="11225808" y="1976438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0" name="Weave text 193: 중"/>
            <p:cNvSpPr txBox="1"/>
            <p:nvPr/>
          </p:nvSpPr>
          <p:spPr>
            <a:xfrm>
              <a:off x="11257955" y="1976438"/>
              <a:ext cx="143470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중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1" name="Line 194: 출장 다녀오느라 고생했어!"/>
          <p:cNvGrpSpPr/>
          <p:nvPr/>
        </p:nvGrpSpPr>
        <p:grpSpPr>
          <a:xfrm>
            <a:off x="6896100" y="2533650"/>
            <a:ext cx="1710035" cy="281940"/>
            <a:chOff x="6896100" y="2533650"/>
            <a:chExt cx="1710035" cy="281940"/>
          </a:xfrm>
        </p:grpSpPr>
        <p:sp>
          <p:nvSpPr>
            <p:cNvPr id="102" name="Weave text 194: 출장"/>
            <p:cNvSpPr txBox="1"/>
            <p:nvPr/>
          </p:nvSpPr>
          <p:spPr>
            <a:xfrm>
              <a:off x="6896100" y="2533650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출장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3" name="Weave text 194:  "/>
            <p:cNvSpPr txBox="1"/>
            <p:nvPr/>
          </p:nvSpPr>
          <p:spPr>
            <a:xfrm>
              <a:off x="7176492" y="2533650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4" name="Weave text 194: 다녀오느라"/>
            <p:cNvSpPr txBox="1"/>
            <p:nvPr/>
          </p:nvSpPr>
          <p:spPr>
            <a:xfrm>
              <a:off x="7219355" y="2533650"/>
              <a:ext cx="7392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다녀오느라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5" name="Weave text 194:  "/>
            <p:cNvSpPr txBox="1"/>
            <p:nvPr/>
          </p:nvSpPr>
          <p:spPr>
            <a:xfrm>
              <a:off x="7920335" y="2533650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6" name="Weave text 194: 고생했어"/>
            <p:cNvSpPr txBox="1"/>
            <p:nvPr/>
          </p:nvSpPr>
          <p:spPr>
            <a:xfrm>
              <a:off x="7963198" y="2533650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고생했어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7" name="Weave text 194: !"/>
            <p:cNvSpPr txBox="1"/>
            <p:nvPr/>
          </p:nvSpPr>
          <p:spPr>
            <a:xfrm>
              <a:off x="8523982" y="2533650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!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08" name="Line 195: 집 오는 중이야?"/>
          <p:cNvGrpSpPr/>
          <p:nvPr/>
        </p:nvGrpSpPr>
        <p:grpSpPr>
          <a:xfrm>
            <a:off x="6896100" y="2762250"/>
            <a:ext cx="1042988" cy="281940"/>
            <a:chOff x="6896100" y="2762250"/>
            <a:chExt cx="1042988" cy="281940"/>
          </a:xfrm>
        </p:grpSpPr>
        <p:sp>
          <p:nvSpPr>
            <p:cNvPr id="109" name="Weave text 195: 집"/>
            <p:cNvSpPr txBox="1"/>
            <p:nvPr/>
          </p:nvSpPr>
          <p:spPr>
            <a:xfrm>
              <a:off x="6896100" y="2762250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집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0" name="Weave text 195:  "/>
            <p:cNvSpPr txBox="1"/>
            <p:nvPr/>
          </p:nvSpPr>
          <p:spPr>
            <a:xfrm>
              <a:off x="7036296" y="2762250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1" name="Weave text 195: 오는"/>
            <p:cNvSpPr txBox="1"/>
            <p:nvPr/>
          </p:nvSpPr>
          <p:spPr>
            <a:xfrm>
              <a:off x="7079159" y="2762250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오는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2" name="Weave text 195:  "/>
            <p:cNvSpPr txBox="1"/>
            <p:nvPr/>
          </p:nvSpPr>
          <p:spPr>
            <a:xfrm>
              <a:off x="7359551" y="2762250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3" name="Weave text 195: 중이야"/>
            <p:cNvSpPr txBox="1"/>
            <p:nvPr/>
          </p:nvSpPr>
          <p:spPr>
            <a:xfrm>
              <a:off x="7402413" y="2762250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중이야</a:t>
              </a:r>
              <a:endParaRPr sz="1200" b="0" i="0" spc="0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4" name="Weave text 195: ?"/>
            <p:cNvSpPr txBox="1"/>
            <p:nvPr/>
          </p:nvSpPr>
          <p:spPr>
            <a:xfrm>
              <a:off x="7823002" y="2762250"/>
              <a:ext cx="1160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?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15" name="Line 196: 응, 역 근처에서 기차 기다리고 있어."/>
          <p:cNvGrpSpPr/>
          <p:nvPr/>
        </p:nvGrpSpPr>
        <p:grpSpPr>
          <a:xfrm>
            <a:off x="7820025" y="3286125"/>
            <a:ext cx="2207270" cy="281940"/>
            <a:chOff x="7820025" y="3286125"/>
            <a:chExt cx="2207270" cy="281940"/>
          </a:xfrm>
        </p:grpSpPr>
        <p:sp>
          <p:nvSpPr>
            <p:cNvPr id="116" name="Weave text 196: 응"/>
            <p:cNvSpPr txBox="1"/>
            <p:nvPr/>
          </p:nvSpPr>
          <p:spPr>
            <a:xfrm>
              <a:off x="7820025" y="3286125"/>
              <a:ext cx="17383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응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7" name="Weave text 196: , "/>
            <p:cNvSpPr txBox="1"/>
            <p:nvPr/>
          </p:nvSpPr>
          <p:spPr>
            <a:xfrm>
              <a:off x="7955607" y="3286125"/>
              <a:ext cx="11578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8" name="Weave text 196: 역"/>
            <p:cNvSpPr txBox="1"/>
            <p:nvPr/>
          </p:nvSpPr>
          <p:spPr>
            <a:xfrm>
              <a:off x="8033147" y="3286125"/>
              <a:ext cx="17398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역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9" name="Weave text 196:  "/>
            <p:cNvSpPr txBox="1"/>
            <p:nvPr/>
          </p:nvSpPr>
          <p:spPr>
            <a:xfrm>
              <a:off x="8168878" y="3286125"/>
              <a:ext cx="7649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0" name="Weave text 196: 근처에서"/>
            <p:cNvSpPr txBox="1"/>
            <p:nvPr/>
          </p:nvSpPr>
          <p:spPr>
            <a:xfrm>
              <a:off x="8207127" y="3286125"/>
              <a:ext cx="58087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근처에서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1" name="Weave text 196:  "/>
            <p:cNvSpPr txBox="1"/>
            <p:nvPr/>
          </p:nvSpPr>
          <p:spPr>
            <a:xfrm>
              <a:off x="8749754" y="3286125"/>
              <a:ext cx="7649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2" name="Weave text 196: 기차"/>
            <p:cNvSpPr txBox="1"/>
            <p:nvPr/>
          </p:nvSpPr>
          <p:spPr>
            <a:xfrm>
              <a:off x="8788003" y="3286125"/>
              <a:ext cx="309562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기차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3" name="Weave text 196:  "/>
            <p:cNvSpPr txBox="1"/>
            <p:nvPr/>
          </p:nvSpPr>
          <p:spPr>
            <a:xfrm>
              <a:off x="9059317" y="3286125"/>
              <a:ext cx="7649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4" name="Weave text 196: 기다리고"/>
            <p:cNvSpPr txBox="1"/>
            <p:nvPr/>
          </p:nvSpPr>
          <p:spPr>
            <a:xfrm>
              <a:off x="9097566" y="3286125"/>
              <a:ext cx="58072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기다리고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5" name="Weave text 196:  "/>
            <p:cNvSpPr txBox="1"/>
            <p:nvPr/>
          </p:nvSpPr>
          <p:spPr>
            <a:xfrm>
              <a:off x="9640044" y="3286125"/>
              <a:ext cx="7664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6" name="Weave text 196: 있어"/>
            <p:cNvSpPr txBox="1"/>
            <p:nvPr/>
          </p:nvSpPr>
          <p:spPr>
            <a:xfrm>
              <a:off x="9678442" y="3286125"/>
              <a:ext cx="309414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Noto Sans KR"/>
                  <a:ea typeface="Noto Sans KR"/>
                  <a:cs typeface="Noto Sans KR"/>
                </a:rPr>
                <a:t xml:space="preserve">있어</a:t>
              </a:r>
              <a:endParaRPr sz="1200" b="0" i="0" spc="-36" kern="0" lang="ko-KR" altLang="en-US" dirty="0">
                <a:solidFill>
                  <a:srgbClr val="CAD0E0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7" name="Weave text 196: ."/>
            <p:cNvSpPr txBox="1"/>
            <p:nvPr/>
          </p:nvSpPr>
          <p:spPr>
            <a:xfrm>
              <a:off x="9949607" y="3286125"/>
              <a:ext cx="7768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36" kern="0" lang="ko-KR" altLang="en-US" dirty="0">
                  <a:solidFill>
                    <a:srgbClr val="CAD0E0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-36" kern="0" lang="ko-KR" altLang="en-US" dirty="0">
                <a:solidFill>
                  <a:srgbClr val="CAD0E0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28" name="Line 197: Weave"/>
          <p:cNvGrpSpPr/>
          <p:nvPr/>
        </p:nvGrpSpPr>
        <p:grpSpPr>
          <a:xfrm>
            <a:off x="7153275" y="3771900"/>
            <a:ext cx="532656" cy="281940"/>
            <a:chOff x="7153275" y="3771900"/>
            <a:chExt cx="532656" cy="281940"/>
          </a:xfrm>
        </p:grpSpPr>
        <p:sp>
          <p:nvSpPr>
            <p:cNvPr id="129" name="Weave text 197: Weave"/>
            <p:cNvSpPr txBox="1"/>
            <p:nvPr/>
          </p:nvSpPr>
          <p:spPr>
            <a:xfrm>
              <a:off x="7153275" y="3771900"/>
              <a:ext cx="53265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200" b="0" i="0" spc="0" kern="0" lang="ko-KR" altLang="en-US" dirty="0">
                  <a:solidFill>
                    <a:srgbClr val="F7F7FF"/>
                  </a:solidFill>
                  <a:latin typeface="Inter Medium"/>
                  <a:ea typeface="Inter Medium"/>
                  <a:cs typeface="Inter Medium"/>
                </a:rPr>
                <a:t xml:space="preserve">Weave</a:t>
              </a:r>
              <a:endParaRPr sz="1200" b="0" i="0" spc="0" kern="0" lang="ko-KR" altLang="en-US" dirty="0">
                <a:solidFill>
                  <a:srgbClr val="F7F7FF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  <p:grpSp>
        <p:nvGrpSpPr>
          <p:cNvPr id="130" name="Line 198: 연결된 기억 1"/>
          <p:cNvGrpSpPr/>
          <p:nvPr/>
        </p:nvGrpSpPr>
        <p:grpSpPr>
          <a:xfrm>
            <a:off x="7800231" y="3790950"/>
            <a:ext cx="674787" cy="220980"/>
            <a:chOff x="7800231" y="3790950"/>
            <a:chExt cx="674787" cy="220980"/>
          </a:xfrm>
        </p:grpSpPr>
        <p:sp>
          <p:nvSpPr>
            <p:cNvPr id="131" name="Weave text 198: 연결된"/>
            <p:cNvSpPr txBox="1"/>
            <p:nvPr/>
          </p:nvSpPr>
          <p:spPr>
            <a:xfrm>
              <a:off x="7800231" y="3790950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D5C6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D5C6FF"/>
                  </a:solidFill>
                  <a:latin typeface="Noto Sans KR"/>
                  <a:ea typeface="Noto Sans KR"/>
                  <a:cs typeface="Noto Sans KR"/>
                </a:rPr>
                <a:t xml:space="preserve">연결된</a:t>
              </a:r>
              <a:endParaRPr sz="900" b="0" i="0" spc="0" kern="0" lang="ko-KR" altLang="en-US" dirty="0">
                <a:solidFill>
                  <a:srgbClr val="D5C6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2" name="Weave text 198:  "/>
            <p:cNvSpPr txBox="1"/>
            <p:nvPr/>
          </p:nvSpPr>
          <p:spPr>
            <a:xfrm>
              <a:off x="8115598" y="379095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D5C6FF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D5C6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D5C6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3" name="Weave text 198: 기억"/>
            <p:cNvSpPr txBox="1"/>
            <p:nvPr/>
          </p:nvSpPr>
          <p:spPr>
            <a:xfrm>
              <a:off x="8147745" y="37909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D5C6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D5C6FF"/>
                  </a:solidFill>
                  <a:latin typeface="Noto Sans KR"/>
                  <a:ea typeface="Noto Sans KR"/>
                  <a:cs typeface="Noto Sans KR"/>
                </a:rPr>
                <a:t xml:space="preserve">기억</a:t>
              </a:r>
              <a:endParaRPr sz="900" b="0" i="0" spc="0" kern="0" lang="ko-KR" altLang="en-US" dirty="0">
                <a:solidFill>
                  <a:srgbClr val="D5C6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4" name="Weave text 198:  1"/>
            <p:cNvSpPr txBox="1"/>
            <p:nvPr/>
          </p:nvSpPr>
          <p:spPr>
            <a:xfrm>
              <a:off x="8358039" y="3790950"/>
              <a:ext cx="11697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D5C6FF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D5C6FF"/>
                  </a:solidFill>
                  <a:latin typeface="Inter"/>
                  <a:ea typeface="Inter"/>
                  <a:cs typeface="Inter"/>
                </a:rPr>
                <a:t xml:space="preserve"> 1</a:t>
              </a:r>
              <a:endParaRPr sz="900" b="0" i="0" spc="0" kern="0" lang="ko-KR" altLang="en-US" dirty="0">
                <a:solidFill>
                  <a:srgbClr val="D5C6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35" name="Line 199: 버튼을 눌러 확인"/>
          <p:cNvGrpSpPr/>
          <p:nvPr/>
        </p:nvGrpSpPr>
        <p:grpSpPr>
          <a:xfrm>
            <a:off x="10572452" y="3790950"/>
            <a:ext cx="838498" cy="220980"/>
            <a:chOff x="10572452" y="3790950"/>
            <a:chExt cx="838498" cy="220980"/>
          </a:xfrm>
        </p:grpSpPr>
        <p:sp>
          <p:nvSpPr>
            <p:cNvPr id="136" name="Weave text 199: 버튼을"/>
            <p:cNvSpPr txBox="1"/>
            <p:nvPr/>
          </p:nvSpPr>
          <p:spPr>
            <a:xfrm>
              <a:off x="10572452" y="3790950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버튼을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7" name="Weave text 199:  "/>
            <p:cNvSpPr txBox="1"/>
            <p:nvPr/>
          </p:nvSpPr>
          <p:spPr>
            <a:xfrm>
              <a:off x="10887819" y="379095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8" name="Weave text 199: 눌러"/>
            <p:cNvSpPr txBox="1"/>
            <p:nvPr/>
          </p:nvSpPr>
          <p:spPr>
            <a:xfrm>
              <a:off x="10919966" y="37909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눌러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9" name="Weave text 199:  "/>
            <p:cNvSpPr txBox="1"/>
            <p:nvPr/>
          </p:nvSpPr>
          <p:spPr>
            <a:xfrm>
              <a:off x="11130260" y="3790950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0" name="Weave text 199: 확인"/>
            <p:cNvSpPr txBox="1"/>
            <p:nvPr/>
          </p:nvSpPr>
          <p:spPr>
            <a:xfrm>
              <a:off x="11162407" y="379095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확인</a:t>
              </a:r>
              <a:endParaRPr sz="900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1" name="Line 200: 엄마가 말했던 무화과시루 · 가족 단체방"/>
          <p:cNvGrpSpPr/>
          <p:nvPr/>
        </p:nvGrpSpPr>
        <p:grpSpPr>
          <a:xfrm>
            <a:off x="6943725" y="4267200"/>
            <a:ext cx="2063502" cy="236220"/>
            <a:chOff x="6943725" y="4267200"/>
            <a:chExt cx="2063502" cy="236220"/>
          </a:xfrm>
        </p:grpSpPr>
        <p:sp>
          <p:nvSpPr>
            <p:cNvPr id="142" name="Weave text 200: 엄마가"/>
            <p:cNvSpPr txBox="1"/>
            <p:nvPr/>
          </p:nvSpPr>
          <p:spPr>
            <a:xfrm>
              <a:off x="6943725" y="4267200"/>
              <a:ext cx="379958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rPr>
                <a:t xml:space="preserve">엄마가</a:t>
              </a:r>
              <a:endParaRPr sz="975" b="0" i="0" spc="0" kern="0" lang="ko-KR" altLang="en-US" dirty="0">
                <a:solidFill>
                  <a:srgbClr val="C9BAF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3" name="Weave text 200:  "/>
            <p:cNvSpPr txBox="1"/>
            <p:nvPr/>
          </p:nvSpPr>
          <p:spPr>
            <a:xfrm>
              <a:off x="7285434" y="4267200"/>
              <a:ext cx="71289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75" b="0" i="0" spc="0" kern="0" lang="ko-KR" altLang="en-US" dirty="0">
                <a:solidFill>
                  <a:srgbClr val="C9BAF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44" name="Weave text 200: 말했던"/>
            <p:cNvSpPr txBox="1"/>
            <p:nvPr/>
          </p:nvSpPr>
          <p:spPr>
            <a:xfrm>
              <a:off x="7318474" y="4267200"/>
              <a:ext cx="379958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rPr>
                <a:t xml:space="preserve">말했던</a:t>
              </a:r>
              <a:endParaRPr sz="975" b="0" i="0" spc="0" kern="0" lang="ko-KR" altLang="en-US" dirty="0">
                <a:solidFill>
                  <a:srgbClr val="C9BAF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5" name="Weave text 200:  "/>
            <p:cNvSpPr txBox="1"/>
            <p:nvPr/>
          </p:nvSpPr>
          <p:spPr>
            <a:xfrm>
              <a:off x="7660184" y="4267200"/>
              <a:ext cx="71289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75" b="0" i="0" spc="0" kern="0" lang="ko-KR" altLang="en-US" dirty="0">
                <a:solidFill>
                  <a:srgbClr val="C9BAF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46" name="Weave text 200: 무화과시루"/>
            <p:cNvSpPr txBox="1"/>
            <p:nvPr/>
          </p:nvSpPr>
          <p:spPr>
            <a:xfrm>
              <a:off x="7693223" y="4267200"/>
              <a:ext cx="607814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rPr>
                <a:t xml:space="preserve">무화과시루</a:t>
              </a:r>
              <a:endParaRPr sz="975" b="0" i="0" spc="0" kern="0" lang="ko-KR" altLang="en-US" dirty="0">
                <a:solidFill>
                  <a:srgbClr val="C9BAF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7" name="Weave text 200:  · "/>
            <p:cNvSpPr txBox="1"/>
            <p:nvPr/>
          </p:nvSpPr>
          <p:spPr>
            <a:xfrm>
              <a:off x="8262789" y="4267200"/>
              <a:ext cx="141833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rPr>
                <a:t xml:space="preserve"> · </a:t>
              </a:r>
              <a:endParaRPr sz="975" b="0" i="0" spc="0" kern="0" lang="ko-KR" altLang="en-US" dirty="0">
                <a:solidFill>
                  <a:srgbClr val="C9BAF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48" name="Weave text 200: 가족"/>
            <p:cNvSpPr txBox="1"/>
            <p:nvPr/>
          </p:nvSpPr>
          <p:spPr>
            <a:xfrm>
              <a:off x="8366373" y="4267200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rPr>
                <a:t xml:space="preserve">가족</a:t>
              </a:r>
              <a:endParaRPr sz="975" b="0" i="0" spc="0" kern="0" lang="ko-KR" altLang="en-US" dirty="0">
                <a:solidFill>
                  <a:srgbClr val="C9BAF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9" name="Weave text 200:  "/>
            <p:cNvSpPr txBox="1"/>
            <p:nvPr/>
          </p:nvSpPr>
          <p:spPr>
            <a:xfrm>
              <a:off x="8594229" y="4267200"/>
              <a:ext cx="71289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75" b="0" i="0" spc="0" kern="0" lang="ko-KR" altLang="en-US" dirty="0">
                <a:solidFill>
                  <a:srgbClr val="C9BAF7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50" name="Weave text 200: 단체방"/>
            <p:cNvSpPr txBox="1"/>
            <p:nvPr/>
          </p:nvSpPr>
          <p:spPr>
            <a:xfrm>
              <a:off x="8627269" y="4267200"/>
              <a:ext cx="379958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75" b="0" i="0" spc="0" kern="0" lang="ko-KR" altLang="en-US" dirty="0">
                  <a:solidFill>
                    <a:srgbClr val="C9BAF7"/>
                  </a:solidFill>
                  <a:latin typeface="Noto Sans KR Medium"/>
                  <a:ea typeface="Noto Sans KR Medium"/>
                  <a:cs typeface="Noto Sans KR Medium"/>
                </a:rPr>
                <a:t xml:space="preserve">단체방</a:t>
              </a:r>
              <a:endParaRPr sz="975" b="0" i="0" spc="0" kern="0" lang="ko-KR" altLang="en-US" dirty="0">
                <a:solidFill>
                  <a:srgbClr val="C9BAF7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51" name="Line 201: 엄마, 전에 먹고 싶다던"/>
          <p:cNvGrpSpPr/>
          <p:nvPr/>
        </p:nvGrpSpPr>
        <p:grpSpPr>
          <a:xfrm>
            <a:off x="6943725" y="4519612"/>
            <a:ext cx="1898749" cy="373380"/>
            <a:chOff x="6943725" y="4519612"/>
            <a:chExt cx="1898749" cy="373380"/>
          </a:xfrm>
        </p:grpSpPr>
        <p:sp>
          <p:nvSpPr>
            <p:cNvPr id="152" name="Weave text 201: 엄마"/>
            <p:cNvSpPr txBox="1"/>
            <p:nvPr/>
          </p:nvSpPr>
          <p:spPr>
            <a:xfrm>
              <a:off x="6943725" y="4519612"/>
              <a:ext cx="40912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엄마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3" name="Weave text 201: , "/>
            <p:cNvSpPr txBox="1"/>
            <p:nvPr/>
          </p:nvSpPr>
          <p:spPr>
            <a:xfrm>
              <a:off x="7314605" y="4519612"/>
              <a:ext cx="138857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4" name="Weave text 201: 전에"/>
            <p:cNvSpPr txBox="1"/>
            <p:nvPr/>
          </p:nvSpPr>
          <p:spPr>
            <a:xfrm>
              <a:off x="7415212" y="4519612"/>
              <a:ext cx="40912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전에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5" name="Weave text 201:  "/>
            <p:cNvSpPr txBox="1"/>
            <p:nvPr/>
          </p:nvSpPr>
          <p:spPr>
            <a:xfrm>
              <a:off x="7786092" y="4519612"/>
              <a:ext cx="83790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6" name="Weave text 201: 먹고"/>
            <p:cNvSpPr txBox="1"/>
            <p:nvPr/>
          </p:nvSpPr>
          <p:spPr>
            <a:xfrm>
              <a:off x="7831634" y="4519612"/>
              <a:ext cx="409129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먹고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7" name="Weave text 201:  "/>
            <p:cNvSpPr txBox="1"/>
            <p:nvPr/>
          </p:nvSpPr>
          <p:spPr>
            <a:xfrm>
              <a:off x="8202513" y="4519612"/>
              <a:ext cx="83641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58" name="Weave text 201: 싶다던"/>
            <p:cNvSpPr txBox="1"/>
            <p:nvPr/>
          </p:nvSpPr>
          <p:spPr>
            <a:xfrm>
              <a:off x="8247906" y="4519612"/>
              <a:ext cx="594568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싶다던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59" name="Line 202: 무화과시루 사갈까?"/>
          <p:cNvGrpSpPr/>
          <p:nvPr/>
        </p:nvGrpSpPr>
        <p:grpSpPr>
          <a:xfrm>
            <a:off x="6943725" y="4812953"/>
            <a:ext cx="1673870" cy="373380"/>
            <a:chOff x="6943725" y="4812953"/>
            <a:chExt cx="1673870" cy="373380"/>
          </a:xfrm>
        </p:grpSpPr>
        <p:sp>
          <p:nvSpPr>
            <p:cNvPr id="160" name="Weave text 202: 무화과시루"/>
            <p:cNvSpPr txBox="1"/>
            <p:nvPr/>
          </p:nvSpPr>
          <p:spPr>
            <a:xfrm>
              <a:off x="6943725" y="4812953"/>
              <a:ext cx="965448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무화과시루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61" name="Weave text 202:  "/>
            <p:cNvSpPr txBox="1"/>
            <p:nvPr/>
          </p:nvSpPr>
          <p:spPr>
            <a:xfrm>
              <a:off x="7870924" y="4812953"/>
              <a:ext cx="83641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2" name="Weave text 202: 사갈까"/>
            <p:cNvSpPr txBox="1"/>
            <p:nvPr/>
          </p:nvSpPr>
          <p:spPr>
            <a:xfrm>
              <a:off x="7916317" y="4812953"/>
              <a:ext cx="594717" cy="341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사갈까</a:t>
              </a:r>
              <a:endParaRPr sz="1650" b="0" i="0" spc="-58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63" name="Weave text 202: ?"/>
            <p:cNvSpPr txBox="1"/>
            <p:nvPr/>
          </p:nvSpPr>
          <p:spPr>
            <a:xfrm>
              <a:off x="8472785" y="4812953"/>
              <a:ext cx="144810" cy="2916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650" b="0" i="0" spc="-5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1650" b="0" i="0" spc="-5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64" name="Line 203: 연결한 기록 보기"/>
          <p:cNvGrpSpPr/>
          <p:nvPr/>
        </p:nvGrpSpPr>
        <p:grpSpPr>
          <a:xfrm>
            <a:off x="6943725" y="5282505"/>
            <a:ext cx="838498" cy="220980"/>
            <a:chOff x="6943725" y="5282505"/>
            <a:chExt cx="838498" cy="220980"/>
          </a:xfrm>
        </p:grpSpPr>
        <p:sp>
          <p:nvSpPr>
            <p:cNvPr id="165" name="Weave text 203: 연결한"/>
            <p:cNvSpPr txBox="1"/>
            <p:nvPr/>
          </p:nvSpPr>
          <p:spPr>
            <a:xfrm>
              <a:off x="6943725" y="5282505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연결한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6" name="Weave text 203:  "/>
            <p:cNvSpPr txBox="1"/>
            <p:nvPr/>
          </p:nvSpPr>
          <p:spPr>
            <a:xfrm>
              <a:off x="7259092" y="5282505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7" name="Weave text 203: 기록"/>
            <p:cNvSpPr txBox="1"/>
            <p:nvPr/>
          </p:nvSpPr>
          <p:spPr>
            <a:xfrm>
              <a:off x="7291239" y="528250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8" name="Weave text 203:  "/>
            <p:cNvSpPr txBox="1"/>
            <p:nvPr/>
          </p:nvSpPr>
          <p:spPr>
            <a:xfrm>
              <a:off x="7501533" y="5282505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C1BDD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9" name="Weave text 203: 보기"/>
            <p:cNvSpPr txBox="1"/>
            <p:nvPr/>
          </p:nvSpPr>
          <p:spPr>
            <a:xfrm>
              <a:off x="7533680" y="528250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C1BDD3"/>
                  </a:solidFill>
                  <a:latin typeface="Noto Sans KR"/>
                  <a:ea typeface="Noto Sans KR"/>
                  <a:cs typeface="Noto Sans KR"/>
                </a:rPr>
                <a:t xml:space="preserve">보기</a:t>
              </a:r>
              <a:endParaRPr sz="900" b="0" i="0" spc="0" kern="0" lang="ko-KR" altLang="en-US" dirty="0">
                <a:solidFill>
                  <a:srgbClr val="C1BDD3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70" name="Line 204: 문장에 넣기"/>
          <p:cNvGrpSpPr/>
          <p:nvPr/>
        </p:nvGrpSpPr>
        <p:grpSpPr>
          <a:xfrm>
            <a:off x="10411420" y="5277743"/>
            <a:ext cx="685205" cy="251460"/>
            <a:chOff x="10411420" y="5277743"/>
            <a:chExt cx="685205" cy="251460"/>
          </a:xfrm>
        </p:grpSpPr>
        <p:sp>
          <p:nvSpPr>
            <p:cNvPr id="171" name="Weave text 204: 문장에"/>
            <p:cNvSpPr txBox="1"/>
            <p:nvPr/>
          </p:nvSpPr>
          <p:spPr>
            <a:xfrm>
              <a:off x="10411420" y="5277743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문장에</a:t>
              </a:r>
              <a:endParaRPr sz="1050" b="0" i="0" spc="0" kern="0" lang="ko-KR" altLang="en-US" dirty="0">
                <a:solidFill>
                  <a:srgbClr val="241C3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2" name="Weave text 204:  "/>
            <p:cNvSpPr txBox="1"/>
            <p:nvPr/>
          </p:nvSpPr>
          <p:spPr>
            <a:xfrm>
              <a:off x="10779323" y="5277743"/>
              <a:ext cx="7188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050" b="0" i="0" spc="0" kern="0" lang="ko-KR" altLang="en-US" dirty="0">
                <a:solidFill>
                  <a:srgbClr val="241C3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3" name="Weave text 204: 넣기"/>
            <p:cNvSpPr txBox="1"/>
            <p:nvPr/>
          </p:nvSpPr>
          <p:spPr>
            <a:xfrm>
              <a:off x="10812959" y="527774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050" b="0" i="0" spc="0" kern="0" lang="ko-KR" altLang="en-US" dirty="0">
                  <a:solidFill>
                    <a:srgbClr val="241C3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넣기</a:t>
              </a:r>
              <a:endParaRPr sz="1050" b="0" i="0" spc="0" kern="0" lang="ko-KR" altLang="en-US" dirty="0">
                <a:solidFill>
                  <a:srgbClr val="241C3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174" name="Line 205: 문장은 직접 선택해 입력합니다. 전송 여부도 사용자가 결정합니다."/>
          <p:cNvGrpSpPr/>
          <p:nvPr/>
        </p:nvGrpSpPr>
        <p:grpSpPr>
          <a:xfrm>
            <a:off x="609600" y="6162675"/>
            <a:ext cx="4101852" cy="281940"/>
            <a:chOff x="609600" y="6162675"/>
            <a:chExt cx="4101852" cy="281940"/>
          </a:xfrm>
        </p:grpSpPr>
        <p:sp>
          <p:nvSpPr>
            <p:cNvPr id="175" name="Weave text 205: 문장은"/>
            <p:cNvSpPr txBox="1"/>
            <p:nvPr/>
          </p:nvSpPr>
          <p:spPr>
            <a:xfrm>
              <a:off x="609600" y="6162675"/>
              <a:ext cx="44961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문장은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6" name="Weave text 205:  "/>
            <p:cNvSpPr txBox="1"/>
            <p:nvPr/>
          </p:nvSpPr>
          <p:spPr>
            <a:xfrm>
              <a:off x="1020961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7" name="Weave text 205: 직접"/>
            <p:cNvSpPr txBox="1"/>
            <p:nvPr/>
          </p:nvSpPr>
          <p:spPr>
            <a:xfrm>
              <a:off x="1060847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직접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8" name="Weave text 205:  "/>
            <p:cNvSpPr txBox="1"/>
            <p:nvPr/>
          </p:nvSpPr>
          <p:spPr>
            <a:xfrm>
              <a:off x="1335137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9" name="Weave text 205: 선택해"/>
            <p:cNvSpPr txBox="1"/>
            <p:nvPr/>
          </p:nvSpPr>
          <p:spPr>
            <a:xfrm>
              <a:off x="1375023" y="6162675"/>
              <a:ext cx="44961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선택해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0" name="Weave text 205:  "/>
            <p:cNvSpPr txBox="1"/>
            <p:nvPr/>
          </p:nvSpPr>
          <p:spPr>
            <a:xfrm>
              <a:off x="1786384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1" name="Weave text 205: 입력합니다"/>
            <p:cNvSpPr txBox="1"/>
            <p:nvPr/>
          </p:nvSpPr>
          <p:spPr>
            <a:xfrm>
              <a:off x="1826270" y="6162675"/>
              <a:ext cx="72404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입력합니다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2" name="Weave text 205: . "/>
            <p:cNvSpPr txBox="1"/>
            <p:nvPr/>
          </p:nvSpPr>
          <p:spPr>
            <a:xfrm>
              <a:off x="2512070" y="6162675"/>
              <a:ext cx="118914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3" name="Weave text 205: 전송"/>
            <p:cNvSpPr txBox="1"/>
            <p:nvPr/>
          </p:nvSpPr>
          <p:spPr>
            <a:xfrm>
              <a:off x="2592735" y="6162675"/>
              <a:ext cx="31253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전송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4" name="Weave text 205:  "/>
            <p:cNvSpPr txBox="1"/>
            <p:nvPr/>
          </p:nvSpPr>
          <p:spPr>
            <a:xfrm>
              <a:off x="2867025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5" name="Weave text 205: 여부도"/>
            <p:cNvSpPr txBox="1"/>
            <p:nvPr/>
          </p:nvSpPr>
          <p:spPr>
            <a:xfrm>
              <a:off x="2906911" y="6162675"/>
              <a:ext cx="44961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여부도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6" name="Weave text 205:  "/>
            <p:cNvSpPr txBox="1"/>
            <p:nvPr/>
          </p:nvSpPr>
          <p:spPr>
            <a:xfrm>
              <a:off x="3318272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7" name="Weave text 205: 사용자가"/>
            <p:cNvSpPr txBox="1"/>
            <p:nvPr/>
          </p:nvSpPr>
          <p:spPr>
            <a:xfrm>
              <a:off x="3358158" y="6162675"/>
              <a:ext cx="5868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사용자가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8" name="Weave text 205:  "/>
            <p:cNvSpPr txBox="1"/>
            <p:nvPr/>
          </p:nvSpPr>
          <p:spPr>
            <a:xfrm>
              <a:off x="3906738" y="6162675"/>
              <a:ext cx="7813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9" name="Weave text 205: 결정합니다"/>
            <p:cNvSpPr txBox="1"/>
            <p:nvPr/>
          </p:nvSpPr>
          <p:spPr>
            <a:xfrm>
              <a:off x="3946624" y="6162675"/>
              <a:ext cx="72404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결정합니다</a:t>
              </a:r>
              <a:endParaRPr sz="1200" b="0" i="0" spc="-24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0" name="Weave text 205: ."/>
            <p:cNvSpPr txBox="1"/>
            <p:nvPr/>
          </p:nvSpPr>
          <p:spPr>
            <a:xfrm>
              <a:off x="4632424" y="6162675"/>
              <a:ext cx="7902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-24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-24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91" name="Line 206: 07 / 11"/>
          <p:cNvGrpSpPr/>
          <p:nvPr/>
        </p:nvGrpSpPr>
        <p:grpSpPr>
          <a:xfrm>
            <a:off x="11223278" y="6496050"/>
            <a:ext cx="397222" cy="190500"/>
            <a:chOff x="11223278" y="6496050"/>
            <a:chExt cx="397222" cy="190500"/>
          </a:xfrm>
        </p:grpSpPr>
        <p:sp>
          <p:nvSpPr>
            <p:cNvPr id="192" name="Weave text 206: 07 / 11"/>
            <p:cNvSpPr txBox="1"/>
            <p:nvPr/>
          </p:nvSpPr>
          <p:spPr>
            <a:xfrm>
              <a:off x="11223278" y="6496050"/>
              <a:ext cx="39722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750" b="0" i="0" spc="90" kern="0" lang="ko-KR" altLang="en-US" dirty="0">
                  <a:solidFill>
                    <a:srgbClr val="9CAAC3"/>
                  </a:solidFill>
                  <a:latin typeface="Inter Medium"/>
                  <a:ea typeface="Inter Medium"/>
                  <a:cs typeface="Inter Medium"/>
                </a:rPr>
                <a:t xml:space="preserve">07 / 11</a:t>
              </a:r>
              <a:endParaRPr sz="750" b="0" i="0" spc="90" kern="0" lang="ko-KR" altLang="en-US" dirty="0">
                <a:solidFill>
                  <a:srgbClr val="9CAAC3"/>
                </a:solidFill>
                <a:latin typeface="Inter Medium"/>
                <a:ea typeface="Inter Medium"/>
                <a:cs typeface="Inter Medium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207: 08 / HOW IT WORKS"/>
          <p:cNvGrpSpPr/>
          <p:nvPr/>
        </p:nvGrpSpPr>
        <p:grpSpPr>
          <a:xfrm>
            <a:off x="609600" y="371475"/>
            <a:ext cx="1397050" cy="205740"/>
            <a:chOff x="609600" y="371475"/>
            <a:chExt cx="1397050" cy="205740"/>
          </a:xfrm>
        </p:grpSpPr>
        <p:sp>
          <p:nvSpPr>
            <p:cNvPr id="4" name="Weave text 207: 08 / HOW IT WORKS"/>
            <p:cNvSpPr txBox="1"/>
            <p:nvPr/>
          </p:nvSpPr>
          <p:spPr>
            <a:xfrm>
              <a:off x="609600" y="371475"/>
              <a:ext cx="1397050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08 / HOW IT WORKS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208: 기록은 미리 정리하고, 필요할 때 연결합니다."/>
          <p:cNvGrpSpPr/>
          <p:nvPr/>
        </p:nvGrpSpPr>
        <p:grpSpPr>
          <a:xfrm>
            <a:off x="609600" y="704850"/>
            <a:ext cx="6586389" cy="647700"/>
            <a:chOff x="609600" y="704850"/>
            <a:chExt cx="6586389" cy="647700"/>
          </a:xfrm>
        </p:grpSpPr>
        <p:sp>
          <p:nvSpPr>
            <p:cNvPr id="6" name="Weave text 208: 기록은"/>
            <p:cNvSpPr txBox="1"/>
            <p:nvPr/>
          </p:nvSpPr>
          <p:spPr>
            <a:xfrm>
              <a:off x="609600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208:  "/>
            <p:cNvSpPr txBox="1"/>
            <p:nvPr/>
          </p:nvSpPr>
          <p:spPr>
            <a:xfrm>
              <a:off x="1603921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208: 미리"/>
            <p:cNvSpPr txBox="1"/>
            <p:nvPr/>
          </p:nvSpPr>
          <p:spPr>
            <a:xfrm>
              <a:off x="1680865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미리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208:  "/>
            <p:cNvSpPr txBox="1"/>
            <p:nvPr/>
          </p:nvSpPr>
          <p:spPr>
            <a:xfrm>
              <a:off x="2343745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208: 정리하고"/>
            <p:cNvSpPr txBox="1"/>
            <p:nvPr/>
          </p:nvSpPr>
          <p:spPr>
            <a:xfrm>
              <a:off x="2420689" y="704850"/>
              <a:ext cx="136415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정리하고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208: , "/>
            <p:cNvSpPr txBox="1"/>
            <p:nvPr/>
          </p:nvSpPr>
          <p:spPr>
            <a:xfrm>
              <a:off x="3746599" y="704850"/>
              <a:ext cx="20984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208: 필요할"/>
            <p:cNvSpPr txBox="1"/>
            <p:nvPr/>
          </p:nvSpPr>
          <p:spPr>
            <a:xfrm>
              <a:off x="3918198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필요할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208:  "/>
            <p:cNvSpPr txBox="1"/>
            <p:nvPr/>
          </p:nvSpPr>
          <p:spPr>
            <a:xfrm>
              <a:off x="4912668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208: 때"/>
            <p:cNvSpPr txBox="1"/>
            <p:nvPr/>
          </p:nvSpPr>
          <p:spPr>
            <a:xfrm>
              <a:off x="4989612" y="704850"/>
              <a:ext cx="36968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때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208:  "/>
            <p:cNvSpPr txBox="1"/>
            <p:nvPr/>
          </p:nvSpPr>
          <p:spPr>
            <a:xfrm>
              <a:off x="5321052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" name="Weave text 208: 연결합니다"/>
            <p:cNvSpPr txBox="1"/>
            <p:nvPr/>
          </p:nvSpPr>
          <p:spPr>
            <a:xfrm>
              <a:off x="5397996" y="704850"/>
              <a:ext cx="169559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연결합니다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" name="Weave text 208: ."/>
            <p:cNvSpPr txBox="1"/>
            <p:nvPr/>
          </p:nvSpPr>
          <p:spPr>
            <a:xfrm>
              <a:off x="7055346" y="70485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8" name="Line 209: 검색 색인(Search index)으로 기록을 미리 정리하고, 필요한 근"/>
          <p:cNvGrpSpPr/>
          <p:nvPr/>
        </p:nvGrpSpPr>
        <p:grpSpPr>
          <a:xfrm>
            <a:off x="609600" y="1343025"/>
            <a:ext cx="6571506" cy="297180"/>
            <a:chOff x="609600" y="1343025"/>
            <a:chExt cx="6571506" cy="297180"/>
          </a:xfrm>
        </p:grpSpPr>
        <p:sp>
          <p:nvSpPr>
            <p:cNvPr id="19" name="Weave text 209: 검색"/>
            <p:cNvSpPr txBox="1"/>
            <p:nvPr/>
          </p:nvSpPr>
          <p:spPr>
            <a:xfrm>
              <a:off x="609600" y="1343025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209:  "/>
            <p:cNvSpPr txBox="1"/>
            <p:nvPr/>
          </p:nvSpPr>
          <p:spPr>
            <a:xfrm>
              <a:off x="907405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209: 색인"/>
            <p:cNvSpPr txBox="1"/>
            <p:nvPr/>
          </p:nvSpPr>
          <p:spPr>
            <a:xfrm>
              <a:off x="952946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색인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209: (Search index)"/>
            <p:cNvSpPr txBox="1"/>
            <p:nvPr/>
          </p:nvSpPr>
          <p:spPr>
            <a:xfrm>
              <a:off x="1250900" y="1343025"/>
              <a:ext cx="1152525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(Search index)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209: 으로"/>
            <p:cNvSpPr txBox="1"/>
            <p:nvPr/>
          </p:nvSpPr>
          <p:spPr>
            <a:xfrm>
              <a:off x="2365177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으로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209:  "/>
            <p:cNvSpPr txBox="1"/>
            <p:nvPr/>
          </p:nvSpPr>
          <p:spPr>
            <a:xfrm>
              <a:off x="2663130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209: 기록을"/>
            <p:cNvSpPr txBox="1"/>
            <p:nvPr/>
          </p:nvSpPr>
          <p:spPr>
            <a:xfrm>
              <a:off x="2708672" y="13430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209:  "/>
            <p:cNvSpPr txBox="1"/>
            <p:nvPr/>
          </p:nvSpPr>
          <p:spPr>
            <a:xfrm>
              <a:off x="3155454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209: 미리"/>
            <p:cNvSpPr txBox="1"/>
            <p:nvPr/>
          </p:nvSpPr>
          <p:spPr>
            <a:xfrm>
              <a:off x="3200995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미리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209:  "/>
            <p:cNvSpPr txBox="1"/>
            <p:nvPr/>
          </p:nvSpPr>
          <p:spPr>
            <a:xfrm>
              <a:off x="3498949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209: 정리하고"/>
            <p:cNvSpPr txBox="1"/>
            <p:nvPr/>
          </p:nvSpPr>
          <p:spPr>
            <a:xfrm>
              <a:off x="3544491" y="1343025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정리하고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209: , "/>
            <p:cNvSpPr txBox="1"/>
            <p:nvPr/>
          </p:nvSpPr>
          <p:spPr>
            <a:xfrm>
              <a:off x="4140398" y="1343025"/>
              <a:ext cx="13052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" name="Weave text 209: 필요한"/>
            <p:cNvSpPr txBox="1"/>
            <p:nvPr/>
          </p:nvSpPr>
          <p:spPr>
            <a:xfrm>
              <a:off x="4232672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" name="Weave text 209:  "/>
            <p:cNvSpPr txBox="1"/>
            <p:nvPr/>
          </p:nvSpPr>
          <p:spPr>
            <a:xfrm>
              <a:off x="4679603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" name="Weave text 209: 근거만"/>
            <p:cNvSpPr txBox="1"/>
            <p:nvPr/>
          </p:nvSpPr>
          <p:spPr>
            <a:xfrm>
              <a:off x="4725144" y="1343025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근거만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209:  "/>
            <p:cNvSpPr txBox="1"/>
            <p:nvPr/>
          </p:nvSpPr>
          <p:spPr>
            <a:xfrm>
              <a:off x="5171926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209: 경량"/>
            <p:cNvSpPr txBox="1"/>
            <p:nvPr/>
          </p:nvSpPr>
          <p:spPr>
            <a:xfrm>
              <a:off x="5217468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경량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209:  "/>
            <p:cNvSpPr txBox="1"/>
            <p:nvPr/>
          </p:nvSpPr>
          <p:spPr>
            <a:xfrm>
              <a:off x="5515421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" name="Weave text 209: 언어모델에"/>
            <p:cNvSpPr txBox="1"/>
            <p:nvPr/>
          </p:nvSpPr>
          <p:spPr>
            <a:xfrm>
              <a:off x="5560963" y="1343025"/>
              <a:ext cx="78313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언어모델에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" name="Weave text 209:  "/>
            <p:cNvSpPr txBox="1"/>
            <p:nvPr/>
          </p:nvSpPr>
          <p:spPr>
            <a:xfrm>
              <a:off x="6305848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" name="Weave text 209: 전달합니다"/>
            <p:cNvSpPr txBox="1"/>
            <p:nvPr/>
          </p:nvSpPr>
          <p:spPr>
            <a:xfrm>
              <a:off x="6351389" y="1343025"/>
              <a:ext cx="78313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전달합니다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" name="Weave text 209: ."/>
            <p:cNvSpPr txBox="1"/>
            <p:nvPr/>
          </p:nvSpPr>
          <p:spPr>
            <a:xfrm>
              <a:off x="7096274" y="1343025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1" name="Line 210: 미리 준비"/>
          <p:cNvGrpSpPr/>
          <p:nvPr/>
        </p:nvGrpSpPr>
        <p:grpSpPr>
          <a:xfrm>
            <a:off x="609600" y="2159794"/>
            <a:ext cx="525066" cy="236220"/>
            <a:chOff x="609600" y="2159794"/>
            <a:chExt cx="525066" cy="236220"/>
          </a:xfrm>
        </p:grpSpPr>
        <p:sp>
          <p:nvSpPr>
            <p:cNvPr id="42" name="Weave text 210: 미리"/>
            <p:cNvSpPr txBox="1"/>
            <p:nvPr/>
          </p:nvSpPr>
          <p:spPr>
            <a:xfrm>
              <a:off x="609600" y="2159794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미리</a:t>
              </a:r>
              <a:endParaRPr sz="975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3" name="Weave text 210:  "/>
            <p:cNvSpPr txBox="1"/>
            <p:nvPr/>
          </p:nvSpPr>
          <p:spPr>
            <a:xfrm>
              <a:off x="837307" y="2159794"/>
              <a:ext cx="69503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975" b="0" i="0" spc="0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975" b="0" i="0" spc="0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4" name="Weave text 210: 준비"/>
            <p:cNvSpPr txBox="1"/>
            <p:nvPr/>
          </p:nvSpPr>
          <p:spPr>
            <a:xfrm>
              <a:off x="868561" y="2159794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975" b="0" i="0" spc="0" kern="0" lang="ko-KR" altLang="en-US" dirty="0">
                  <a:solidFill>
                    <a:srgbClr val="B8A2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준비</a:t>
              </a:r>
              <a:endParaRPr sz="975" b="0" i="0" spc="0" kern="0" lang="ko-KR" altLang="en-US" dirty="0">
                <a:solidFill>
                  <a:srgbClr val="B8A2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45" name="Line 211: 허용한 기록 가져오기"/>
          <p:cNvGrpSpPr/>
          <p:nvPr/>
        </p:nvGrpSpPr>
        <p:grpSpPr>
          <a:xfrm>
            <a:off x="1506141" y="2133600"/>
            <a:ext cx="1507034" cy="312420"/>
            <a:chOff x="1506141" y="2133600"/>
            <a:chExt cx="1507034" cy="312420"/>
          </a:xfrm>
        </p:grpSpPr>
        <p:sp>
          <p:nvSpPr>
            <p:cNvPr id="46" name="Weave text 211: 허용한"/>
            <p:cNvSpPr txBox="1"/>
            <p:nvPr/>
          </p:nvSpPr>
          <p:spPr>
            <a:xfrm>
              <a:off x="1506141" y="2133600"/>
              <a:ext cx="49857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허용한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" name="Weave text 211:  "/>
            <p:cNvSpPr txBox="1"/>
            <p:nvPr/>
          </p:nvSpPr>
          <p:spPr>
            <a:xfrm>
              <a:off x="1966466" y="2133600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" name="Weave text 211: 기록"/>
            <p:cNvSpPr txBox="1"/>
            <p:nvPr/>
          </p:nvSpPr>
          <p:spPr>
            <a:xfrm>
              <a:off x="2010370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9" name="Weave text 211:  "/>
            <p:cNvSpPr txBox="1"/>
            <p:nvPr/>
          </p:nvSpPr>
          <p:spPr>
            <a:xfrm>
              <a:off x="2317254" y="2133600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0" name="Weave text 211: 가져오기"/>
            <p:cNvSpPr txBox="1"/>
            <p:nvPr/>
          </p:nvSpPr>
          <p:spPr>
            <a:xfrm>
              <a:off x="2361158" y="2133600"/>
              <a:ext cx="6520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가져오기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1" name="Line 212: 내용·출처 정리"/>
          <p:cNvGrpSpPr/>
          <p:nvPr/>
        </p:nvGrpSpPr>
        <p:grpSpPr>
          <a:xfrm>
            <a:off x="4118074" y="2133600"/>
            <a:ext cx="1047899" cy="312420"/>
            <a:chOff x="4118074" y="2133600"/>
            <a:chExt cx="1047899" cy="312420"/>
          </a:xfrm>
        </p:grpSpPr>
        <p:sp>
          <p:nvSpPr>
            <p:cNvPr id="52" name="Weave text 212: 내용"/>
            <p:cNvSpPr txBox="1"/>
            <p:nvPr/>
          </p:nvSpPr>
          <p:spPr>
            <a:xfrm>
              <a:off x="4118074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내용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3" name="Weave text 212: ·"/>
            <p:cNvSpPr txBox="1"/>
            <p:nvPr/>
          </p:nvSpPr>
          <p:spPr>
            <a:xfrm>
              <a:off x="4424958" y="2133600"/>
              <a:ext cx="83344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4" name="Weave text 212: 출처"/>
            <p:cNvSpPr txBox="1"/>
            <p:nvPr/>
          </p:nvSpPr>
          <p:spPr>
            <a:xfrm>
              <a:off x="4470053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출처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5" name="Weave text 212:  "/>
            <p:cNvSpPr txBox="1"/>
            <p:nvPr/>
          </p:nvSpPr>
          <p:spPr>
            <a:xfrm>
              <a:off x="4776936" y="2133600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6" name="Weave text 212: 정리"/>
            <p:cNvSpPr txBox="1"/>
            <p:nvPr/>
          </p:nvSpPr>
          <p:spPr>
            <a:xfrm>
              <a:off x="4820841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정리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57" name="Line 213: 색인 작업(Indexing)"/>
          <p:cNvGrpSpPr/>
          <p:nvPr/>
        </p:nvGrpSpPr>
        <p:grpSpPr>
          <a:xfrm>
            <a:off x="6270873" y="2133600"/>
            <a:ext cx="1468041" cy="312420"/>
            <a:chOff x="6270873" y="2133600"/>
            <a:chExt cx="1468041" cy="312420"/>
          </a:xfrm>
        </p:grpSpPr>
        <p:sp>
          <p:nvSpPr>
            <p:cNvPr id="58" name="Weave text 213: 색인"/>
            <p:cNvSpPr txBox="1"/>
            <p:nvPr/>
          </p:nvSpPr>
          <p:spPr>
            <a:xfrm>
              <a:off x="6270873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색인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9" name="Weave text 213:  "/>
            <p:cNvSpPr txBox="1"/>
            <p:nvPr/>
          </p:nvSpPr>
          <p:spPr>
            <a:xfrm>
              <a:off x="6577757" y="2133600"/>
              <a:ext cx="82153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0" name="Weave text 213: 작업"/>
            <p:cNvSpPr txBox="1"/>
            <p:nvPr/>
          </p:nvSpPr>
          <p:spPr>
            <a:xfrm>
              <a:off x="6621661" y="2133600"/>
              <a:ext cx="34513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작업</a:t>
              </a:r>
              <a:endParaRPr sz="1350" b="0" i="0" spc="-34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1" name="Weave text 213: (Indexing)"/>
            <p:cNvSpPr txBox="1"/>
            <p:nvPr/>
          </p:nvSpPr>
          <p:spPr>
            <a:xfrm>
              <a:off x="6928545" y="2133600"/>
              <a:ext cx="8103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-34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(Indexing)</a:t>
              </a:r>
              <a:endParaRPr sz="1350" b="0" i="0" spc="-34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62" name="Line 214: 충전·유휴 시간 활용"/>
          <p:cNvGrpSpPr/>
          <p:nvPr/>
        </p:nvGrpSpPr>
        <p:grpSpPr>
          <a:xfrm>
            <a:off x="10565606" y="2159794"/>
            <a:ext cx="1054894" cy="236220"/>
            <a:chOff x="10565606" y="2159794"/>
            <a:chExt cx="1054894" cy="236220"/>
          </a:xfrm>
        </p:grpSpPr>
        <p:sp>
          <p:nvSpPr>
            <p:cNvPr id="63" name="Weave text 214: 충전"/>
            <p:cNvSpPr txBox="1"/>
            <p:nvPr/>
          </p:nvSpPr>
          <p:spPr>
            <a:xfrm>
              <a:off x="10565606" y="2159794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rPr>
                <a:t xml:space="preserve">충전</a:t>
              </a:r>
              <a:endParaRPr sz="975" b="0" i="0" spc="0" kern="0" lang="ko-KR" altLang="en-US" dirty="0">
                <a:solidFill>
                  <a:srgbClr val="899A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4" name="Weave text 214: ·"/>
            <p:cNvSpPr txBox="1"/>
            <p:nvPr/>
          </p:nvSpPr>
          <p:spPr>
            <a:xfrm>
              <a:off x="10793313" y="2159794"/>
              <a:ext cx="73968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975" b="0" i="0" spc="0" kern="0" lang="ko-KR" altLang="en-US" dirty="0">
                <a:solidFill>
                  <a:srgbClr val="899A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5" name="Weave text 214: 유휴"/>
            <p:cNvSpPr txBox="1"/>
            <p:nvPr/>
          </p:nvSpPr>
          <p:spPr>
            <a:xfrm>
              <a:off x="10829032" y="2159794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rPr>
                <a:t xml:space="preserve">유휴</a:t>
              </a:r>
              <a:endParaRPr sz="975" b="0" i="0" spc="0" kern="0" lang="ko-KR" altLang="en-US" dirty="0">
                <a:solidFill>
                  <a:srgbClr val="899A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6" name="Weave text 214:  "/>
            <p:cNvSpPr txBox="1"/>
            <p:nvPr/>
          </p:nvSpPr>
          <p:spPr>
            <a:xfrm>
              <a:off x="11056888" y="2159794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899A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7" name="Weave text 214: 시간"/>
            <p:cNvSpPr txBox="1"/>
            <p:nvPr/>
          </p:nvSpPr>
          <p:spPr>
            <a:xfrm>
              <a:off x="11091714" y="2159794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rPr>
                <a:t xml:space="preserve">시간</a:t>
              </a:r>
              <a:endParaRPr sz="975" b="0" i="0" spc="0" kern="0" lang="ko-KR" altLang="en-US" dirty="0">
                <a:solidFill>
                  <a:srgbClr val="899A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8" name="Weave text 214:  "/>
            <p:cNvSpPr txBox="1"/>
            <p:nvPr/>
          </p:nvSpPr>
          <p:spPr>
            <a:xfrm>
              <a:off x="11319570" y="2159794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899A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9" name="Weave text 214: 활용"/>
            <p:cNvSpPr txBox="1"/>
            <p:nvPr/>
          </p:nvSpPr>
          <p:spPr>
            <a:xfrm>
              <a:off x="11354395" y="2159794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99AB5"/>
                  </a:solidFill>
                  <a:latin typeface="Noto Sans KR"/>
                  <a:ea typeface="Noto Sans KR"/>
                  <a:cs typeface="Noto Sans KR"/>
                </a:rPr>
                <a:t xml:space="preserve">활용</a:t>
              </a:r>
              <a:endParaRPr sz="975" b="0" i="0" spc="0" kern="0" lang="ko-KR" altLang="en-US" dirty="0">
                <a:solidFill>
                  <a:srgbClr val="899AB5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0" name="Line 215: 01"/>
          <p:cNvGrpSpPr/>
          <p:nvPr/>
        </p:nvGrpSpPr>
        <p:grpSpPr>
          <a:xfrm>
            <a:off x="759470" y="3109912"/>
            <a:ext cx="176510" cy="251460"/>
            <a:chOff x="759470" y="3109912"/>
            <a:chExt cx="176510" cy="251460"/>
          </a:xfrm>
        </p:grpSpPr>
        <p:sp>
          <p:nvSpPr>
            <p:cNvPr id="71" name="Weave text 215: 01"/>
            <p:cNvSpPr txBox="1"/>
            <p:nvPr/>
          </p:nvSpPr>
          <p:spPr>
            <a:xfrm>
              <a:off x="759470" y="3109912"/>
              <a:ext cx="176510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rPr>
                <a:t xml:space="preserve">01</a:t>
              </a:r>
              <a:endParaRPr sz="1050" b="0" i="0" spc="0" kern="0" lang="ko-KR" altLang="en-US" dirty="0">
                <a:solidFill>
                  <a:srgbClr val="CDBB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72" name="Line 216: Trigger"/>
          <p:cNvGrpSpPr/>
          <p:nvPr/>
        </p:nvGrpSpPr>
        <p:grpSpPr>
          <a:xfrm>
            <a:off x="609600" y="3667125"/>
            <a:ext cx="828824" cy="434340"/>
            <a:chOff x="609600" y="3667125"/>
            <a:chExt cx="828824" cy="434340"/>
          </a:xfrm>
        </p:grpSpPr>
        <p:sp>
          <p:nvSpPr>
            <p:cNvPr id="73" name="Weave text 216: Trigger"/>
            <p:cNvSpPr txBox="1"/>
            <p:nvPr/>
          </p:nvSpPr>
          <p:spPr>
            <a:xfrm>
              <a:off x="609600" y="3667125"/>
              <a:ext cx="828824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Trigger</a:t>
              </a:r>
              <a:endParaRPr sz="1950" b="0" i="0" spc="-8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74" name="Line 217: 필요한 순간을 감지"/>
          <p:cNvGrpSpPr/>
          <p:nvPr/>
        </p:nvGrpSpPr>
        <p:grpSpPr>
          <a:xfrm>
            <a:off x="609600" y="4114800"/>
            <a:ext cx="1340048" cy="312420"/>
            <a:chOff x="609600" y="4114800"/>
            <a:chExt cx="1340048" cy="312420"/>
          </a:xfrm>
        </p:grpSpPr>
        <p:sp>
          <p:nvSpPr>
            <p:cNvPr id="75" name="Weave text 217: 필요한"/>
            <p:cNvSpPr txBox="1"/>
            <p:nvPr/>
          </p:nvSpPr>
          <p:spPr>
            <a:xfrm>
              <a:off x="609600" y="4114800"/>
              <a:ext cx="4958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필요한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76" name="Weave text 217:  "/>
            <p:cNvSpPr txBox="1"/>
            <p:nvPr/>
          </p:nvSpPr>
          <p:spPr>
            <a:xfrm>
              <a:off x="1067246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77" name="Weave text 217: 순간을"/>
            <p:cNvSpPr txBox="1"/>
            <p:nvPr/>
          </p:nvSpPr>
          <p:spPr>
            <a:xfrm>
              <a:off x="1107877" y="4114800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순간을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78" name="Weave text 217:  "/>
            <p:cNvSpPr txBox="1"/>
            <p:nvPr/>
          </p:nvSpPr>
          <p:spPr>
            <a:xfrm>
              <a:off x="1565672" y="4114800"/>
              <a:ext cx="7873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79" name="Weave text 217: 감지"/>
            <p:cNvSpPr txBox="1"/>
            <p:nvPr/>
          </p:nvSpPr>
          <p:spPr>
            <a:xfrm>
              <a:off x="1606153" y="4114800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감지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80" name="Line 218: 직접 검색 · Weave 버튼"/>
          <p:cNvGrpSpPr/>
          <p:nvPr/>
        </p:nvGrpSpPr>
        <p:grpSpPr>
          <a:xfrm>
            <a:off x="609600" y="4543425"/>
            <a:ext cx="1582341" cy="281940"/>
            <a:chOff x="609600" y="4543425"/>
            <a:chExt cx="1582341" cy="281940"/>
          </a:xfrm>
        </p:grpSpPr>
        <p:sp>
          <p:nvSpPr>
            <p:cNvPr id="81" name="Weave text 218: 직접"/>
            <p:cNvSpPr txBox="1"/>
            <p:nvPr/>
          </p:nvSpPr>
          <p:spPr>
            <a:xfrm>
              <a:off x="609600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직접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2" name="Weave text 218:  "/>
            <p:cNvSpPr txBox="1"/>
            <p:nvPr/>
          </p:nvSpPr>
          <p:spPr>
            <a:xfrm>
              <a:off x="889992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3" name="Weave text 218: 검색"/>
            <p:cNvSpPr txBox="1"/>
            <p:nvPr/>
          </p:nvSpPr>
          <p:spPr>
            <a:xfrm>
              <a:off x="932855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4" name="Weave text 218:  · Weave "/>
            <p:cNvSpPr txBox="1"/>
            <p:nvPr/>
          </p:nvSpPr>
          <p:spPr>
            <a:xfrm>
              <a:off x="1213247" y="4543425"/>
              <a:ext cx="698302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· Weave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5" name="Weave text 218: 버튼"/>
            <p:cNvSpPr txBox="1"/>
            <p:nvPr/>
          </p:nvSpPr>
          <p:spPr>
            <a:xfrm>
              <a:off x="1873300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버튼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86" name="Line 219: 대화와 상황의 변화"/>
          <p:cNvGrpSpPr/>
          <p:nvPr/>
        </p:nvGrpSpPr>
        <p:grpSpPr>
          <a:xfrm>
            <a:off x="609600" y="4810125"/>
            <a:ext cx="1245543" cy="281940"/>
            <a:chOff x="609600" y="4810125"/>
            <a:chExt cx="1245543" cy="281940"/>
          </a:xfrm>
        </p:grpSpPr>
        <p:sp>
          <p:nvSpPr>
            <p:cNvPr id="87" name="Weave text 219: 대화와"/>
            <p:cNvSpPr txBox="1"/>
            <p:nvPr/>
          </p:nvSpPr>
          <p:spPr>
            <a:xfrm>
              <a:off x="609600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대화와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8" name="Weave text 219:  "/>
            <p:cNvSpPr txBox="1"/>
            <p:nvPr/>
          </p:nvSpPr>
          <p:spPr>
            <a:xfrm>
              <a:off x="1030188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9" name="Weave text 219: 상황의"/>
            <p:cNvSpPr txBox="1"/>
            <p:nvPr/>
          </p:nvSpPr>
          <p:spPr>
            <a:xfrm>
              <a:off x="1073051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상황의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0" name="Weave text 219:  "/>
            <p:cNvSpPr txBox="1"/>
            <p:nvPr/>
          </p:nvSpPr>
          <p:spPr>
            <a:xfrm>
              <a:off x="1493639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1" name="Weave text 219: 변화"/>
            <p:cNvSpPr txBox="1"/>
            <p:nvPr/>
          </p:nvSpPr>
          <p:spPr>
            <a:xfrm>
              <a:off x="1536502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변화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2" name="Line 220: 입력 이벤트 · 경량 분류"/>
          <p:cNvGrpSpPr/>
          <p:nvPr/>
        </p:nvGrpSpPr>
        <p:grpSpPr>
          <a:xfrm>
            <a:off x="609600" y="5257800"/>
            <a:ext cx="1053703" cy="205740"/>
            <a:chOff x="609600" y="5257800"/>
            <a:chExt cx="1053703" cy="205740"/>
          </a:xfrm>
        </p:grpSpPr>
        <p:sp>
          <p:nvSpPr>
            <p:cNvPr id="93" name="Weave text 220: 입력"/>
            <p:cNvSpPr txBox="1"/>
            <p:nvPr/>
          </p:nvSpPr>
          <p:spPr>
            <a:xfrm>
              <a:off x="609600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4" name="Weave text 220:  "/>
            <p:cNvSpPr txBox="1"/>
            <p:nvPr/>
          </p:nvSpPr>
          <p:spPr>
            <a:xfrm>
              <a:off x="802332" y="525780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5" name="Weave text 220: 이벤트"/>
            <p:cNvSpPr txBox="1"/>
            <p:nvPr/>
          </p:nvSpPr>
          <p:spPr>
            <a:xfrm>
              <a:off x="831800" y="525780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이벤트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6" name="Weave text 220:  · "/>
            <p:cNvSpPr txBox="1"/>
            <p:nvPr/>
          </p:nvSpPr>
          <p:spPr>
            <a:xfrm>
              <a:off x="1120973" y="5257800"/>
              <a:ext cx="12739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7" name="Weave text 220: 경량"/>
            <p:cNvSpPr txBox="1"/>
            <p:nvPr/>
          </p:nvSpPr>
          <p:spPr>
            <a:xfrm>
              <a:off x="1210121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경량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8" name="Weave text 220:  "/>
            <p:cNvSpPr txBox="1"/>
            <p:nvPr/>
          </p:nvSpPr>
          <p:spPr>
            <a:xfrm>
              <a:off x="1402854" y="525780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9" name="Weave text 220: 분류"/>
            <p:cNvSpPr txBox="1"/>
            <p:nvPr/>
          </p:nvSpPr>
          <p:spPr>
            <a:xfrm>
              <a:off x="1432322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분류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0" name="Line 221: 02"/>
          <p:cNvGrpSpPr/>
          <p:nvPr/>
        </p:nvGrpSpPr>
        <p:grpSpPr>
          <a:xfrm>
            <a:off x="3553420" y="3109912"/>
            <a:ext cx="203597" cy="251460"/>
            <a:chOff x="3553420" y="3109912"/>
            <a:chExt cx="203597" cy="251460"/>
          </a:xfrm>
        </p:grpSpPr>
        <p:sp>
          <p:nvSpPr>
            <p:cNvPr id="101" name="Weave text 221: 02"/>
            <p:cNvSpPr txBox="1"/>
            <p:nvPr/>
          </p:nvSpPr>
          <p:spPr>
            <a:xfrm>
              <a:off x="3553420" y="3109912"/>
              <a:ext cx="203597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rPr>
                <a:t xml:space="preserve">02</a:t>
              </a:r>
              <a:endParaRPr sz="1050" b="0" i="0" spc="0" kern="0" lang="ko-KR" altLang="en-US" dirty="0">
                <a:solidFill>
                  <a:srgbClr val="CDBB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02" name="Line 222: Routing"/>
          <p:cNvGrpSpPr/>
          <p:nvPr/>
        </p:nvGrpSpPr>
        <p:grpSpPr>
          <a:xfrm>
            <a:off x="3417094" y="3667125"/>
            <a:ext cx="879723" cy="434340"/>
            <a:chOff x="3417094" y="3667125"/>
            <a:chExt cx="879723" cy="434340"/>
          </a:xfrm>
        </p:grpSpPr>
        <p:sp>
          <p:nvSpPr>
            <p:cNvPr id="103" name="Weave text 222: Routing"/>
            <p:cNvSpPr txBox="1"/>
            <p:nvPr/>
          </p:nvSpPr>
          <p:spPr>
            <a:xfrm>
              <a:off x="3417094" y="3667125"/>
              <a:ext cx="879723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Routing</a:t>
              </a:r>
              <a:endParaRPr sz="1950" b="0" i="0" spc="-8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04" name="Line 223: 찾을 단서와 순서를 결정"/>
          <p:cNvGrpSpPr/>
          <p:nvPr/>
        </p:nvGrpSpPr>
        <p:grpSpPr>
          <a:xfrm>
            <a:off x="3417094" y="4114800"/>
            <a:ext cx="1685776" cy="312420"/>
            <a:chOff x="3417094" y="4114800"/>
            <a:chExt cx="1685776" cy="312420"/>
          </a:xfrm>
        </p:grpSpPr>
        <p:sp>
          <p:nvSpPr>
            <p:cNvPr id="105" name="Weave text 223: 찾을"/>
            <p:cNvSpPr txBox="1"/>
            <p:nvPr/>
          </p:nvSpPr>
          <p:spPr>
            <a:xfrm>
              <a:off x="3417094" y="41148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찾을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6" name="Weave text 223:  "/>
            <p:cNvSpPr txBox="1"/>
            <p:nvPr/>
          </p:nvSpPr>
          <p:spPr>
            <a:xfrm>
              <a:off x="3722191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7" name="Weave text 223: 단서와"/>
            <p:cNvSpPr txBox="1"/>
            <p:nvPr/>
          </p:nvSpPr>
          <p:spPr>
            <a:xfrm>
              <a:off x="3762821" y="4114800"/>
              <a:ext cx="4958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단서와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8" name="Weave text 223:  "/>
            <p:cNvSpPr txBox="1"/>
            <p:nvPr/>
          </p:nvSpPr>
          <p:spPr>
            <a:xfrm>
              <a:off x="4220468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9" name="Weave text 223: 순서를"/>
            <p:cNvSpPr txBox="1"/>
            <p:nvPr/>
          </p:nvSpPr>
          <p:spPr>
            <a:xfrm>
              <a:off x="4261098" y="4114800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순서를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10" name="Weave text 223:  "/>
            <p:cNvSpPr txBox="1"/>
            <p:nvPr/>
          </p:nvSpPr>
          <p:spPr>
            <a:xfrm>
              <a:off x="4718893" y="4114800"/>
              <a:ext cx="7873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11" name="Weave text 223: 결정"/>
            <p:cNvSpPr txBox="1"/>
            <p:nvPr/>
          </p:nvSpPr>
          <p:spPr>
            <a:xfrm>
              <a:off x="4759375" y="4114800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결정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12" name="Line 224: 누구의 어떤 기억인지 파악"/>
          <p:cNvGrpSpPr/>
          <p:nvPr/>
        </p:nvGrpSpPr>
        <p:grpSpPr>
          <a:xfrm>
            <a:off x="3417094" y="4543425"/>
            <a:ext cx="1708993" cy="281940"/>
            <a:chOff x="3417094" y="4543425"/>
            <a:chExt cx="1708993" cy="281940"/>
          </a:xfrm>
        </p:grpSpPr>
        <p:sp>
          <p:nvSpPr>
            <p:cNvPr id="113" name="Weave text 224: 누구의"/>
            <p:cNvSpPr txBox="1"/>
            <p:nvPr/>
          </p:nvSpPr>
          <p:spPr>
            <a:xfrm>
              <a:off x="3417094" y="45434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누구의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4" name="Weave text 224:  "/>
            <p:cNvSpPr txBox="1"/>
            <p:nvPr/>
          </p:nvSpPr>
          <p:spPr>
            <a:xfrm>
              <a:off x="3837682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5" name="Weave text 224: 어떤"/>
            <p:cNvSpPr txBox="1"/>
            <p:nvPr/>
          </p:nvSpPr>
          <p:spPr>
            <a:xfrm>
              <a:off x="3880545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어떤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6" name="Weave text 224:  "/>
            <p:cNvSpPr txBox="1"/>
            <p:nvPr/>
          </p:nvSpPr>
          <p:spPr>
            <a:xfrm>
              <a:off x="4160937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7" name="Weave text 224: 기억인지"/>
            <p:cNvSpPr txBox="1"/>
            <p:nvPr/>
          </p:nvSpPr>
          <p:spPr>
            <a:xfrm>
              <a:off x="4203799" y="4543425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기억인지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8" name="Weave text 224:  "/>
            <p:cNvSpPr txBox="1"/>
            <p:nvPr/>
          </p:nvSpPr>
          <p:spPr>
            <a:xfrm>
              <a:off x="4764584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9" name="Weave text 224: 파악"/>
            <p:cNvSpPr txBox="1"/>
            <p:nvPr/>
          </p:nvSpPr>
          <p:spPr>
            <a:xfrm>
              <a:off x="4807446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파악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0" name="Line 225: 다음 기록으로 이어질 단서 선택"/>
          <p:cNvGrpSpPr/>
          <p:nvPr/>
        </p:nvGrpSpPr>
        <p:grpSpPr>
          <a:xfrm>
            <a:off x="3417094" y="4810125"/>
            <a:ext cx="2032397" cy="281940"/>
            <a:chOff x="3417094" y="4810125"/>
            <a:chExt cx="2032397" cy="281940"/>
          </a:xfrm>
        </p:grpSpPr>
        <p:sp>
          <p:nvSpPr>
            <p:cNvPr id="121" name="Weave text 225: 다음"/>
            <p:cNvSpPr txBox="1"/>
            <p:nvPr/>
          </p:nvSpPr>
          <p:spPr>
            <a:xfrm>
              <a:off x="3417094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다음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2" name="Weave text 225:  "/>
            <p:cNvSpPr txBox="1"/>
            <p:nvPr/>
          </p:nvSpPr>
          <p:spPr>
            <a:xfrm>
              <a:off x="3697486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3" name="Weave text 225: 기록으로"/>
            <p:cNvSpPr txBox="1"/>
            <p:nvPr/>
          </p:nvSpPr>
          <p:spPr>
            <a:xfrm>
              <a:off x="3740348" y="4810125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기록으로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4" name="Weave text 225:  "/>
            <p:cNvSpPr txBox="1"/>
            <p:nvPr/>
          </p:nvSpPr>
          <p:spPr>
            <a:xfrm>
              <a:off x="4301133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5" name="Weave text 225: 이어질"/>
            <p:cNvSpPr txBox="1"/>
            <p:nvPr/>
          </p:nvSpPr>
          <p:spPr>
            <a:xfrm>
              <a:off x="4343995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이어질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6" name="Weave text 225:  "/>
            <p:cNvSpPr txBox="1"/>
            <p:nvPr/>
          </p:nvSpPr>
          <p:spPr>
            <a:xfrm>
              <a:off x="4764584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7" name="Weave text 225: 단서"/>
            <p:cNvSpPr txBox="1"/>
            <p:nvPr/>
          </p:nvSpPr>
          <p:spPr>
            <a:xfrm>
              <a:off x="4807446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단서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8" name="Weave text 225:  "/>
            <p:cNvSpPr txBox="1"/>
            <p:nvPr/>
          </p:nvSpPr>
          <p:spPr>
            <a:xfrm>
              <a:off x="5087838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9" name="Weave text 225: 선택"/>
            <p:cNvSpPr txBox="1"/>
            <p:nvPr/>
          </p:nvSpPr>
          <p:spPr>
            <a:xfrm>
              <a:off x="5130701" y="4810125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선택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30" name="Line 226: 인물 · 시간 · 위치 / sLLM"/>
          <p:cNvGrpSpPr/>
          <p:nvPr/>
        </p:nvGrpSpPr>
        <p:grpSpPr>
          <a:xfrm>
            <a:off x="3417094" y="5257800"/>
            <a:ext cx="1159966" cy="205740"/>
            <a:chOff x="3417094" y="5257800"/>
            <a:chExt cx="1159966" cy="205740"/>
          </a:xfrm>
        </p:grpSpPr>
        <p:sp>
          <p:nvSpPr>
            <p:cNvPr id="131" name="Weave text 226: 인물"/>
            <p:cNvSpPr txBox="1"/>
            <p:nvPr/>
          </p:nvSpPr>
          <p:spPr>
            <a:xfrm>
              <a:off x="3417094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인물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2" name="Weave text 226:  · "/>
            <p:cNvSpPr txBox="1"/>
            <p:nvPr/>
          </p:nvSpPr>
          <p:spPr>
            <a:xfrm>
              <a:off x="3609826" y="5257800"/>
              <a:ext cx="12739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3" name="Weave text 226: 시간"/>
            <p:cNvSpPr txBox="1"/>
            <p:nvPr/>
          </p:nvSpPr>
          <p:spPr>
            <a:xfrm>
              <a:off x="3698974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시간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4" name="Weave text 226:  · "/>
            <p:cNvSpPr txBox="1"/>
            <p:nvPr/>
          </p:nvSpPr>
          <p:spPr>
            <a:xfrm>
              <a:off x="3891707" y="5257800"/>
              <a:ext cx="12739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5" name="Weave text 226: 위치"/>
            <p:cNvSpPr txBox="1"/>
            <p:nvPr/>
          </p:nvSpPr>
          <p:spPr>
            <a:xfrm>
              <a:off x="3980855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위치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6" name="Weave text 226:  / sLLM"/>
            <p:cNvSpPr txBox="1"/>
            <p:nvPr/>
          </p:nvSpPr>
          <p:spPr>
            <a:xfrm>
              <a:off x="4173587" y="5257800"/>
              <a:ext cx="403473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/ sLLM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37" name="Line 227: 03"/>
          <p:cNvGrpSpPr/>
          <p:nvPr/>
        </p:nvGrpSpPr>
        <p:grpSpPr>
          <a:xfrm>
            <a:off x="6360319" y="3109912"/>
            <a:ext cx="204639" cy="251460"/>
            <a:chOff x="6360319" y="3109912"/>
            <a:chExt cx="204639" cy="251460"/>
          </a:xfrm>
        </p:grpSpPr>
        <p:sp>
          <p:nvSpPr>
            <p:cNvPr id="138" name="Weave text 227: 03"/>
            <p:cNvSpPr txBox="1"/>
            <p:nvPr/>
          </p:nvSpPr>
          <p:spPr>
            <a:xfrm>
              <a:off x="6360319" y="3109912"/>
              <a:ext cx="204639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rPr>
                <a:t xml:space="preserve">03</a:t>
              </a:r>
              <a:endParaRPr sz="1050" b="0" i="0" spc="0" kern="0" lang="ko-KR" altLang="en-US" dirty="0">
                <a:solidFill>
                  <a:srgbClr val="CDBB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39" name="Line 228: Search"/>
          <p:cNvGrpSpPr/>
          <p:nvPr/>
        </p:nvGrpSpPr>
        <p:grpSpPr>
          <a:xfrm>
            <a:off x="6224588" y="3667125"/>
            <a:ext cx="812155" cy="434340"/>
            <a:chOff x="6224588" y="3667125"/>
            <a:chExt cx="812155" cy="434340"/>
          </a:xfrm>
        </p:grpSpPr>
        <p:sp>
          <p:nvSpPr>
            <p:cNvPr id="140" name="Weave text 228: Search"/>
            <p:cNvSpPr txBox="1"/>
            <p:nvPr/>
          </p:nvSpPr>
          <p:spPr>
            <a:xfrm>
              <a:off x="6224588" y="3667125"/>
              <a:ext cx="812155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Search</a:t>
              </a:r>
              <a:endParaRPr sz="1950" b="0" i="0" spc="-8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41" name="Line 229: 관련 기록을 찾아 연결"/>
          <p:cNvGrpSpPr/>
          <p:nvPr/>
        </p:nvGrpSpPr>
        <p:grpSpPr>
          <a:xfrm>
            <a:off x="6224588" y="4114800"/>
            <a:ext cx="1533227" cy="312420"/>
            <a:chOff x="6224588" y="4114800"/>
            <a:chExt cx="1533227" cy="312420"/>
          </a:xfrm>
        </p:grpSpPr>
        <p:sp>
          <p:nvSpPr>
            <p:cNvPr id="142" name="Weave text 229: 관련"/>
            <p:cNvSpPr txBox="1"/>
            <p:nvPr/>
          </p:nvSpPr>
          <p:spPr>
            <a:xfrm>
              <a:off x="6224588" y="41148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관련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3" name="Weave text 229:  "/>
            <p:cNvSpPr txBox="1"/>
            <p:nvPr/>
          </p:nvSpPr>
          <p:spPr>
            <a:xfrm>
              <a:off x="6529685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44" name="Weave text 229: 기록을"/>
            <p:cNvSpPr txBox="1"/>
            <p:nvPr/>
          </p:nvSpPr>
          <p:spPr>
            <a:xfrm>
              <a:off x="6570315" y="4114800"/>
              <a:ext cx="4958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기록을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5" name="Weave text 229:  "/>
            <p:cNvSpPr txBox="1"/>
            <p:nvPr/>
          </p:nvSpPr>
          <p:spPr>
            <a:xfrm>
              <a:off x="7027962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46" name="Weave text 229: 찾아"/>
            <p:cNvSpPr txBox="1"/>
            <p:nvPr/>
          </p:nvSpPr>
          <p:spPr>
            <a:xfrm>
              <a:off x="7068592" y="4114800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찾아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47" name="Weave text 229:  "/>
            <p:cNvSpPr txBox="1"/>
            <p:nvPr/>
          </p:nvSpPr>
          <p:spPr>
            <a:xfrm>
              <a:off x="7373838" y="4114800"/>
              <a:ext cx="7873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48" name="Weave text 229: 연결"/>
            <p:cNvSpPr txBox="1"/>
            <p:nvPr/>
          </p:nvSpPr>
          <p:spPr>
            <a:xfrm>
              <a:off x="7414320" y="4114800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연결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49" name="Line 230: 키워드·의미 검색으로 모으고"/>
          <p:cNvGrpSpPr/>
          <p:nvPr/>
        </p:nvGrpSpPr>
        <p:grpSpPr>
          <a:xfrm>
            <a:off x="6224588" y="4543425"/>
            <a:ext cx="1850231" cy="281940"/>
            <a:chOff x="6224588" y="4543425"/>
            <a:chExt cx="1850231" cy="281940"/>
          </a:xfrm>
        </p:grpSpPr>
        <p:sp>
          <p:nvSpPr>
            <p:cNvPr id="150" name="Weave text 230: 키워드"/>
            <p:cNvSpPr txBox="1"/>
            <p:nvPr/>
          </p:nvSpPr>
          <p:spPr>
            <a:xfrm>
              <a:off x="6224588" y="45434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키워드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1" name="Weave text 230: ·"/>
            <p:cNvSpPr txBox="1"/>
            <p:nvPr/>
          </p:nvSpPr>
          <p:spPr>
            <a:xfrm>
              <a:off x="6645176" y="4543425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2" name="Weave text 230: 의미"/>
            <p:cNvSpPr txBox="1"/>
            <p:nvPr/>
          </p:nvSpPr>
          <p:spPr>
            <a:xfrm>
              <a:off x="6689080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의미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3" name="Weave text 230:  "/>
            <p:cNvSpPr txBox="1"/>
            <p:nvPr/>
          </p:nvSpPr>
          <p:spPr>
            <a:xfrm>
              <a:off x="6969472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4" name="Weave text 230: 검색으로"/>
            <p:cNvSpPr txBox="1"/>
            <p:nvPr/>
          </p:nvSpPr>
          <p:spPr>
            <a:xfrm>
              <a:off x="7012335" y="4543425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검색으로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5" name="Weave text 230:  "/>
            <p:cNvSpPr txBox="1"/>
            <p:nvPr/>
          </p:nvSpPr>
          <p:spPr>
            <a:xfrm>
              <a:off x="7573119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6" name="Weave text 230: 모으고"/>
            <p:cNvSpPr txBox="1"/>
            <p:nvPr/>
          </p:nvSpPr>
          <p:spPr>
            <a:xfrm>
              <a:off x="7615982" y="45434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모으고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57" name="Line 231: 현재 맥락에 맞는 후보를 추림"/>
          <p:cNvGrpSpPr/>
          <p:nvPr/>
        </p:nvGrpSpPr>
        <p:grpSpPr>
          <a:xfrm>
            <a:off x="6224588" y="4810125"/>
            <a:ext cx="1892052" cy="281940"/>
            <a:chOff x="6224588" y="4810125"/>
            <a:chExt cx="1892052" cy="281940"/>
          </a:xfrm>
        </p:grpSpPr>
        <p:sp>
          <p:nvSpPr>
            <p:cNvPr id="158" name="Weave text 231: 현재"/>
            <p:cNvSpPr txBox="1"/>
            <p:nvPr/>
          </p:nvSpPr>
          <p:spPr>
            <a:xfrm>
              <a:off x="6224588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현재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9" name="Weave text 231:  "/>
            <p:cNvSpPr txBox="1"/>
            <p:nvPr/>
          </p:nvSpPr>
          <p:spPr>
            <a:xfrm>
              <a:off x="6504980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0" name="Weave text 231: 맥락에"/>
            <p:cNvSpPr txBox="1"/>
            <p:nvPr/>
          </p:nvSpPr>
          <p:spPr>
            <a:xfrm>
              <a:off x="6547842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맥락에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231:  "/>
            <p:cNvSpPr txBox="1"/>
            <p:nvPr/>
          </p:nvSpPr>
          <p:spPr>
            <a:xfrm>
              <a:off x="6968430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231: 맞는"/>
            <p:cNvSpPr txBox="1"/>
            <p:nvPr/>
          </p:nvSpPr>
          <p:spPr>
            <a:xfrm>
              <a:off x="7011293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맞는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3" name="Weave text 231:  "/>
            <p:cNvSpPr txBox="1"/>
            <p:nvPr/>
          </p:nvSpPr>
          <p:spPr>
            <a:xfrm>
              <a:off x="7291685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4" name="Weave text 231: 후보를"/>
            <p:cNvSpPr txBox="1"/>
            <p:nvPr/>
          </p:nvSpPr>
          <p:spPr>
            <a:xfrm>
              <a:off x="7334548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후보를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5" name="Weave text 231:  "/>
            <p:cNvSpPr txBox="1"/>
            <p:nvPr/>
          </p:nvSpPr>
          <p:spPr>
            <a:xfrm>
              <a:off x="7755136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6" name="Weave text 231: 추림"/>
            <p:cNvSpPr txBox="1"/>
            <p:nvPr/>
          </p:nvSpPr>
          <p:spPr>
            <a:xfrm>
              <a:off x="7797998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추림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67" name="Line 232: 키워드·벡터 검색 · Reranking"/>
          <p:cNvGrpSpPr/>
          <p:nvPr/>
        </p:nvGrpSpPr>
        <p:grpSpPr>
          <a:xfrm>
            <a:off x="6224588" y="5257800"/>
            <a:ext cx="1357908" cy="205740"/>
            <a:chOff x="6224588" y="5257800"/>
            <a:chExt cx="1357908" cy="205740"/>
          </a:xfrm>
        </p:grpSpPr>
        <p:sp>
          <p:nvSpPr>
            <p:cNvPr id="168" name="Weave text 232: 키워드"/>
            <p:cNvSpPr txBox="1"/>
            <p:nvPr/>
          </p:nvSpPr>
          <p:spPr>
            <a:xfrm>
              <a:off x="6224588" y="525780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키워드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9" name="Weave text 232: ·"/>
            <p:cNvSpPr txBox="1"/>
            <p:nvPr/>
          </p:nvSpPr>
          <p:spPr>
            <a:xfrm>
              <a:off x="6513761" y="5257800"/>
              <a:ext cx="68312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0" name="Weave text 232: 벡터"/>
            <p:cNvSpPr txBox="1"/>
            <p:nvPr/>
          </p:nvSpPr>
          <p:spPr>
            <a:xfrm>
              <a:off x="6543824" y="5257800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벡터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1" name="Weave text 232:  "/>
            <p:cNvSpPr txBox="1"/>
            <p:nvPr/>
          </p:nvSpPr>
          <p:spPr>
            <a:xfrm>
              <a:off x="6736705" y="525780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2" name="Weave text 232: 검색"/>
            <p:cNvSpPr txBox="1"/>
            <p:nvPr/>
          </p:nvSpPr>
          <p:spPr>
            <a:xfrm>
              <a:off x="6766173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3" name="Weave text 232:  · Reranking"/>
            <p:cNvSpPr txBox="1"/>
            <p:nvPr/>
          </p:nvSpPr>
          <p:spPr>
            <a:xfrm>
              <a:off x="6958905" y="5257800"/>
              <a:ext cx="623590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· Reranking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74" name="Line 233: 04"/>
          <p:cNvGrpSpPr/>
          <p:nvPr/>
        </p:nvGrpSpPr>
        <p:grpSpPr>
          <a:xfrm>
            <a:off x="9165878" y="3109912"/>
            <a:ext cx="208508" cy="251460"/>
            <a:chOff x="9165878" y="3109912"/>
            <a:chExt cx="208508" cy="251460"/>
          </a:xfrm>
        </p:grpSpPr>
        <p:sp>
          <p:nvSpPr>
            <p:cNvPr id="175" name="Weave text 233: 04"/>
            <p:cNvSpPr txBox="1"/>
            <p:nvPr/>
          </p:nvSpPr>
          <p:spPr>
            <a:xfrm>
              <a:off x="9165878" y="3109912"/>
              <a:ext cx="208508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CDBBFF"/>
                  </a:solidFill>
                  <a:latin typeface="Inter"/>
                  <a:ea typeface="Inter"/>
                  <a:cs typeface="Inter"/>
                </a:rPr>
                <a:t xml:space="preserve">04</a:t>
              </a:r>
              <a:endParaRPr sz="1050" b="0" i="0" spc="0" kern="0" lang="ko-KR" altLang="en-US" dirty="0">
                <a:solidFill>
                  <a:srgbClr val="CDBB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76" name="Line 234: Delivery"/>
          <p:cNvGrpSpPr/>
          <p:nvPr/>
        </p:nvGrpSpPr>
        <p:grpSpPr>
          <a:xfrm>
            <a:off x="9032081" y="3667125"/>
            <a:ext cx="938957" cy="434340"/>
            <a:chOff x="9032081" y="3667125"/>
            <a:chExt cx="938957" cy="434340"/>
          </a:xfrm>
        </p:grpSpPr>
        <p:sp>
          <p:nvSpPr>
            <p:cNvPr id="177" name="Weave text 234: Delivery"/>
            <p:cNvSpPr txBox="1"/>
            <p:nvPr/>
          </p:nvSpPr>
          <p:spPr>
            <a:xfrm>
              <a:off x="9032081" y="3667125"/>
              <a:ext cx="938957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950" b="0" i="0" spc="-88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Delivery</a:t>
              </a:r>
              <a:endParaRPr sz="1950" b="0" i="0" spc="-88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78" name="Line 235: 지금 쓰기 좋은 형태로 전달"/>
          <p:cNvGrpSpPr/>
          <p:nvPr/>
        </p:nvGrpSpPr>
        <p:grpSpPr>
          <a:xfrm>
            <a:off x="9032081" y="4114800"/>
            <a:ext cx="1878955" cy="312420"/>
            <a:chOff x="9032081" y="4114800"/>
            <a:chExt cx="1878955" cy="312420"/>
          </a:xfrm>
        </p:grpSpPr>
        <p:sp>
          <p:nvSpPr>
            <p:cNvPr id="179" name="Weave text 235: 지금"/>
            <p:cNvSpPr txBox="1"/>
            <p:nvPr/>
          </p:nvSpPr>
          <p:spPr>
            <a:xfrm>
              <a:off x="9032081" y="41148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지금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80" name="Weave text 235:  "/>
            <p:cNvSpPr txBox="1"/>
            <p:nvPr/>
          </p:nvSpPr>
          <p:spPr>
            <a:xfrm>
              <a:off x="9337179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81" name="Weave text 235: 쓰기"/>
            <p:cNvSpPr txBox="1"/>
            <p:nvPr/>
          </p:nvSpPr>
          <p:spPr>
            <a:xfrm>
              <a:off x="9377809" y="41148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쓰기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82" name="Weave text 235:  "/>
            <p:cNvSpPr txBox="1"/>
            <p:nvPr/>
          </p:nvSpPr>
          <p:spPr>
            <a:xfrm>
              <a:off x="9682907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83" name="Weave text 235: 좋은"/>
            <p:cNvSpPr txBox="1"/>
            <p:nvPr/>
          </p:nvSpPr>
          <p:spPr>
            <a:xfrm>
              <a:off x="9723537" y="4114800"/>
              <a:ext cx="34334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좋은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84" name="Weave text 235:  "/>
            <p:cNvSpPr txBox="1"/>
            <p:nvPr/>
          </p:nvSpPr>
          <p:spPr>
            <a:xfrm>
              <a:off x="10028634" y="4114800"/>
              <a:ext cx="7887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85" name="Weave text 235: 형태로"/>
            <p:cNvSpPr txBox="1"/>
            <p:nvPr/>
          </p:nvSpPr>
          <p:spPr>
            <a:xfrm>
              <a:off x="10069264" y="4114800"/>
              <a:ext cx="49604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형태로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86" name="Weave text 235:  "/>
            <p:cNvSpPr txBox="1"/>
            <p:nvPr/>
          </p:nvSpPr>
          <p:spPr>
            <a:xfrm>
              <a:off x="10527060" y="4114800"/>
              <a:ext cx="7873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1350" b="0" i="0" spc="-40" kern="0" lang="ko-KR" altLang="en-US" dirty="0">
                <a:solidFill>
                  <a:srgbClr val="CBB7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87" name="Weave text 235: 전달"/>
            <p:cNvSpPr txBox="1"/>
            <p:nvPr/>
          </p:nvSpPr>
          <p:spPr>
            <a:xfrm>
              <a:off x="10567541" y="4114800"/>
              <a:ext cx="343495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1350" b="0" i="0" spc="-40" kern="0" lang="ko-KR" altLang="en-US" dirty="0">
                  <a:solidFill>
                    <a:srgbClr val="CBB7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전달</a:t>
              </a:r>
              <a:endParaRPr sz="1350" b="0" i="0" spc="-40" kern="0" lang="ko-KR" altLang="en-US" dirty="0">
                <a:solidFill>
                  <a:srgbClr val="CBB7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88" name="Line 236: 검색 결과 · 답장 · 검색어"/>
          <p:cNvGrpSpPr/>
          <p:nvPr/>
        </p:nvGrpSpPr>
        <p:grpSpPr>
          <a:xfrm>
            <a:off x="9032081" y="4543425"/>
            <a:ext cx="1602135" cy="281940"/>
            <a:chOff x="9032081" y="4543425"/>
            <a:chExt cx="1602135" cy="281940"/>
          </a:xfrm>
        </p:grpSpPr>
        <p:sp>
          <p:nvSpPr>
            <p:cNvPr id="189" name="Weave text 236: 검색"/>
            <p:cNvSpPr txBox="1"/>
            <p:nvPr/>
          </p:nvSpPr>
          <p:spPr>
            <a:xfrm>
              <a:off x="9032081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0" name="Weave text 236:  "/>
            <p:cNvSpPr txBox="1"/>
            <p:nvPr/>
          </p:nvSpPr>
          <p:spPr>
            <a:xfrm>
              <a:off x="9312473" y="45434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1" name="Weave text 236: 결과"/>
            <p:cNvSpPr txBox="1"/>
            <p:nvPr/>
          </p:nvSpPr>
          <p:spPr>
            <a:xfrm>
              <a:off x="9355336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결과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2" name="Weave text 236:  · "/>
            <p:cNvSpPr txBox="1"/>
            <p:nvPr/>
          </p:nvSpPr>
          <p:spPr>
            <a:xfrm>
              <a:off x="9635728" y="4543425"/>
              <a:ext cx="16787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3" name="Weave text 236: 답장"/>
            <p:cNvSpPr txBox="1"/>
            <p:nvPr/>
          </p:nvSpPr>
          <p:spPr>
            <a:xfrm>
              <a:off x="9765357" y="45434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답장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4" name="Weave text 236:  · "/>
            <p:cNvSpPr txBox="1"/>
            <p:nvPr/>
          </p:nvSpPr>
          <p:spPr>
            <a:xfrm>
              <a:off x="10045750" y="4543425"/>
              <a:ext cx="16787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5" name="Weave text 236: 검색어"/>
            <p:cNvSpPr txBox="1"/>
            <p:nvPr/>
          </p:nvSpPr>
          <p:spPr>
            <a:xfrm>
              <a:off x="10175379" y="45434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검색어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96" name="Line 237: 출처와 함께 확인하고 입력"/>
          <p:cNvGrpSpPr/>
          <p:nvPr/>
        </p:nvGrpSpPr>
        <p:grpSpPr>
          <a:xfrm>
            <a:off x="9032081" y="4810125"/>
            <a:ext cx="1708993" cy="281940"/>
            <a:chOff x="9032081" y="4810125"/>
            <a:chExt cx="1708993" cy="281940"/>
          </a:xfrm>
        </p:grpSpPr>
        <p:sp>
          <p:nvSpPr>
            <p:cNvPr id="197" name="Weave text 237: 출처와"/>
            <p:cNvSpPr txBox="1"/>
            <p:nvPr/>
          </p:nvSpPr>
          <p:spPr>
            <a:xfrm>
              <a:off x="9032081" y="48101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출처와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8" name="Weave text 237:  "/>
            <p:cNvSpPr txBox="1"/>
            <p:nvPr/>
          </p:nvSpPr>
          <p:spPr>
            <a:xfrm>
              <a:off x="9452670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9" name="Weave text 237: 함께"/>
            <p:cNvSpPr txBox="1"/>
            <p:nvPr/>
          </p:nvSpPr>
          <p:spPr>
            <a:xfrm>
              <a:off x="9495532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함께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0" name="Weave text 237:  "/>
            <p:cNvSpPr txBox="1"/>
            <p:nvPr/>
          </p:nvSpPr>
          <p:spPr>
            <a:xfrm>
              <a:off x="9775924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1" name="Weave text 237: 확인하고"/>
            <p:cNvSpPr txBox="1"/>
            <p:nvPr/>
          </p:nvSpPr>
          <p:spPr>
            <a:xfrm>
              <a:off x="9818787" y="4810125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확인하고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2" name="Weave text 237:  "/>
            <p:cNvSpPr txBox="1"/>
            <p:nvPr/>
          </p:nvSpPr>
          <p:spPr>
            <a:xfrm>
              <a:off x="10379571" y="48101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CB8CD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3" name="Weave text 237: 입력"/>
            <p:cNvSpPr txBox="1"/>
            <p:nvPr/>
          </p:nvSpPr>
          <p:spPr>
            <a:xfrm>
              <a:off x="10422434" y="48101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CB8CD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1200" b="0" i="0" spc="0" kern="0" lang="ko-KR" altLang="en-US" dirty="0">
                <a:solidFill>
                  <a:srgbClr val="ACB8CD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04" name="Line 238: 문장 구성 · 키보드 UI"/>
          <p:cNvGrpSpPr/>
          <p:nvPr/>
        </p:nvGrpSpPr>
        <p:grpSpPr>
          <a:xfrm>
            <a:off x="9032081" y="5257800"/>
            <a:ext cx="967085" cy="205740"/>
            <a:chOff x="9032081" y="5257800"/>
            <a:chExt cx="967085" cy="205740"/>
          </a:xfrm>
        </p:grpSpPr>
        <p:sp>
          <p:nvSpPr>
            <p:cNvPr id="205" name="Weave text 238: 문장"/>
            <p:cNvSpPr txBox="1"/>
            <p:nvPr/>
          </p:nvSpPr>
          <p:spPr>
            <a:xfrm>
              <a:off x="9032081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문장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6" name="Weave text 238:  "/>
            <p:cNvSpPr txBox="1"/>
            <p:nvPr/>
          </p:nvSpPr>
          <p:spPr>
            <a:xfrm>
              <a:off x="9224814" y="5257800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7" name="Weave text 238: 구성"/>
            <p:cNvSpPr txBox="1"/>
            <p:nvPr/>
          </p:nvSpPr>
          <p:spPr>
            <a:xfrm>
              <a:off x="9254282" y="5257800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구성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8" name="Weave text 238:  · "/>
            <p:cNvSpPr txBox="1"/>
            <p:nvPr/>
          </p:nvSpPr>
          <p:spPr>
            <a:xfrm>
              <a:off x="9447014" y="5257800"/>
              <a:ext cx="12739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9" name="Weave text 238: 키보드"/>
            <p:cNvSpPr txBox="1"/>
            <p:nvPr/>
          </p:nvSpPr>
          <p:spPr>
            <a:xfrm>
              <a:off x="9536162" y="5257800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Noto Sans KR"/>
                  <a:ea typeface="Noto Sans KR"/>
                  <a:cs typeface="Noto Sans KR"/>
                </a:rPr>
                <a:t xml:space="preserve">키보드</a:t>
              </a:r>
              <a:endParaRPr sz="825" b="0" i="0" spc="0" kern="0" lang="ko-KR" altLang="en-US" dirty="0">
                <a:solidFill>
                  <a:srgbClr val="6F81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0" name="Weave text 238:  UI"/>
            <p:cNvSpPr txBox="1"/>
            <p:nvPr/>
          </p:nvSpPr>
          <p:spPr>
            <a:xfrm>
              <a:off x="9825335" y="5257800"/>
              <a:ext cx="17383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6F819C"/>
                  </a:solidFill>
                  <a:latin typeface="Inter"/>
                  <a:ea typeface="Inter"/>
                  <a:cs typeface="Inter"/>
                </a:rPr>
                <a:t xml:space="preserve"> UI</a:t>
              </a:r>
              <a:endParaRPr sz="825" b="0" i="0" spc="0" kern="0" lang="ko-KR" altLang="en-US" dirty="0">
                <a:solidFill>
                  <a:srgbClr val="6F819C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11" name="Line 239: 개인 기록의 검색과 연결은 "/>
          <p:cNvGrpSpPr/>
          <p:nvPr/>
        </p:nvGrpSpPr>
        <p:grpSpPr>
          <a:xfrm>
            <a:off x="1323975" y="5824538"/>
            <a:ext cx="2080320" cy="342900"/>
            <a:chOff x="1323975" y="5824538"/>
            <a:chExt cx="2080320" cy="342900"/>
          </a:xfrm>
        </p:grpSpPr>
        <p:sp>
          <p:nvSpPr>
            <p:cNvPr id="212" name="Weave text 239: 개인"/>
            <p:cNvSpPr txBox="1"/>
            <p:nvPr/>
          </p:nvSpPr>
          <p:spPr>
            <a:xfrm>
              <a:off x="1323975" y="5824538"/>
              <a:ext cx="375345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개인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239:  "/>
            <p:cNvSpPr txBox="1"/>
            <p:nvPr/>
          </p:nvSpPr>
          <p:spPr>
            <a:xfrm>
              <a:off x="1661071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239: 기록의"/>
            <p:cNvSpPr txBox="1"/>
            <p:nvPr/>
          </p:nvSpPr>
          <p:spPr>
            <a:xfrm>
              <a:off x="1707952" y="5824538"/>
              <a:ext cx="544116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기록의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5" name="Weave text 239:  "/>
            <p:cNvSpPr txBox="1"/>
            <p:nvPr/>
          </p:nvSpPr>
          <p:spPr>
            <a:xfrm>
              <a:off x="2213818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6" name="Weave text 239: 검색과"/>
            <p:cNvSpPr txBox="1"/>
            <p:nvPr/>
          </p:nvSpPr>
          <p:spPr>
            <a:xfrm>
              <a:off x="2260699" y="5824538"/>
              <a:ext cx="543967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검색과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7" name="Weave text 239:  "/>
            <p:cNvSpPr txBox="1"/>
            <p:nvPr/>
          </p:nvSpPr>
          <p:spPr>
            <a:xfrm>
              <a:off x="2766417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8" name="Weave text 239: 연결은"/>
            <p:cNvSpPr txBox="1"/>
            <p:nvPr/>
          </p:nvSpPr>
          <p:spPr>
            <a:xfrm>
              <a:off x="2813298" y="5824538"/>
              <a:ext cx="544116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Noto Sans KR"/>
                  <a:ea typeface="Noto Sans KR"/>
                  <a:cs typeface="Noto Sans KR"/>
                </a:rPr>
                <a:t xml:space="preserve">연결은</a:t>
              </a:r>
              <a:endParaRPr sz="1500" b="0" i="0" spc="-52" kern="0" lang="ko-KR" altLang="en-US" dirty="0">
                <a:solidFill>
                  <a:srgbClr val="F7F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239:  "/>
            <p:cNvSpPr txBox="1"/>
            <p:nvPr/>
          </p:nvSpPr>
          <p:spPr>
            <a:xfrm>
              <a:off x="3319165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F7F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F7F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0" name="Line 240: 서버가 아닌 기기 안에서."/>
          <p:cNvGrpSpPr/>
          <p:nvPr/>
        </p:nvGrpSpPr>
        <p:grpSpPr>
          <a:xfrm>
            <a:off x="3366195" y="5824538"/>
            <a:ext cx="1913037" cy="342900"/>
            <a:chOff x="3366195" y="5824538"/>
            <a:chExt cx="1913037" cy="342900"/>
          </a:xfrm>
        </p:grpSpPr>
        <p:sp>
          <p:nvSpPr>
            <p:cNvPr id="221" name="Weave text 240: 서버가"/>
            <p:cNvSpPr txBox="1"/>
            <p:nvPr/>
          </p:nvSpPr>
          <p:spPr>
            <a:xfrm>
              <a:off x="3366195" y="5824538"/>
              <a:ext cx="543967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rPr>
                <a:t xml:space="preserve">서버가</a:t>
              </a:r>
              <a:endParaRPr sz="1500" b="0" i="0" spc="-52" kern="0" lang="ko-KR" altLang="en-US" dirty="0">
                <a:solidFill>
                  <a:srgbClr val="CBB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2" name="Weave text 240:  "/>
            <p:cNvSpPr txBox="1"/>
            <p:nvPr/>
          </p:nvSpPr>
          <p:spPr>
            <a:xfrm>
              <a:off x="3871912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CBB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3" name="Weave text 240: 아닌"/>
            <p:cNvSpPr txBox="1"/>
            <p:nvPr/>
          </p:nvSpPr>
          <p:spPr>
            <a:xfrm>
              <a:off x="3918793" y="5824538"/>
              <a:ext cx="375493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rPr>
                <a:t xml:space="preserve">아닌</a:t>
              </a:r>
              <a:endParaRPr sz="1500" b="0" i="0" spc="-52" kern="0" lang="ko-KR" altLang="en-US" dirty="0">
                <a:solidFill>
                  <a:srgbClr val="CBB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4" name="Weave text 240:  "/>
            <p:cNvSpPr txBox="1"/>
            <p:nvPr/>
          </p:nvSpPr>
          <p:spPr>
            <a:xfrm>
              <a:off x="4256038" y="5824538"/>
              <a:ext cx="85130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CBB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5" name="Weave text 240: 기기"/>
            <p:cNvSpPr txBox="1"/>
            <p:nvPr/>
          </p:nvSpPr>
          <p:spPr>
            <a:xfrm>
              <a:off x="4302919" y="5824538"/>
              <a:ext cx="375345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500" b="0" i="0" spc="-52" kern="0" lang="ko-KR" altLang="en-US" dirty="0">
                <a:solidFill>
                  <a:srgbClr val="CBB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6" name="Weave text 240:  "/>
            <p:cNvSpPr txBox="1"/>
            <p:nvPr/>
          </p:nvSpPr>
          <p:spPr>
            <a:xfrm>
              <a:off x="4640014" y="5824538"/>
              <a:ext cx="85279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500" b="0" i="0" spc="-52" kern="0" lang="ko-KR" altLang="en-US" dirty="0">
                <a:solidFill>
                  <a:srgbClr val="CBB7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7" name="Weave text 240: 안에서"/>
            <p:cNvSpPr txBox="1"/>
            <p:nvPr/>
          </p:nvSpPr>
          <p:spPr>
            <a:xfrm>
              <a:off x="4687044" y="5824538"/>
              <a:ext cx="543967" cy="313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Noto Sans KR"/>
                  <a:ea typeface="Noto Sans KR"/>
                  <a:cs typeface="Noto Sans KR"/>
                </a:rPr>
                <a:t xml:space="preserve">안에서</a:t>
              </a:r>
              <a:endParaRPr sz="1500" b="0" i="0" spc="-52" kern="0" lang="ko-KR" altLang="en-US" dirty="0">
                <a:solidFill>
                  <a:srgbClr val="CBB7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8" name="Weave text 240: ."/>
            <p:cNvSpPr txBox="1"/>
            <p:nvPr/>
          </p:nvSpPr>
          <p:spPr>
            <a:xfrm>
              <a:off x="5192762" y="5824538"/>
              <a:ext cx="86469" cy="268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defRPr>
              </a:pPr>
              <a:r>
                <a:rPr sz="1500" b="0" i="0" spc="-52" kern="0" lang="ko-KR" altLang="en-US" dirty="0">
                  <a:solidFill>
                    <a:srgbClr val="CBB7F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500" b="0" i="0" spc="-52" kern="0" lang="ko-KR" altLang="en-US" dirty="0">
                <a:solidFill>
                  <a:srgbClr val="CBB7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9" name="Line 241: 사용자 동의 기반 · 온디바이스 설계"/>
          <p:cNvGrpSpPr/>
          <p:nvPr/>
        </p:nvGrpSpPr>
        <p:grpSpPr>
          <a:xfrm>
            <a:off x="9697343" y="5872162"/>
            <a:ext cx="1704082" cy="220980"/>
            <a:chOff x="9697343" y="5872162"/>
            <a:chExt cx="1704082" cy="220980"/>
          </a:xfrm>
        </p:grpSpPr>
        <p:sp>
          <p:nvSpPr>
            <p:cNvPr id="230" name="Weave text 241: 사용자"/>
            <p:cNvSpPr txBox="1"/>
            <p:nvPr/>
          </p:nvSpPr>
          <p:spPr>
            <a:xfrm>
              <a:off x="9697343" y="5872162"/>
              <a:ext cx="353616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rPr>
                <a:t xml:space="preserve">사용자</a:t>
              </a:r>
              <a:endParaRPr sz="900" b="0" i="0" spc="0" kern="0" lang="ko-KR" altLang="en-US" dirty="0">
                <a:solidFill>
                  <a:srgbClr val="9AA6BE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1" name="Weave text 241:  "/>
            <p:cNvSpPr txBox="1"/>
            <p:nvPr/>
          </p:nvSpPr>
          <p:spPr>
            <a:xfrm>
              <a:off x="10012710" y="587216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AA6BE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2" name="Weave text 241: 동의"/>
            <p:cNvSpPr txBox="1"/>
            <p:nvPr/>
          </p:nvSpPr>
          <p:spPr>
            <a:xfrm>
              <a:off x="10044857" y="587216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rPr>
                <a:t xml:space="preserve">동의</a:t>
              </a:r>
              <a:endParaRPr sz="900" b="0" i="0" spc="0" kern="0" lang="ko-KR" altLang="en-US" dirty="0">
                <a:solidFill>
                  <a:srgbClr val="9AA6BE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3" name="Weave text 241:  "/>
            <p:cNvSpPr txBox="1"/>
            <p:nvPr/>
          </p:nvSpPr>
          <p:spPr>
            <a:xfrm>
              <a:off x="10255151" y="587216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AA6BE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4" name="Weave text 241: 기반"/>
            <p:cNvSpPr txBox="1"/>
            <p:nvPr/>
          </p:nvSpPr>
          <p:spPr>
            <a:xfrm>
              <a:off x="10287298" y="587216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rPr>
                <a:t xml:space="preserve">기반</a:t>
              </a:r>
              <a:endParaRPr sz="900" b="0" i="0" spc="0" kern="0" lang="ko-KR" altLang="en-US" dirty="0">
                <a:solidFill>
                  <a:srgbClr val="9AA6BE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5" name="Weave text 241:  · "/>
            <p:cNvSpPr txBox="1"/>
            <p:nvPr/>
          </p:nvSpPr>
          <p:spPr>
            <a:xfrm>
              <a:off x="10497592" y="5872162"/>
              <a:ext cx="135582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900" b="0" i="0" spc="0" kern="0" lang="ko-KR" altLang="en-US" dirty="0">
                <a:solidFill>
                  <a:srgbClr val="9AA6BE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6" name="Weave text 241: 온디바이스"/>
            <p:cNvSpPr txBox="1"/>
            <p:nvPr/>
          </p:nvSpPr>
          <p:spPr>
            <a:xfrm>
              <a:off x="10594925" y="5872162"/>
              <a:ext cx="564059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rPr>
                <a:t xml:space="preserve">온디바이스</a:t>
              </a:r>
              <a:endParaRPr sz="900" b="0" i="0" spc="0" kern="0" lang="ko-KR" altLang="en-US" dirty="0">
                <a:solidFill>
                  <a:srgbClr val="9AA6BE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7" name="Weave text 241:  "/>
            <p:cNvSpPr txBox="1"/>
            <p:nvPr/>
          </p:nvSpPr>
          <p:spPr>
            <a:xfrm>
              <a:off x="11120735" y="5872162"/>
              <a:ext cx="70396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00" b="0" i="0" spc="0" kern="0" lang="ko-KR" altLang="en-US" dirty="0">
                <a:solidFill>
                  <a:srgbClr val="9AA6BE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8" name="Weave text 241: 설계"/>
            <p:cNvSpPr txBox="1"/>
            <p:nvPr/>
          </p:nvSpPr>
          <p:spPr>
            <a:xfrm>
              <a:off x="11152882" y="5872162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00" b="0" i="0" spc="0" kern="0" lang="ko-KR" altLang="en-US" dirty="0">
                  <a:solidFill>
                    <a:srgbClr val="9AA6BE"/>
                  </a:solidFill>
                  <a:latin typeface="Noto Sans KR"/>
                  <a:ea typeface="Noto Sans KR"/>
                  <a:cs typeface="Noto Sans KR"/>
                </a:rPr>
                <a:t xml:space="preserve">설계</a:t>
              </a:r>
              <a:endParaRPr sz="900" b="0" i="0" spc="0" kern="0" lang="ko-KR" altLang="en-US" dirty="0">
                <a:solidFill>
                  <a:srgbClr val="9AA6BE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39" name="Line 242: 08 / 11"/>
          <p:cNvGrpSpPr/>
          <p:nvPr/>
        </p:nvGrpSpPr>
        <p:grpSpPr>
          <a:xfrm>
            <a:off x="11171188" y="6486525"/>
            <a:ext cx="449312" cy="190500"/>
            <a:chOff x="11171188" y="6486525"/>
            <a:chExt cx="449312" cy="190500"/>
          </a:xfrm>
        </p:grpSpPr>
        <p:sp>
          <p:nvSpPr>
            <p:cNvPr id="240" name="Weave text 242: 08 / 11"/>
            <p:cNvSpPr txBox="1"/>
            <p:nvPr/>
          </p:nvSpPr>
          <p:spPr>
            <a:xfrm>
              <a:off x="11171188" y="6486525"/>
              <a:ext cx="44931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08 / 11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243: 09 / Q &amp; A"/>
          <p:cNvGrpSpPr/>
          <p:nvPr/>
        </p:nvGrpSpPr>
        <p:grpSpPr>
          <a:xfrm>
            <a:off x="609600" y="371475"/>
            <a:ext cx="734764" cy="205740"/>
            <a:chOff x="609600" y="371475"/>
            <a:chExt cx="734764" cy="205740"/>
          </a:xfrm>
        </p:grpSpPr>
        <p:sp>
          <p:nvSpPr>
            <p:cNvPr id="4" name="Weave text 243: 09 / Q &amp; A"/>
            <p:cNvSpPr txBox="1"/>
            <p:nvPr/>
          </p:nvSpPr>
          <p:spPr>
            <a:xfrm>
              <a:off x="609600" y="371475"/>
              <a:ext cx="734764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09 / Q &amp; A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244: 활용은 넓게, 처리는 기기 안에서."/>
          <p:cNvGrpSpPr/>
          <p:nvPr/>
        </p:nvGrpSpPr>
        <p:grpSpPr>
          <a:xfrm>
            <a:off x="609600" y="704850"/>
            <a:ext cx="4852095" cy="647700"/>
            <a:chOff x="609600" y="704850"/>
            <a:chExt cx="4852095" cy="647700"/>
          </a:xfrm>
        </p:grpSpPr>
        <p:sp>
          <p:nvSpPr>
            <p:cNvPr id="6" name="Weave text 244: 활용은"/>
            <p:cNvSpPr txBox="1"/>
            <p:nvPr/>
          </p:nvSpPr>
          <p:spPr>
            <a:xfrm>
              <a:off x="609600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활용은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244:  "/>
            <p:cNvSpPr txBox="1"/>
            <p:nvPr/>
          </p:nvSpPr>
          <p:spPr>
            <a:xfrm>
              <a:off x="1603921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244: 넓게"/>
            <p:cNvSpPr txBox="1"/>
            <p:nvPr/>
          </p:nvSpPr>
          <p:spPr>
            <a:xfrm>
              <a:off x="1680865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넓게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244: , "/>
            <p:cNvSpPr txBox="1"/>
            <p:nvPr/>
          </p:nvSpPr>
          <p:spPr>
            <a:xfrm>
              <a:off x="2343745" y="704850"/>
              <a:ext cx="209848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244: 처리는"/>
            <p:cNvSpPr txBox="1"/>
            <p:nvPr/>
          </p:nvSpPr>
          <p:spPr>
            <a:xfrm>
              <a:off x="2515344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처리는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244:  "/>
            <p:cNvSpPr txBox="1"/>
            <p:nvPr/>
          </p:nvSpPr>
          <p:spPr>
            <a:xfrm>
              <a:off x="3509814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244: 기기"/>
            <p:cNvSpPr txBox="1"/>
            <p:nvPr/>
          </p:nvSpPr>
          <p:spPr>
            <a:xfrm>
              <a:off x="3586758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기기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244:  "/>
            <p:cNvSpPr txBox="1"/>
            <p:nvPr/>
          </p:nvSpPr>
          <p:spPr>
            <a:xfrm>
              <a:off x="4249638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244: 안에서"/>
            <p:cNvSpPr txBox="1"/>
            <p:nvPr/>
          </p:nvSpPr>
          <p:spPr>
            <a:xfrm>
              <a:off x="4326582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안에서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244: ."/>
            <p:cNvSpPr txBox="1"/>
            <p:nvPr/>
          </p:nvSpPr>
          <p:spPr>
            <a:xfrm>
              <a:off x="5321052" y="70485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6" name="Line 245: 기록을 가져오는 방법부터 사용자가 직접 통제하는 방법까지."/>
          <p:cNvGrpSpPr/>
          <p:nvPr/>
        </p:nvGrpSpPr>
        <p:grpSpPr>
          <a:xfrm>
            <a:off x="609600" y="1333500"/>
            <a:ext cx="4082355" cy="297180"/>
            <a:chOff x="609600" y="1333500"/>
            <a:chExt cx="4082355" cy="297180"/>
          </a:xfrm>
        </p:grpSpPr>
        <p:sp>
          <p:nvSpPr>
            <p:cNvPr id="17" name="Weave text 245: 기록을"/>
            <p:cNvSpPr txBox="1"/>
            <p:nvPr/>
          </p:nvSpPr>
          <p:spPr>
            <a:xfrm>
              <a:off x="609600" y="1333500"/>
              <a:ext cx="485031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" name="Weave text 245:  "/>
            <p:cNvSpPr txBox="1"/>
            <p:nvPr/>
          </p:nvSpPr>
          <p:spPr>
            <a:xfrm>
              <a:off x="1056382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" name="Weave text 245: 가져오는"/>
            <p:cNvSpPr txBox="1"/>
            <p:nvPr/>
          </p:nvSpPr>
          <p:spPr>
            <a:xfrm>
              <a:off x="1101923" y="133350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가져오는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245:  "/>
            <p:cNvSpPr txBox="1"/>
            <p:nvPr/>
          </p:nvSpPr>
          <p:spPr>
            <a:xfrm>
              <a:off x="1697831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245: 방법부터"/>
            <p:cNvSpPr txBox="1"/>
            <p:nvPr/>
          </p:nvSpPr>
          <p:spPr>
            <a:xfrm>
              <a:off x="1743373" y="133350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방법부터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245:  "/>
            <p:cNvSpPr txBox="1"/>
            <p:nvPr/>
          </p:nvSpPr>
          <p:spPr>
            <a:xfrm>
              <a:off x="2339280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245: 사용자가"/>
            <p:cNvSpPr txBox="1"/>
            <p:nvPr/>
          </p:nvSpPr>
          <p:spPr>
            <a:xfrm>
              <a:off x="2384822" y="133350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사용자가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245:  "/>
            <p:cNvSpPr txBox="1"/>
            <p:nvPr/>
          </p:nvSpPr>
          <p:spPr>
            <a:xfrm>
              <a:off x="2980730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245: 직접"/>
            <p:cNvSpPr txBox="1"/>
            <p:nvPr/>
          </p:nvSpPr>
          <p:spPr>
            <a:xfrm>
              <a:off x="3026271" y="1333500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직접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245:  "/>
            <p:cNvSpPr txBox="1"/>
            <p:nvPr/>
          </p:nvSpPr>
          <p:spPr>
            <a:xfrm>
              <a:off x="3324225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245: 통제하는"/>
            <p:cNvSpPr txBox="1"/>
            <p:nvPr/>
          </p:nvSpPr>
          <p:spPr>
            <a:xfrm>
              <a:off x="3369766" y="1333500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통제하는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245:  "/>
            <p:cNvSpPr txBox="1"/>
            <p:nvPr/>
          </p:nvSpPr>
          <p:spPr>
            <a:xfrm>
              <a:off x="3965674" y="1333500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245: 방법까지"/>
            <p:cNvSpPr txBox="1"/>
            <p:nvPr/>
          </p:nvSpPr>
          <p:spPr>
            <a:xfrm>
              <a:off x="4011216" y="1333500"/>
              <a:ext cx="634008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방법까지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245: ."/>
            <p:cNvSpPr txBox="1"/>
            <p:nvPr/>
          </p:nvSpPr>
          <p:spPr>
            <a:xfrm>
              <a:off x="4606975" y="1333500"/>
              <a:ext cx="849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1" name="Line 246: Q."/>
          <p:cNvGrpSpPr/>
          <p:nvPr/>
        </p:nvGrpSpPr>
        <p:grpSpPr>
          <a:xfrm>
            <a:off x="609600" y="2009775"/>
            <a:ext cx="287982" cy="434340"/>
            <a:chOff x="609600" y="2009775"/>
            <a:chExt cx="287982" cy="434340"/>
          </a:xfrm>
        </p:grpSpPr>
        <p:sp>
          <p:nvSpPr>
            <p:cNvPr id="32" name="Weave text 246: Q."/>
            <p:cNvSpPr txBox="1"/>
            <p:nvPr/>
          </p:nvSpPr>
          <p:spPr>
            <a:xfrm>
              <a:off x="609600" y="2009775"/>
              <a:ext cx="287982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Q.</a:t>
              </a:r>
              <a:endParaRPr sz="19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3" name="Line 247: 카카오톡 대화도 활용할 수 있나요?"/>
          <p:cNvGrpSpPr/>
          <p:nvPr/>
        </p:nvGrpSpPr>
        <p:grpSpPr>
          <a:xfrm>
            <a:off x="1209675" y="2000250"/>
            <a:ext cx="2791718" cy="358140"/>
            <a:chOff x="1209675" y="2000250"/>
            <a:chExt cx="2791718" cy="358140"/>
          </a:xfrm>
        </p:grpSpPr>
        <p:sp>
          <p:nvSpPr>
            <p:cNvPr id="34" name="Weave text 247: 카카오톡"/>
            <p:cNvSpPr txBox="1"/>
            <p:nvPr/>
          </p:nvSpPr>
          <p:spPr>
            <a:xfrm>
              <a:off x="1209675" y="2000250"/>
              <a:ext cx="746224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카카오톡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5" name="Weave text 247:  "/>
            <p:cNvSpPr txBox="1"/>
            <p:nvPr/>
          </p:nvSpPr>
          <p:spPr>
            <a:xfrm>
              <a:off x="1917650" y="20002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6" name="Weave text 247: 대화도"/>
            <p:cNvSpPr txBox="1"/>
            <p:nvPr/>
          </p:nvSpPr>
          <p:spPr>
            <a:xfrm>
              <a:off x="1961108" y="20002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대화도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7" name="Weave text 247:  "/>
            <p:cNvSpPr txBox="1"/>
            <p:nvPr/>
          </p:nvSpPr>
          <p:spPr>
            <a:xfrm>
              <a:off x="2492127" y="20002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38" name="Weave text 247: 활용할"/>
            <p:cNvSpPr txBox="1"/>
            <p:nvPr/>
          </p:nvSpPr>
          <p:spPr>
            <a:xfrm>
              <a:off x="2535585" y="20002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활용할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39" name="Weave text 247:  "/>
            <p:cNvSpPr txBox="1"/>
            <p:nvPr/>
          </p:nvSpPr>
          <p:spPr>
            <a:xfrm>
              <a:off x="3066604" y="20002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0" name="Weave text 247: 수"/>
            <p:cNvSpPr txBox="1"/>
            <p:nvPr/>
          </p:nvSpPr>
          <p:spPr>
            <a:xfrm>
              <a:off x="3110061" y="2000250"/>
              <a:ext cx="215205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수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1" name="Weave text 247:  "/>
            <p:cNvSpPr txBox="1"/>
            <p:nvPr/>
          </p:nvSpPr>
          <p:spPr>
            <a:xfrm>
              <a:off x="3287018" y="20002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42" name="Weave text 247: 있나요"/>
            <p:cNvSpPr txBox="1"/>
            <p:nvPr/>
          </p:nvSpPr>
          <p:spPr>
            <a:xfrm>
              <a:off x="3330476" y="20002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있나요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43" name="Weave text 247: ?"/>
            <p:cNvSpPr txBox="1"/>
            <p:nvPr/>
          </p:nvSpPr>
          <p:spPr>
            <a:xfrm>
              <a:off x="3861495" y="2000250"/>
              <a:ext cx="13989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44" name="Line 248: A. 허용한 수신 알림을 기기 안에 쌓아 활용합니다. 본인 발신·‘나와의"/>
          <p:cNvGrpSpPr/>
          <p:nvPr/>
        </p:nvGrpSpPr>
        <p:grpSpPr>
          <a:xfrm>
            <a:off x="1209675" y="2405062"/>
            <a:ext cx="5906839" cy="281940"/>
            <a:chOff x="1209675" y="2405062"/>
            <a:chExt cx="5906839" cy="281940"/>
          </a:xfrm>
        </p:grpSpPr>
        <p:sp>
          <p:nvSpPr>
            <p:cNvPr id="45" name="Weave text 248: A. "/>
            <p:cNvSpPr txBox="1"/>
            <p:nvPr/>
          </p:nvSpPr>
          <p:spPr>
            <a:xfrm>
              <a:off x="1209675" y="2405062"/>
              <a:ext cx="23008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A.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6" name="Weave text 248: 허용한"/>
            <p:cNvSpPr txBox="1"/>
            <p:nvPr/>
          </p:nvSpPr>
          <p:spPr>
            <a:xfrm>
              <a:off x="1401514" y="24050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허용한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" name="Weave text 248:  "/>
            <p:cNvSpPr txBox="1"/>
            <p:nvPr/>
          </p:nvSpPr>
          <p:spPr>
            <a:xfrm>
              <a:off x="1822103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" name="Weave text 248: 수신"/>
            <p:cNvSpPr txBox="1"/>
            <p:nvPr/>
          </p:nvSpPr>
          <p:spPr>
            <a:xfrm>
              <a:off x="1864965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수신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9" name="Weave text 248:  "/>
            <p:cNvSpPr txBox="1"/>
            <p:nvPr/>
          </p:nvSpPr>
          <p:spPr>
            <a:xfrm>
              <a:off x="2145357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0" name="Weave text 248: 알림을"/>
            <p:cNvSpPr txBox="1"/>
            <p:nvPr/>
          </p:nvSpPr>
          <p:spPr>
            <a:xfrm>
              <a:off x="2188220" y="24050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알림을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1" name="Weave text 248:  "/>
            <p:cNvSpPr txBox="1"/>
            <p:nvPr/>
          </p:nvSpPr>
          <p:spPr>
            <a:xfrm>
              <a:off x="2608957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2" name="Weave text 248: 기기"/>
            <p:cNvSpPr txBox="1"/>
            <p:nvPr/>
          </p:nvSpPr>
          <p:spPr>
            <a:xfrm>
              <a:off x="2651820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3" name="Weave text 248:  "/>
            <p:cNvSpPr txBox="1"/>
            <p:nvPr/>
          </p:nvSpPr>
          <p:spPr>
            <a:xfrm>
              <a:off x="2932212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4" name="Weave text 248: 안에"/>
            <p:cNvSpPr txBox="1"/>
            <p:nvPr/>
          </p:nvSpPr>
          <p:spPr>
            <a:xfrm>
              <a:off x="2975074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안에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5" name="Weave text 248:  "/>
            <p:cNvSpPr txBox="1"/>
            <p:nvPr/>
          </p:nvSpPr>
          <p:spPr>
            <a:xfrm>
              <a:off x="3255466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6" name="Weave text 248: 쌓아"/>
            <p:cNvSpPr txBox="1"/>
            <p:nvPr/>
          </p:nvSpPr>
          <p:spPr>
            <a:xfrm>
              <a:off x="3298329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쌓아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7" name="Weave text 248:  "/>
            <p:cNvSpPr txBox="1"/>
            <p:nvPr/>
          </p:nvSpPr>
          <p:spPr>
            <a:xfrm>
              <a:off x="3578721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58" name="Weave text 248: 활용합니다"/>
            <p:cNvSpPr txBox="1"/>
            <p:nvPr/>
          </p:nvSpPr>
          <p:spPr>
            <a:xfrm>
              <a:off x="3621584" y="2405062"/>
              <a:ext cx="73937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활용합니다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59" name="Weave text 248: . "/>
            <p:cNvSpPr txBox="1"/>
            <p:nvPr/>
          </p:nvSpPr>
          <p:spPr>
            <a:xfrm>
              <a:off x="4322713" y="2405062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0" name="Weave text 248: 본인"/>
            <p:cNvSpPr txBox="1"/>
            <p:nvPr/>
          </p:nvSpPr>
          <p:spPr>
            <a:xfrm>
              <a:off x="4409480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본인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1" name="Weave text 248:  "/>
            <p:cNvSpPr txBox="1"/>
            <p:nvPr/>
          </p:nvSpPr>
          <p:spPr>
            <a:xfrm>
              <a:off x="4689872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2" name="Weave text 248: 발신"/>
            <p:cNvSpPr txBox="1"/>
            <p:nvPr/>
          </p:nvSpPr>
          <p:spPr>
            <a:xfrm>
              <a:off x="4732734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발신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3" name="Weave text 248: ·‘"/>
            <p:cNvSpPr txBox="1"/>
            <p:nvPr/>
          </p:nvSpPr>
          <p:spPr>
            <a:xfrm>
              <a:off x="5013127" y="2405062"/>
              <a:ext cx="112365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·‘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4" name="Weave text 248: 나와의"/>
            <p:cNvSpPr txBox="1"/>
            <p:nvPr/>
          </p:nvSpPr>
          <p:spPr>
            <a:xfrm>
              <a:off x="5087243" y="24050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나와의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5" name="Weave text 248:  "/>
            <p:cNvSpPr txBox="1"/>
            <p:nvPr/>
          </p:nvSpPr>
          <p:spPr>
            <a:xfrm>
              <a:off x="5507831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6" name="Weave text 248: 채팅"/>
            <p:cNvSpPr txBox="1"/>
            <p:nvPr/>
          </p:nvSpPr>
          <p:spPr>
            <a:xfrm>
              <a:off x="5550694" y="24050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채팅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7" name="Weave text 248: ’"/>
            <p:cNvSpPr txBox="1"/>
            <p:nvPr/>
          </p:nvSpPr>
          <p:spPr>
            <a:xfrm>
              <a:off x="5831086" y="2405062"/>
              <a:ext cx="7798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’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68" name="Weave text 248: 도"/>
            <p:cNvSpPr txBox="1"/>
            <p:nvPr/>
          </p:nvSpPr>
          <p:spPr>
            <a:xfrm>
              <a:off x="5870823" y="2405062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9" name="Weave text 248:  "/>
            <p:cNvSpPr txBox="1"/>
            <p:nvPr/>
          </p:nvSpPr>
          <p:spPr>
            <a:xfrm>
              <a:off x="6011019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0" name="Weave text 248: 대화"/>
            <p:cNvSpPr txBox="1"/>
            <p:nvPr/>
          </p:nvSpPr>
          <p:spPr>
            <a:xfrm>
              <a:off x="6053882" y="2405062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1" name="Weave text 248:  "/>
            <p:cNvSpPr txBox="1"/>
            <p:nvPr/>
          </p:nvSpPr>
          <p:spPr>
            <a:xfrm>
              <a:off x="6334423" y="24050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2" name="Weave text 248: 내보내기를"/>
            <p:cNvSpPr txBox="1"/>
            <p:nvPr/>
          </p:nvSpPr>
          <p:spPr>
            <a:xfrm>
              <a:off x="6377285" y="2405062"/>
              <a:ext cx="7392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내보내기를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3" name="Line 249: 한 번 실행해, 그 시점까지의 기록을 함께 가져올 수 있습니다."/>
          <p:cNvGrpSpPr/>
          <p:nvPr/>
        </p:nvGrpSpPr>
        <p:grpSpPr>
          <a:xfrm>
            <a:off x="1209675" y="2664023"/>
            <a:ext cx="3876675" cy="281940"/>
            <a:chOff x="1209675" y="2664023"/>
            <a:chExt cx="3876675" cy="281940"/>
          </a:xfrm>
        </p:grpSpPr>
        <p:sp>
          <p:nvSpPr>
            <p:cNvPr id="74" name="Weave text 249: 한"/>
            <p:cNvSpPr txBox="1"/>
            <p:nvPr/>
          </p:nvSpPr>
          <p:spPr>
            <a:xfrm>
              <a:off x="1209675" y="2664023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5" name="Weave text 249:  "/>
            <p:cNvSpPr txBox="1"/>
            <p:nvPr/>
          </p:nvSpPr>
          <p:spPr>
            <a:xfrm>
              <a:off x="1349871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6" name="Weave text 249: 번"/>
            <p:cNvSpPr txBox="1"/>
            <p:nvPr/>
          </p:nvSpPr>
          <p:spPr>
            <a:xfrm>
              <a:off x="1392734" y="2664023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번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7" name="Weave text 249:  "/>
            <p:cNvSpPr txBox="1"/>
            <p:nvPr/>
          </p:nvSpPr>
          <p:spPr>
            <a:xfrm>
              <a:off x="1532930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8" name="Weave text 249: 실행해"/>
            <p:cNvSpPr txBox="1"/>
            <p:nvPr/>
          </p:nvSpPr>
          <p:spPr>
            <a:xfrm>
              <a:off x="1575792" y="26640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실행해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9" name="Weave text 249: , "/>
            <p:cNvSpPr txBox="1"/>
            <p:nvPr/>
          </p:nvSpPr>
          <p:spPr>
            <a:xfrm>
              <a:off x="1996380" y="2664023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0" name="Weave text 249: 그"/>
            <p:cNvSpPr txBox="1"/>
            <p:nvPr/>
          </p:nvSpPr>
          <p:spPr>
            <a:xfrm>
              <a:off x="2083147" y="2664023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그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1" name="Weave text 249:  "/>
            <p:cNvSpPr txBox="1"/>
            <p:nvPr/>
          </p:nvSpPr>
          <p:spPr>
            <a:xfrm>
              <a:off x="2223343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2" name="Weave text 249: 시점까지의"/>
            <p:cNvSpPr txBox="1"/>
            <p:nvPr/>
          </p:nvSpPr>
          <p:spPr>
            <a:xfrm>
              <a:off x="2266206" y="2664023"/>
              <a:ext cx="7392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시점까지의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3" name="Weave text 249:  "/>
            <p:cNvSpPr txBox="1"/>
            <p:nvPr/>
          </p:nvSpPr>
          <p:spPr>
            <a:xfrm>
              <a:off x="2967186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4" name="Weave text 249: 기록을"/>
            <p:cNvSpPr txBox="1"/>
            <p:nvPr/>
          </p:nvSpPr>
          <p:spPr>
            <a:xfrm>
              <a:off x="3010049" y="2664023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5" name="Weave text 249:  "/>
            <p:cNvSpPr txBox="1"/>
            <p:nvPr/>
          </p:nvSpPr>
          <p:spPr>
            <a:xfrm>
              <a:off x="3430786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6" name="Weave text 249: 함께"/>
            <p:cNvSpPr txBox="1"/>
            <p:nvPr/>
          </p:nvSpPr>
          <p:spPr>
            <a:xfrm>
              <a:off x="3473648" y="2664023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함께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7" name="Weave text 249:  "/>
            <p:cNvSpPr txBox="1"/>
            <p:nvPr/>
          </p:nvSpPr>
          <p:spPr>
            <a:xfrm>
              <a:off x="3754041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8" name="Weave text 249: 가져올"/>
            <p:cNvSpPr txBox="1"/>
            <p:nvPr/>
          </p:nvSpPr>
          <p:spPr>
            <a:xfrm>
              <a:off x="3796903" y="26640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가져올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9" name="Weave text 249:  "/>
            <p:cNvSpPr txBox="1"/>
            <p:nvPr/>
          </p:nvSpPr>
          <p:spPr>
            <a:xfrm>
              <a:off x="4217491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0" name="Weave text 249: 수"/>
            <p:cNvSpPr txBox="1"/>
            <p:nvPr/>
          </p:nvSpPr>
          <p:spPr>
            <a:xfrm>
              <a:off x="4260354" y="2664023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수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1" name="Weave text 249:  "/>
            <p:cNvSpPr txBox="1"/>
            <p:nvPr/>
          </p:nvSpPr>
          <p:spPr>
            <a:xfrm>
              <a:off x="4400550" y="26640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2" name="Weave text 249: 있습니다"/>
            <p:cNvSpPr txBox="1"/>
            <p:nvPr/>
          </p:nvSpPr>
          <p:spPr>
            <a:xfrm>
              <a:off x="4443412" y="2664023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있습니다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3" name="Weave text 249: ."/>
            <p:cNvSpPr txBox="1"/>
            <p:nvPr/>
          </p:nvSpPr>
          <p:spPr>
            <a:xfrm>
              <a:off x="5004197" y="2664023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94" name="Line 250: Google Gemini도 허용된 알림을 읽고 요약합니다.">
            <a:hlinkClick r:id="rIdWeaveLink250"/>
          </p:cNvPr>
          <p:cNvGrpSpPr/>
          <p:nvPr/>
        </p:nvGrpSpPr>
        <p:grpSpPr>
          <a:xfrm>
            <a:off x="1209675" y="2989659"/>
            <a:ext cx="2263378" cy="205740"/>
            <a:chOff x="1209675" y="2989659"/>
            <a:chExt cx="2263378" cy="205740"/>
          </a:xfrm>
        </p:grpSpPr>
        <p:sp>
          <p:nvSpPr>
            <p:cNvPr id="95" name="Weave text 250: Google Gemini">
              <a:hlinkClick r:id="rIdWeaveLink250"/>
            </p:cNvPr>
            <p:cNvSpPr txBox="1"/>
            <p:nvPr/>
          </p:nvSpPr>
          <p:spPr>
            <a:xfrm>
              <a:off x="1209675" y="2989659"/>
              <a:ext cx="765870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Google Gemini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6" name="Weave text 250: 도">
              <a:hlinkClick r:id="rIdWeaveLink250"/>
            </p:cNvPr>
            <p:cNvSpPr txBox="1"/>
            <p:nvPr/>
          </p:nvSpPr>
          <p:spPr>
            <a:xfrm>
              <a:off x="1937296" y="2989659"/>
              <a:ext cx="134689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7" name="Weave text 250:  ">
              <a:hlinkClick r:id="rIdWeaveLink250"/>
            </p:cNvPr>
            <p:cNvSpPr txBox="1"/>
            <p:nvPr/>
          </p:nvSpPr>
          <p:spPr>
            <a:xfrm>
              <a:off x="2033736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8" name="Weave text 250: 허용된">
              <a:hlinkClick r:id="rIdWeaveLink250"/>
            </p:cNvPr>
            <p:cNvSpPr txBox="1"/>
            <p:nvPr/>
          </p:nvSpPr>
          <p:spPr>
            <a:xfrm>
              <a:off x="2063204" y="29896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허용된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9" name="Weave text 250:  ">
              <a:hlinkClick r:id="rIdWeaveLink250"/>
            </p:cNvPr>
            <p:cNvSpPr txBox="1"/>
            <p:nvPr/>
          </p:nvSpPr>
          <p:spPr>
            <a:xfrm>
              <a:off x="2352377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0" name="Weave text 250: 알림을">
              <a:hlinkClick r:id="rIdWeaveLink250"/>
            </p:cNvPr>
            <p:cNvSpPr txBox="1"/>
            <p:nvPr/>
          </p:nvSpPr>
          <p:spPr>
            <a:xfrm>
              <a:off x="2381845" y="29896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알림을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1" name="Weave text 250:  ">
              <a:hlinkClick r:id="rIdWeaveLink250"/>
            </p:cNvPr>
            <p:cNvSpPr txBox="1"/>
            <p:nvPr/>
          </p:nvSpPr>
          <p:spPr>
            <a:xfrm>
              <a:off x="2671018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2" name="Weave text 250: 읽고">
              <a:hlinkClick r:id="rIdWeaveLink250"/>
            </p:cNvPr>
            <p:cNvSpPr txBox="1"/>
            <p:nvPr/>
          </p:nvSpPr>
          <p:spPr>
            <a:xfrm>
              <a:off x="2700486" y="29896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읽고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3" name="Weave text 250:  ">
              <a:hlinkClick r:id="rIdWeaveLink250"/>
            </p:cNvPr>
            <p:cNvSpPr txBox="1"/>
            <p:nvPr/>
          </p:nvSpPr>
          <p:spPr>
            <a:xfrm>
              <a:off x="2893219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4" name="Weave text 250: 요약합니다">
              <a:hlinkClick r:id="rIdWeaveLink250"/>
            </p:cNvPr>
            <p:cNvSpPr txBox="1"/>
            <p:nvPr/>
          </p:nvSpPr>
          <p:spPr>
            <a:xfrm>
              <a:off x="2922687" y="2989659"/>
              <a:ext cx="52015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요약합니다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5" name="Weave text 250: .">
              <a:hlinkClick r:id="rIdWeaveLink250"/>
            </p:cNvPr>
            <p:cNvSpPr txBox="1"/>
            <p:nvPr/>
          </p:nvSpPr>
          <p:spPr>
            <a:xfrm>
              <a:off x="3404592" y="29896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06" name="Line 251:  알림에 없는 이후 발신 기록은 추가 내보내기로 갱신합니다."/>
          <p:cNvGrpSpPr/>
          <p:nvPr/>
        </p:nvGrpSpPr>
        <p:grpSpPr>
          <a:xfrm>
            <a:off x="3434953" y="2989659"/>
            <a:ext cx="2617589" cy="205740"/>
            <a:chOff x="3434953" y="2989659"/>
            <a:chExt cx="2617589" cy="205740"/>
          </a:xfrm>
        </p:grpSpPr>
        <p:sp>
          <p:nvSpPr>
            <p:cNvPr id="107" name="Weave text 251:  "/>
            <p:cNvSpPr txBox="1"/>
            <p:nvPr/>
          </p:nvSpPr>
          <p:spPr>
            <a:xfrm>
              <a:off x="3434953" y="2989659"/>
              <a:ext cx="67568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8" name="Weave text 251: 알림에"/>
            <p:cNvSpPr txBox="1"/>
            <p:nvPr/>
          </p:nvSpPr>
          <p:spPr>
            <a:xfrm>
              <a:off x="3464421" y="29896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알림에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9" name="Weave text 251:  "/>
            <p:cNvSpPr txBox="1"/>
            <p:nvPr/>
          </p:nvSpPr>
          <p:spPr>
            <a:xfrm>
              <a:off x="3753594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0" name="Weave text 251: 없는"/>
            <p:cNvSpPr txBox="1"/>
            <p:nvPr/>
          </p:nvSpPr>
          <p:spPr>
            <a:xfrm>
              <a:off x="3783062" y="29896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없는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1" name="Weave text 251:  "/>
            <p:cNvSpPr txBox="1"/>
            <p:nvPr/>
          </p:nvSpPr>
          <p:spPr>
            <a:xfrm>
              <a:off x="3975795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2" name="Weave text 251: 이후"/>
            <p:cNvSpPr txBox="1"/>
            <p:nvPr/>
          </p:nvSpPr>
          <p:spPr>
            <a:xfrm>
              <a:off x="4005262" y="29896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이후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3" name="Weave text 251:  "/>
            <p:cNvSpPr txBox="1"/>
            <p:nvPr/>
          </p:nvSpPr>
          <p:spPr>
            <a:xfrm>
              <a:off x="4197995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4" name="Weave text 251: 발신"/>
            <p:cNvSpPr txBox="1"/>
            <p:nvPr/>
          </p:nvSpPr>
          <p:spPr>
            <a:xfrm>
              <a:off x="4227463" y="2989659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발신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5" name="Weave text 251:  "/>
            <p:cNvSpPr txBox="1"/>
            <p:nvPr/>
          </p:nvSpPr>
          <p:spPr>
            <a:xfrm>
              <a:off x="4420344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6" name="Weave text 251: 기록은"/>
            <p:cNvSpPr txBox="1"/>
            <p:nvPr/>
          </p:nvSpPr>
          <p:spPr>
            <a:xfrm>
              <a:off x="4449812" y="29896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기록은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7" name="Weave text 251:  "/>
            <p:cNvSpPr txBox="1"/>
            <p:nvPr/>
          </p:nvSpPr>
          <p:spPr>
            <a:xfrm>
              <a:off x="4738985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8" name="Weave text 251: 추가"/>
            <p:cNvSpPr txBox="1"/>
            <p:nvPr/>
          </p:nvSpPr>
          <p:spPr>
            <a:xfrm>
              <a:off x="4768453" y="29896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추가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9" name="Weave text 251:  "/>
            <p:cNvSpPr txBox="1"/>
            <p:nvPr/>
          </p:nvSpPr>
          <p:spPr>
            <a:xfrm>
              <a:off x="4961186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0" name="Weave text 251: 내보내기로"/>
            <p:cNvSpPr txBox="1"/>
            <p:nvPr/>
          </p:nvSpPr>
          <p:spPr>
            <a:xfrm>
              <a:off x="4990654" y="2989659"/>
              <a:ext cx="52015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내보내기로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1" name="Weave text 251:  "/>
            <p:cNvSpPr txBox="1"/>
            <p:nvPr/>
          </p:nvSpPr>
          <p:spPr>
            <a:xfrm>
              <a:off x="5472559" y="29896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2" name="Weave text 251: 갱신합니다"/>
            <p:cNvSpPr txBox="1"/>
            <p:nvPr/>
          </p:nvSpPr>
          <p:spPr>
            <a:xfrm>
              <a:off x="5502027" y="2989659"/>
              <a:ext cx="520303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갱신합니다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3" name="Weave text 251: ."/>
            <p:cNvSpPr txBox="1"/>
            <p:nvPr/>
          </p:nvSpPr>
          <p:spPr>
            <a:xfrm>
              <a:off x="5984081" y="29896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24" name="Line 252: Q."/>
          <p:cNvGrpSpPr/>
          <p:nvPr/>
        </p:nvGrpSpPr>
        <p:grpSpPr>
          <a:xfrm>
            <a:off x="609600" y="3457575"/>
            <a:ext cx="287982" cy="434340"/>
            <a:chOff x="609600" y="3457575"/>
            <a:chExt cx="287982" cy="434340"/>
          </a:xfrm>
        </p:grpSpPr>
        <p:sp>
          <p:nvSpPr>
            <p:cNvPr id="125" name="Weave text 252: Q."/>
            <p:cNvSpPr txBox="1"/>
            <p:nvPr/>
          </p:nvSpPr>
          <p:spPr>
            <a:xfrm>
              <a:off x="609600" y="3457575"/>
              <a:ext cx="287982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Q.</a:t>
              </a:r>
              <a:endParaRPr sz="19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26" name="Line 253: 기록이 많으면 느려지거나, 배터리를 많이 쓰지 않을까요?"/>
          <p:cNvGrpSpPr/>
          <p:nvPr/>
        </p:nvGrpSpPr>
        <p:grpSpPr>
          <a:xfrm>
            <a:off x="1209675" y="3448050"/>
            <a:ext cx="4524375" cy="358140"/>
            <a:chOff x="1209675" y="3448050"/>
            <a:chExt cx="4524375" cy="358140"/>
          </a:xfrm>
        </p:grpSpPr>
        <p:sp>
          <p:nvSpPr>
            <p:cNvPr id="127" name="Weave text 253: 기록이"/>
            <p:cNvSpPr txBox="1"/>
            <p:nvPr/>
          </p:nvSpPr>
          <p:spPr>
            <a:xfrm>
              <a:off x="1209675" y="34480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기록이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28" name="Weave text 253:  "/>
            <p:cNvSpPr txBox="1"/>
            <p:nvPr/>
          </p:nvSpPr>
          <p:spPr>
            <a:xfrm>
              <a:off x="1740694" y="34480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9" name="Weave text 253: 많으면"/>
            <p:cNvSpPr txBox="1"/>
            <p:nvPr/>
          </p:nvSpPr>
          <p:spPr>
            <a:xfrm>
              <a:off x="1784003" y="3448050"/>
              <a:ext cx="569416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많으면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0" name="Weave text 253:  "/>
            <p:cNvSpPr txBox="1"/>
            <p:nvPr/>
          </p:nvSpPr>
          <p:spPr>
            <a:xfrm>
              <a:off x="2315170" y="34480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1" name="Weave text 253: 느려지거나"/>
            <p:cNvSpPr txBox="1"/>
            <p:nvPr/>
          </p:nvSpPr>
          <p:spPr>
            <a:xfrm>
              <a:off x="2358479" y="3448050"/>
              <a:ext cx="923330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느려지거나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2" name="Weave text 253: , "/>
            <p:cNvSpPr txBox="1"/>
            <p:nvPr/>
          </p:nvSpPr>
          <p:spPr>
            <a:xfrm>
              <a:off x="3243560" y="3448050"/>
              <a:ext cx="134392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3" name="Weave text 253: 배터리를"/>
            <p:cNvSpPr txBox="1"/>
            <p:nvPr/>
          </p:nvSpPr>
          <p:spPr>
            <a:xfrm>
              <a:off x="3339703" y="3448050"/>
              <a:ext cx="746373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배터리를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4" name="Weave text 253:  "/>
            <p:cNvSpPr txBox="1"/>
            <p:nvPr/>
          </p:nvSpPr>
          <p:spPr>
            <a:xfrm>
              <a:off x="4047827" y="34480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5" name="Weave text 253: 많이"/>
            <p:cNvSpPr txBox="1"/>
            <p:nvPr/>
          </p:nvSpPr>
          <p:spPr>
            <a:xfrm>
              <a:off x="4091136" y="3448050"/>
              <a:ext cx="392311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많이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6" name="Weave text 253:  "/>
            <p:cNvSpPr txBox="1"/>
            <p:nvPr/>
          </p:nvSpPr>
          <p:spPr>
            <a:xfrm>
              <a:off x="4445198" y="34480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7" name="Weave text 253: 쓰지"/>
            <p:cNvSpPr txBox="1"/>
            <p:nvPr/>
          </p:nvSpPr>
          <p:spPr>
            <a:xfrm>
              <a:off x="4488656" y="3448050"/>
              <a:ext cx="392311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쓰지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8" name="Weave text 253:  "/>
            <p:cNvSpPr txBox="1"/>
            <p:nvPr/>
          </p:nvSpPr>
          <p:spPr>
            <a:xfrm>
              <a:off x="4842718" y="34480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39" name="Weave text 253: 않을까요"/>
            <p:cNvSpPr txBox="1"/>
            <p:nvPr/>
          </p:nvSpPr>
          <p:spPr>
            <a:xfrm>
              <a:off x="4886027" y="3448050"/>
              <a:ext cx="746373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않을까요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40" name="Weave text 253: ?"/>
            <p:cNvSpPr txBox="1"/>
            <p:nvPr/>
          </p:nvSpPr>
          <p:spPr>
            <a:xfrm>
              <a:off x="5594152" y="3448050"/>
              <a:ext cx="13989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41" name="Line 254: A. 무거운 색인 작업은 충전·유휴 시간에 미리 수행합니다. 사용 중에는"/>
          <p:cNvGrpSpPr/>
          <p:nvPr/>
        </p:nvGrpSpPr>
        <p:grpSpPr>
          <a:xfrm>
            <a:off x="1209675" y="3852862"/>
            <a:ext cx="5740598" cy="281940"/>
            <a:chOff x="1209675" y="3852862"/>
            <a:chExt cx="5740598" cy="281940"/>
          </a:xfrm>
        </p:grpSpPr>
        <p:sp>
          <p:nvSpPr>
            <p:cNvPr id="142" name="Weave text 254: A. "/>
            <p:cNvSpPr txBox="1"/>
            <p:nvPr/>
          </p:nvSpPr>
          <p:spPr>
            <a:xfrm>
              <a:off x="1209675" y="3852862"/>
              <a:ext cx="23008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A.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3" name="Weave text 254: 무거운"/>
            <p:cNvSpPr txBox="1"/>
            <p:nvPr/>
          </p:nvSpPr>
          <p:spPr>
            <a:xfrm>
              <a:off x="1401514" y="38528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무거운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4" name="Weave text 254:  "/>
            <p:cNvSpPr txBox="1"/>
            <p:nvPr/>
          </p:nvSpPr>
          <p:spPr>
            <a:xfrm>
              <a:off x="1822103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5" name="Weave text 254: 색인"/>
            <p:cNvSpPr txBox="1"/>
            <p:nvPr/>
          </p:nvSpPr>
          <p:spPr>
            <a:xfrm>
              <a:off x="1864965" y="38528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색인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6" name="Weave text 254:  "/>
            <p:cNvSpPr txBox="1"/>
            <p:nvPr/>
          </p:nvSpPr>
          <p:spPr>
            <a:xfrm>
              <a:off x="2145357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7" name="Weave text 254: 작업은"/>
            <p:cNvSpPr txBox="1"/>
            <p:nvPr/>
          </p:nvSpPr>
          <p:spPr>
            <a:xfrm>
              <a:off x="2188220" y="38528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작업은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8" name="Weave text 254:  "/>
            <p:cNvSpPr txBox="1"/>
            <p:nvPr/>
          </p:nvSpPr>
          <p:spPr>
            <a:xfrm>
              <a:off x="2608957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9" name="Weave text 254: 충전"/>
            <p:cNvSpPr txBox="1"/>
            <p:nvPr/>
          </p:nvSpPr>
          <p:spPr>
            <a:xfrm>
              <a:off x="2651820" y="38528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충전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0" name="Weave text 254: ·"/>
            <p:cNvSpPr txBox="1"/>
            <p:nvPr/>
          </p:nvSpPr>
          <p:spPr>
            <a:xfrm>
              <a:off x="2932212" y="38528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1" name="Weave text 254: 유휴"/>
            <p:cNvSpPr txBox="1"/>
            <p:nvPr/>
          </p:nvSpPr>
          <p:spPr>
            <a:xfrm>
              <a:off x="2976116" y="38528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유휴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2" name="Weave text 254:  "/>
            <p:cNvSpPr txBox="1"/>
            <p:nvPr/>
          </p:nvSpPr>
          <p:spPr>
            <a:xfrm>
              <a:off x="3256508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3" name="Weave text 254: 시간에"/>
            <p:cNvSpPr txBox="1"/>
            <p:nvPr/>
          </p:nvSpPr>
          <p:spPr>
            <a:xfrm>
              <a:off x="3299371" y="38528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시간에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4" name="Weave text 254:  "/>
            <p:cNvSpPr txBox="1"/>
            <p:nvPr/>
          </p:nvSpPr>
          <p:spPr>
            <a:xfrm>
              <a:off x="3719959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5" name="Weave text 254: 미리"/>
            <p:cNvSpPr txBox="1"/>
            <p:nvPr/>
          </p:nvSpPr>
          <p:spPr>
            <a:xfrm>
              <a:off x="3762821" y="38528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미리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6" name="Weave text 254:  "/>
            <p:cNvSpPr txBox="1"/>
            <p:nvPr/>
          </p:nvSpPr>
          <p:spPr>
            <a:xfrm>
              <a:off x="4043214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7" name="Weave text 254: 수행합니다"/>
            <p:cNvSpPr txBox="1"/>
            <p:nvPr/>
          </p:nvSpPr>
          <p:spPr>
            <a:xfrm>
              <a:off x="4086076" y="3852862"/>
              <a:ext cx="73937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수행합니다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8" name="Weave text 254: . "/>
            <p:cNvSpPr txBox="1"/>
            <p:nvPr/>
          </p:nvSpPr>
          <p:spPr>
            <a:xfrm>
              <a:off x="4787205" y="3852862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9" name="Weave text 254: 사용"/>
            <p:cNvSpPr txBox="1"/>
            <p:nvPr/>
          </p:nvSpPr>
          <p:spPr>
            <a:xfrm>
              <a:off x="4873972" y="38528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사용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0" name="Weave text 254:  "/>
            <p:cNvSpPr txBox="1"/>
            <p:nvPr/>
          </p:nvSpPr>
          <p:spPr>
            <a:xfrm>
              <a:off x="5154364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1" name="Weave text 254: 중에는"/>
            <p:cNvSpPr txBox="1"/>
            <p:nvPr/>
          </p:nvSpPr>
          <p:spPr>
            <a:xfrm>
              <a:off x="5197227" y="38528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중에는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2" name="Weave text 254:  "/>
            <p:cNvSpPr txBox="1"/>
            <p:nvPr/>
          </p:nvSpPr>
          <p:spPr>
            <a:xfrm>
              <a:off x="5617815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3" name="Weave text 254: 필요한"/>
            <p:cNvSpPr txBox="1"/>
            <p:nvPr/>
          </p:nvSpPr>
          <p:spPr>
            <a:xfrm>
              <a:off x="5660678" y="38528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4" name="Weave text 254:  "/>
            <p:cNvSpPr txBox="1"/>
            <p:nvPr/>
          </p:nvSpPr>
          <p:spPr>
            <a:xfrm>
              <a:off x="6081266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5" name="Weave text 254: 기록만"/>
            <p:cNvSpPr txBox="1"/>
            <p:nvPr/>
          </p:nvSpPr>
          <p:spPr>
            <a:xfrm>
              <a:off x="6124129" y="38528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기록만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6" name="Weave text 254:  "/>
            <p:cNvSpPr txBox="1"/>
            <p:nvPr/>
          </p:nvSpPr>
          <p:spPr>
            <a:xfrm>
              <a:off x="6544866" y="38528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7" name="Weave text 254: 찾고"/>
            <p:cNvSpPr txBox="1"/>
            <p:nvPr/>
          </p:nvSpPr>
          <p:spPr>
            <a:xfrm>
              <a:off x="6587728" y="38528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찾고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8" name="Weave text 254: ,"/>
            <p:cNvSpPr txBox="1"/>
            <p:nvPr/>
          </p:nvSpPr>
          <p:spPr>
            <a:xfrm>
              <a:off x="6868120" y="38528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69" name="Line 255: 경량 언어모델에도 추려낸 근거만 전달해 처리 부담을 줄이도록 설계합니다."/>
          <p:cNvGrpSpPr/>
          <p:nvPr/>
        </p:nvGrpSpPr>
        <p:grpSpPr>
          <a:xfrm>
            <a:off x="1209675" y="4111823"/>
            <a:ext cx="4771430" cy="281940"/>
            <a:chOff x="1209675" y="4111823"/>
            <a:chExt cx="4771430" cy="281940"/>
          </a:xfrm>
        </p:grpSpPr>
        <p:sp>
          <p:nvSpPr>
            <p:cNvPr id="170" name="Weave text 255: 경량"/>
            <p:cNvSpPr txBox="1"/>
            <p:nvPr/>
          </p:nvSpPr>
          <p:spPr>
            <a:xfrm>
              <a:off x="1209675" y="4111823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경량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1" name="Weave text 255:  "/>
            <p:cNvSpPr txBox="1"/>
            <p:nvPr/>
          </p:nvSpPr>
          <p:spPr>
            <a:xfrm>
              <a:off x="1490067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2" name="Weave text 255: 언어모델에도"/>
            <p:cNvSpPr txBox="1"/>
            <p:nvPr/>
          </p:nvSpPr>
          <p:spPr>
            <a:xfrm>
              <a:off x="1532930" y="4111823"/>
              <a:ext cx="87942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언어모델에도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3" name="Weave text 255:  "/>
            <p:cNvSpPr txBox="1"/>
            <p:nvPr/>
          </p:nvSpPr>
          <p:spPr>
            <a:xfrm>
              <a:off x="2374106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4" name="Weave text 255: 추려낸"/>
            <p:cNvSpPr txBox="1"/>
            <p:nvPr/>
          </p:nvSpPr>
          <p:spPr>
            <a:xfrm>
              <a:off x="2416969" y="41118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추려낸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5" name="Weave text 255:  "/>
            <p:cNvSpPr txBox="1"/>
            <p:nvPr/>
          </p:nvSpPr>
          <p:spPr>
            <a:xfrm>
              <a:off x="2837557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6" name="Weave text 255: 근거만"/>
            <p:cNvSpPr txBox="1"/>
            <p:nvPr/>
          </p:nvSpPr>
          <p:spPr>
            <a:xfrm>
              <a:off x="2880420" y="4111823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근거만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7" name="Weave text 255:  "/>
            <p:cNvSpPr txBox="1"/>
            <p:nvPr/>
          </p:nvSpPr>
          <p:spPr>
            <a:xfrm>
              <a:off x="3301157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8" name="Weave text 255: 전달해"/>
            <p:cNvSpPr txBox="1"/>
            <p:nvPr/>
          </p:nvSpPr>
          <p:spPr>
            <a:xfrm>
              <a:off x="3344019" y="41118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전달해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9" name="Weave text 255:  "/>
            <p:cNvSpPr txBox="1"/>
            <p:nvPr/>
          </p:nvSpPr>
          <p:spPr>
            <a:xfrm>
              <a:off x="3764607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0" name="Weave text 255: 처리"/>
            <p:cNvSpPr txBox="1"/>
            <p:nvPr/>
          </p:nvSpPr>
          <p:spPr>
            <a:xfrm>
              <a:off x="3807470" y="4111823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처리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1" name="Weave text 255:  "/>
            <p:cNvSpPr txBox="1"/>
            <p:nvPr/>
          </p:nvSpPr>
          <p:spPr>
            <a:xfrm>
              <a:off x="4087862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2" name="Weave text 255: 부담을"/>
            <p:cNvSpPr txBox="1"/>
            <p:nvPr/>
          </p:nvSpPr>
          <p:spPr>
            <a:xfrm>
              <a:off x="4130725" y="41118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부담을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3" name="Weave text 255:  "/>
            <p:cNvSpPr txBox="1"/>
            <p:nvPr/>
          </p:nvSpPr>
          <p:spPr>
            <a:xfrm>
              <a:off x="4551313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4" name="Weave text 255: 줄이도록"/>
            <p:cNvSpPr txBox="1"/>
            <p:nvPr/>
          </p:nvSpPr>
          <p:spPr>
            <a:xfrm>
              <a:off x="4594175" y="4111823"/>
              <a:ext cx="599182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줄이도록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5" name="Weave text 255:  "/>
            <p:cNvSpPr txBox="1"/>
            <p:nvPr/>
          </p:nvSpPr>
          <p:spPr>
            <a:xfrm>
              <a:off x="5155109" y="41118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6" name="Weave text 255: 설계합니다"/>
            <p:cNvSpPr txBox="1"/>
            <p:nvPr/>
          </p:nvSpPr>
          <p:spPr>
            <a:xfrm>
              <a:off x="5197971" y="4111823"/>
              <a:ext cx="7392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설계합니다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7" name="Weave text 255: ."/>
            <p:cNvSpPr txBox="1"/>
            <p:nvPr/>
          </p:nvSpPr>
          <p:spPr>
            <a:xfrm>
              <a:off x="5898952" y="4111823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88" name="Line 256: Android WorkManager는 충전·유휴 등의 실행 조건을 지원합">
            <a:hlinkClick r:id="rIdWeaveLink256"/>
          </p:cNvPr>
          <p:cNvGrpSpPr/>
          <p:nvPr/>
        </p:nvGrpSpPr>
        <p:grpSpPr>
          <a:xfrm>
            <a:off x="1209675" y="4437459"/>
            <a:ext cx="3000821" cy="205740"/>
            <a:chOff x="1209675" y="4437459"/>
            <a:chExt cx="3000821" cy="205740"/>
          </a:xfrm>
        </p:grpSpPr>
        <p:sp>
          <p:nvSpPr>
            <p:cNvPr id="189" name="Weave text 256: Android WorkManager">
              <a:hlinkClick r:id="rIdWeaveLink256"/>
            </p:cNvPr>
            <p:cNvSpPr txBox="1"/>
            <p:nvPr/>
          </p:nvSpPr>
          <p:spPr>
            <a:xfrm>
              <a:off x="1209675" y="4437459"/>
              <a:ext cx="115431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Android WorkManager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0" name="Weave text 256: 는">
              <a:hlinkClick r:id="rIdWeaveLink256"/>
            </p:cNvPr>
            <p:cNvSpPr txBox="1"/>
            <p:nvPr/>
          </p:nvSpPr>
          <p:spPr>
            <a:xfrm>
              <a:off x="2325737" y="4437459"/>
              <a:ext cx="134689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는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1" name="Weave text 256:  ">
              <a:hlinkClick r:id="rIdWeaveLink256"/>
            </p:cNvPr>
            <p:cNvSpPr txBox="1"/>
            <p:nvPr/>
          </p:nvSpPr>
          <p:spPr>
            <a:xfrm>
              <a:off x="2422178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2" name="Weave text 256: 충전">
              <a:hlinkClick r:id="rIdWeaveLink256"/>
            </p:cNvPr>
            <p:cNvSpPr txBox="1"/>
            <p:nvPr/>
          </p:nvSpPr>
          <p:spPr>
            <a:xfrm>
              <a:off x="2451646" y="44374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충전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3" name="Weave text 256: ·">
              <a:hlinkClick r:id="rIdWeaveLink256"/>
            </p:cNvPr>
            <p:cNvSpPr txBox="1"/>
            <p:nvPr/>
          </p:nvSpPr>
          <p:spPr>
            <a:xfrm>
              <a:off x="2644378" y="44374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4" name="Weave text 256: 유휴">
              <a:hlinkClick r:id="rIdWeaveLink256"/>
            </p:cNvPr>
            <p:cNvSpPr txBox="1"/>
            <p:nvPr/>
          </p:nvSpPr>
          <p:spPr>
            <a:xfrm>
              <a:off x="2674590" y="4437459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유휴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5" name="Weave text 256:  ">
              <a:hlinkClick r:id="rIdWeaveLink256"/>
            </p:cNvPr>
            <p:cNvSpPr txBox="1"/>
            <p:nvPr/>
          </p:nvSpPr>
          <p:spPr>
            <a:xfrm>
              <a:off x="2867471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6" name="Weave text 256: 등의">
              <a:hlinkClick r:id="rIdWeaveLink256"/>
            </p:cNvPr>
            <p:cNvSpPr txBox="1"/>
            <p:nvPr/>
          </p:nvSpPr>
          <p:spPr>
            <a:xfrm>
              <a:off x="2896939" y="44374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등의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7" name="Weave text 256:  ">
              <a:hlinkClick r:id="rIdWeaveLink256"/>
            </p:cNvPr>
            <p:cNvSpPr txBox="1"/>
            <p:nvPr/>
          </p:nvSpPr>
          <p:spPr>
            <a:xfrm>
              <a:off x="3089672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8" name="Weave text 256: 실행">
              <a:hlinkClick r:id="rIdWeaveLink256"/>
            </p:cNvPr>
            <p:cNvSpPr txBox="1"/>
            <p:nvPr/>
          </p:nvSpPr>
          <p:spPr>
            <a:xfrm>
              <a:off x="3119140" y="44374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실행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9" name="Weave text 256:  ">
              <a:hlinkClick r:id="rIdWeaveLink256"/>
            </p:cNvPr>
            <p:cNvSpPr txBox="1"/>
            <p:nvPr/>
          </p:nvSpPr>
          <p:spPr>
            <a:xfrm>
              <a:off x="3311872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0" name="Weave text 256: 조건을">
              <a:hlinkClick r:id="rIdWeaveLink256"/>
            </p:cNvPr>
            <p:cNvSpPr txBox="1"/>
            <p:nvPr/>
          </p:nvSpPr>
          <p:spPr>
            <a:xfrm>
              <a:off x="3341340" y="44374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조건을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1" name="Weave text 256:  ">
              <a:hlinkClick r:id="rIdWeaveLink256"/>
            </p:cNvPr>
            <p:cNvSpPr txBox="1"/>
            <p:nvPr/>
          </p:nvSpPr>
          <p:spPr>
            <a:xfrm>
              <a:off x="3630513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2" name="Weave text 256: 지원합니다">
              <a:hlinkClick r:id="rIdWeaveLink256"/>
            </p:cNvPr>
            <p:cNvSpPr txBox="1"/>
            <p:nvPr/>
          </p:nvSpPr>
          <p:spPr>
            <a:xfrm>
              <a:off x="3659981" y="4437459"/>
              <a:ext cx="520303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지원합니다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3" name="Weave text 256: .">
              <a:hlinkClick r:id="rIdWeaveLink256"/>
            </p:cNvPr>
            <p:cNvSpPr txBox="1"/>
            <p:nvPr/>
          </p:nvSpPr>
          <p:spPr>
            <a:xfrm>
              <a:off x="4142036" y="44374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04" name="Line 257:  지연·발열·전력은 대상 기기에서 측정해 조정합니다."/>
          <p:cNvGrpSpPr/>
          <p:nvPr/>
        </p:nvGrpSpPr>
        <p:grpSpPr>
          <a:xfrm>
            <a:off x="4172396" y="4437459"/>
            <a:ext cx="2300288" cy="205740"/>
            <a:chOff x="4172396" y="4437459"/>
            <a:chExt cx="2300288" cy="205740"/>
          </a:xfrm>
        </p:grpSpPr>
        <p:sp>
          <p:nvSpPr>
            <p:cNvPr id="205" name="Weave text 257:  "/>
            <p:cNvSpPr txBox="1"/>
            <p:nvPr/>
          </p:nvSpPr>
          <p:spPr>
            <a:xfrm>
              <a:off x="4172396" y="4437459"/>
              <a:ext cx="67568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6" name="Weave text 257: 지연"/>
            <p:cNvSpPr txBox="1"/>
            <p:nvPr/>
          </p:nvSpPr>
          <p:spPr>
            <a:xfrm>
              <a:off x="4201864" y="44374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지연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7" name="Weave text 257: ·"/>
            <p:cNvSpPr txBox="1"/>
            <p:nvPr/>
          </p:nvSpPr>
          <p:spPr>
            <a:xfrm>
              <a:off x="4394597" y="44374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8" name="Weave text 257: 발열"/>
            <p:cNvSpPr txBox="1"/>
            <p:nvPr/>
          </p:nvSpPr>
          <p:spPr>
            <a:xfrm>
              <a:off x="4424809" y="44374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발열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9" name="Weave text 257: ·"/>
            <p:cNvSpPr txBox="1"/>
            <p:nvPr/>
          </p:nvSpPr>
          <p:spPr>
            <a:xfrm>
              <a:off x="4617541" y="44374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0" name="Weave text 257: 전력은"/>
            <p:cNvSpPr txBox="1"/>
            <p:nvPr/>
          </p:nvSpPr>
          <p:spPr>
            <a:xfrm>
              <a:off x="4647754" y="44374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전력은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1" name="Weave text 257:  "/>
            <p:cNvSpPr txBox="1"/>
            <p:nvPr/>
          </p:nvSpPr>
          <p:spPr>
            <a:xfrm>
              <a:off x="4936927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2" name="Weave text 257: 대상"/>
            <p:cNvSpPr txBox="1"/>
            <p:nvPr/>
          </p:nvSpPr>
          <p:spPr>
            <a:xfrm>
              <a:off x="4966395" y="44374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대상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257:  "/>
            <p:cNvSpPr txBox="1"/>
            <p:nvPr/>
          </p:nvSpPr>
          <p:spPr>
            <a:xfrm>
              <a:off x="5159127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257: 기기에서"/>
            <p:cNvSpPr txBox="1"/>
            <p:nvPr/>
          </p:nvSpPr>
          <p:spPr>
            <a:xfrm>
              <a:off x="5188595" y="4437459"/>
              <a:ext cx="42386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기기에서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5" name="Weave text 257:  "/>
            <p:cNvSpPr txBox="1"/>
            <p:nvPr/>
          </p:nvSpPr>
          <p:spPr>
            <a:xfrm>
              <a:off x="5574209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6" name="Weave text 257: 측정해"/>
            <p:cNvSpPr txBox="1"/>
            <p:nvPr/>
          </p:nvSpPr>
          <p:spPr>
            <a:xfrm>
              <a:off x="5603677" y="44374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측정해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7" name="Weave text 257:  "/>
            <p:cNvSpPr txBox="1"/>
            <p:nvPr/>
          </p:nvSpPr>
          <p:spPr>
            <a:xfrm>
              <a:off x="5892850" y="44374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8" name="Weave text 257: 조정합니다"/>
            <p:cNvSpPr txBox="1"/>
            <p:nvPr/>
          </p:nvSpPr>
          <p:spPr>
            <a:xfrm>
              <a:off x="5922318" y="4437459"/>
              <a:ext cx="52015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조정합니다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257: ."/>
            <p:cNvSpPr txBox="1"/>
            <p:nvPr/>
          </p:nvSpPr>
          <p:spPr>
            <a:xfrm>
              <a:off x="6404223" y="44374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0" name="Line 258: Q."/>
          <p:cNvGrpSpPr/>
          <p:nvPr/>
        </p:nvGrpSpPr>
        <p:grpSpPr>
          <a:xfrm>
            <a:off x="609600" y="4905375"/>
            <a:ext cx="287982" cy="434340"/>
            <a:chOff x="609600" y="4905375"/>
            <a:chExt cx="287982" cy="434340"/>
          </a:xfrm>
        </p:grpSpPr>
        <p:sp>
          <p:nvSpPr>
            <p:cNvPr id="221" name="Weave text 258: Q."/>
            <p:cNvSpPr txBox="1"/>
            <p:nvPr/>
          </p:nvSpPr>
          <p:spPr>
            <a:xfrm>
              <a:off x="609600" y="4905375"/>
              <a:ext cx="287982" cy="3377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9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defRPr>
              </a:pPr>
              <a:r>
                <a:rPr sz="1950" b="0" i="0" spc="0" kern="0" lang="ko-KR" altLang="en-US" dirty="0">
                  <a:solidFill>
                    <a:srgbClr val="B8A2FF"/>
                  </a:solidFill>
                  <a:latin typeface="Inter"/>
                  <a:ea typeface="Inter"/>
                  <a:cs typeface="Inter"/>
                </a:rPr>
                <a:t xml:space="preserve">Q.</a:t>
              </a:r>
              <a:endParaRPr sz="1950" b="0" i="0" spc="0" kern="0" lang="ko-KR" altLang="en-US" dirty="0">
                <a:solidFill>
                  <a:srgbClr val="B8A2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2" name="Line 259: 사적인 기록과 잘못된 답변은 어떻게 다루나요?"/>
          <p:cNvGrpSpPr/>
          <p:nvPr/>
        </p:nvGrpSpPr>
        <p:grpSpPr>
          <a:xfrm>
            <a:off x="1209675" y="4895850"/>
            <a:ext cx="3720257" cy="358140"/>
            <a:chOff x="1209675" y="4895850"/>
            <a:chExt cx="3720257" cy="358140"/>
          </a:xfrm>
        </p:grpSpPr>
        <p:sp>
          <p:nvSpPr>
            <p:cNvPr id="223" name="Weave text 259: 사적인"/>
            <p:cNvSpPr txBox="1"/>
            <p:nvPr/>
          </p:nvSpPr>
          <p:spPr>
            <a:xfrm>
              <a:off x="1209675" y="48958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사적인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24" name="Weave text 259:  "/>
            <p:cNvSpPr txBox="1"/>
            <p:nvPr/>
          </p:nvSpPr>
          <p:spPr>
            <a:xfrm>
              <a:off x="1740694" y="48958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25" name="Weave text 259: 기록과"/>
            <p:cNvSpPr txBox="1"/>
            <p:nvPr/>
          </p:nvSpPr>
          <p:spPr>
            <a:xfrm>
              <a:off x="1784003" y="4895850"/>
              <a:ext cx="569416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기록과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26" name="Weave text 259:  "/>
            <p:cNvSpPr txBox="1"/>
            <p:nvPr/>
          </p:nvSpPr>
          <p:spPr>
            <a:xfrm>
              <a:off x="2315170" y="48958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27" name="Weave text 259: 잘못된"/>
            <p:cNvSpPr txBox="1"/>
            <p:nvPr/>
          </p:nvSpPr>
          <p:spPr>
            <a:xfrm>
              <a:off x="2358479" y="4895850"/>
              <a:ext cx="569416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잘못된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28" name="Weave text 259:  "/>
            <p:cNvSpPr txBox="1"/>
            <p:nvPr/>
          </p:nvSpPr>
          <p:spPr>
            <a:xfrm>
              <a:off x="2889647" y="4895850"/>
              <a:ext cx="8155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29" name="Weave text 259: 답변은"/>
            <p:cNvSpPr txBox="1"/>
            <p:nvPr/>
          </p:nvSpPr>
          <p:spPr>
            <a:xfrm>
              <a:off x="2932956" y="48958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답변은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30" name="Weave text 259:  "/>
            <p:cNvSpPr txBox="1"/>
            <p:nvPr/>
          </p:nvSpPr>
          <p:spPr>
            <a:xfrm>
              <a:off x="3463975" y="48958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31" name="Weave text 259: 어떻게"/>
            <p:cNvSpPr txBox="1"/>
            <p:nvPr/>
          </p:nvSpPr>
          <p:spPr>
            <a:xfrm>
              <a:off x="3507432" y="4895850"/>
              <a:ext cx="569268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어떻게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32" name="Weave text 259:  "/>
            <p:cNvSpPr txBox="1"/>
            <p:nvPr/>
          </p:nvSpPr>
          <p:spPr>
            <a:xfrm>
              <a:off x="4038451" y="4895850"/>
              <a:ext cx="81707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33" name="Weave text 259: 다루나요"/>
            <p:cNvSpPr txBox="1"/>
            <p:nvPr/>
          </p:nvSpPr>
          <p:spPr>
            <a:xfrm>
              <a:off x="4081909" y="4895850"/>
              <a:ext cx="746373" cy="327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다루나요</a:t>
              </a:r>
              <a:endParaRPr sz="1575" b="0" i="0" spc="-5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34" name="Weave text 259: ?"/>
            <p:cNvSpPr txBox="1"/>
            <p:nvPr/>
          </p:nvSpPr>
          <p:spPr>
            <a:xfrm>
              <a:off x="4790033" y="4895850"/>
              <a:ext cx="139898" cy="2801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575" b="0" i="0" spc="-5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</a:t>
              </a:r>
              <a:endParaRPr sz="1575" b="0" i="0" spc="-5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235" name="Line 260: A. 허용한 기록은 외부 서버로 보내지 않고 기기 안에서 처리하며, 언제"/>
          <p:cNvGrpSpPr/>
          <p:nvPr/>
        </p:nvGrpSpPr>
        <p:grpSpPr>
          <a:xfrm>
            <a:off x="1209675" y="5300662"/>
            <a:ext cx="6806654" cy="281940"/>
            <a:chOff x="1209675" y="5300662"/>
            <a:chExt cx="6806654" cy="281940"/>
          </a:xfrm>
        </p:grpSpPr>
        <p:sp>
          <p:nvSpPr>
            <p:cNvPr id="236" name="Weave text 260: A. "/>
            <p:cNvSpPr txBox="1"/>
            <p:nvPr/>
          </p:nvSpPr>
          <p:spPr>
            <a:xfrm>
              <a:off x="1209675" y="5300662"/>
              <a:ext cx="230088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A.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7" name="Weave text 260: 허용한"/>
            <p:cNvSpPr txBox="1"/>
            <p:nvPr/>
          </p:nvSpPr>
          <p:spPr>
            <a:xfrm>
              <a:off x="1401514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허용한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8" name="Weave text 260:  "/>
            <p:cNvSpPr txBox="1"/>
            <p:nvPr/>
          </p:nvSpPr>
          <p:spPr>
            <a:xfrm>
              <a:off x="1822103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9" name="Weave text 260: 기록은"/>
            <p:cNvSpPr txBox="1"/>
            <p:nvPr/>
          </p:nvSpPr>
          <p:spPr>
            <a:xfrm>
              <a:off x="1864965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기록은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0" name="Weave text 260:  "/>
            <p:cNvSpPr txBox="1"/>
            <p:nvPr/>
          </p:nvSpPr>
          <p:spPr>
            <a:xfrm>
              <a:off x="2285554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1" name="Weave text 260: 외부"/>
            <p:cNvSpPr txBox="1"/>
            <p:nvPr/>
          </p:nvSpPr>
          <p:spPr>
            <a:xfrm>
              <a:off x="2328416" y="5300662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외부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2" name="Weave text 260:  "/>
            <p:cNvSpPr txBox="1"/>
            <p:nvPr/>
          </p:nvSpPr>
          <p:spPr>
            <a:xfrm>
              <a:off x="2608957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3" name="Weave text 260: 서버로"/>
            <p:cNvSpPr txBox="1"/>
            <p:nvPr/>
          </p:nvSpPr>
          <p:spPr>
            <a:xfrm>
              <a:off x="2651820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서버로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4" name="Weave text 260:  "/>
            <p:cNvSpPr txBox="1"/>
            <p:nvPr/>
          </p:nvSpPr>
          <p:spPr>
            <a:xfrm>
              <a:off x="3072408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5" name="Weave text 260: 보내지"/>
            <p:cNvSpPr txBox="1"/>
            <p:nvPr/>
          </p:nvSpPr>
          <p:spPr>
            <a:xfrm>
              <a:off x="3115270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보내지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6" name="Weave text 260:  "/>
            <p:cNvSpPr txBox="1"/>
            <p:nvPr/>
          </p:nvSpPr>
          <p:spPr>
            <a:xfrm>
              <a:off x="3535859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7" name="Weave text 260: 않고"/>
            <p:cNvSpPr txBox="1"/>
            <p:nvPr/>
          </p:nvSpPr>
          <p:spPr>
            <a:xfrm>
              <a:off x="3578721" y="53006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않고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8" name="Weave text 260:  "/>
            <p:cNvSpPr txBox="1"/>
            <p:nvPr/>
          </p:nvSpPr>
          <p:spPr>
            <a:xfrm>
              <a:off x="3859113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49" name="Weave text 260: 기기"/>
            <p:cNvSpPr txBox="1"/>
            <p:nvPr/>
          </p:nvSpPr>
          <p:spPr>
            <a:xfrm>
              <a:off x="3901976" y="53006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0" name="Weave text 260:  "/>
            <p:cNvSpPr txBox="1"/>
            <p:nvPr/>
          </p:nvSpPr>
          <p:spPr>
            <a:xfrm>
              <a:off x="4182368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1" name="Weave text 260: 안에서"/>
            <p:cNvSpPr txBox="1"/>
            <p:nvPr/>
          </p:nvSpPr>
          <p:spPr>
            <a:xfrm>
              <a:off x="4225230" y="53006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안에서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2" name="Weave text 260:  "/>
            <p:cNvSpPr txBox="1"/>
            <p:nvPr/>
          </p:nvSpPr>
          <p:spPr>
            <a:xfrm>
              <a:off x="4645968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3" name="Weave text 260: 처리하며"/>
            <p:cNvSpPr txBox="1"/>
            <p:nvPr/>
          </p:nvSpPr>
          <p:spPr>
            <a:xfrm>
              <a:off x="4688830" y="5300662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처리하며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4" name="Weave text 260: , "/>
            <p:cNvSpPr txBox="1"/>
            <p:nvPr/>
          </p:nvSpPr>
          <p:spPr>
            <a:xfrm>
              <a:off x="5249614" y="5300662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5" name="Weave text 260: 언제든"/>
            <p:cNvSpPr txBox="1"/>
            <p:nvPr/>
          </p:nvSpPr>
          <p:spPr>
            <a:xfrm>
              <a:off x="5336381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언제든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6" name="Weave text 260:  "/>
            <p:cNvSpPr txBox="1"/>
            <p:nvPr/>
          </p:nvSpPr>
          <p:spPr>
            <a:xfrm>
              <a:off x="5756970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7" name="Weave text 260: 활용을"/>
            <p:cNvSpPr txBox="1"/>
            <p:nvPr/>
          </p:nvSpPr>
          <p:spPr>
            <a:xfrm>
              <a:off x="5799832" y="53006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활용을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58" name="Weave text 260:  "/>
            <p:cNvSpPr txBox="1"/>
            <p:nvPr/>
          </p:nvSpPr>
          <p:spPr>
            <a:xfrm>
              <a:off x="6220569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9" name="Weave text 260: 끄거나"/>
            <p:cNvSpPr txBox="1"/>
            <p:nvPr/>
          </p:nvSpPr>
          <p:spPr>
            <a:xfrm>
              <a:off x="6263432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끄거나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0" name="Weave text 260:  "/>
            <p:cNvSpPr txBox="1"/>
            <p:nvPr/>
          </p:nvSpPr>
          <p:spPr>
            <a:xfrm>
              <a:off x="6684020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1" name="Weave text 260: 삭제할"/>
            <p:cNvSpPr txBox="1"/>
            <p:nvPr/>
          </p:nvSpPr>
          <p:spPr>
            <a:xfrm>
              <a:off x="6726882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삭제할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2" name="Weave text 260:  "/>
            <p:cNvSpPr txBox="1"/>
            <p:nvPr/>
          </p:nvSpPr>
          <p:spPr>
            <a:xfrm>
              <a:off x="7147471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3" name="Weave text 260: 수"/>
            <p:cNvSpPr txBox="1"/>
            <p:nvPr/>
          </p:nvSpPr>
          <p:spPr>
            <a:xfrm>
              <a:off x="7190333" y="5300662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수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4" name="Weave text 260:  "/>
            <p:cNvSpPr txBox="1"/>
            <p:nvPr/>
          </p:nvSpPr>
          <p:spPr>
            <a:xfrm>
              <a:off x="7330529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65" name="Weave text 260: 있습니다"/>
            <p:cNvSpPr txBox="1"/>
            <p:nvPr/>
          </p:nvSpPr>
          <p:spPr>
            <a:xfrm>
              <a:off x="7373392" y="5300662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있습니다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6" name="Weave text 260: ."/>
            <p:cNvSpPr txBox="1"/>
            <p:nvPr/>
          </p:nvSpPr>
          <p:spPr>
            <a:xfrm>
              <a:off x="7934176" y="53006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67" name="Line 261: 출처와 원문을 확인한 뒤 선택한 내용만 입력되고, 메시지는 자동으로 전송"/>
          <p:cNvGrpSpPr/>
          <p:nvPr/>
        </p:nvGrpSpPr>
        <p:grpSpPr>
          <a:xfrm>
            <a:off x="1209675" y="5559623"/>
            <a:ext cx="5602039" cy="281940"/>
            <a:chOff x="1209675" y="5559623"/>
            <a:chExt cx="5602039" cy="281940"/>
          </a:xfrm>
        </p:grpSpPr>
        <p:sp>
          <p:nvSpPr>
            <p:cNvPr id="268" name="Weave text 261: 출처와"/>
            <p:cNvSpPr txBox="1"/>
            <p:nvPr/>
          </p:nvSpPr>
          <p:spPr>
            <a:xfrm>
              <a:off x="1209675" y="55596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출처와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9" name="Weave text 261:  "/>
            <p:cNvSpPr txBox="1"/>
            <p:nvPr/>
          </p:nvSpPr>
          <p:spPr>
            <a:xfrm>
              <a:off x="1630263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0" name="Weave text 261: 원문을"/>
            <p:cNvSpPr txBox="1"/>
            <p:nvPr/>
          </p:nvSpPr>
          <p:spPr>
            <a:xfrm>
              <a:off x="1673126" y="55596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원문을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1" name="Weave text 261:  "/>
            <p:cNvSpPr txBox="1"/>
            <p:nvPr/>
          </p:nvSpPr>
          <p:spPr>
            <a:xfrm>
              <a:off x="2093714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2" name="Weave text 261: 확인한"/>
            <p:cNvSpPr txBox="1"/>
            <p:nvPr/>
          </p:nvSpPr>
          <p:spPr>
            <a:xfrm>
              <a:off x="2136577" y="55596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확인한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3" name="Weave text 261:  "/>
            <p:cNvSpPr txBox="1"/>
            <p:nvPr/>
          </p:nvSpPr>
          <p:spPr>
            <a:xfrm>
              <a:off x="2557165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4" name="Weave text 261: 뒤"/>
            <p:cNvSpPr txBox="1"/>
            <p:nvPr/>
          </p:nvSpPr>
          <p:spPr>
            <a:xfrm>
              <a:off x="2600027" y="5559623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5" name="Weave text 261:  "/>
            <p:cNvSpPr txBox="1"/>
            <p:nvPr/>
          </p:nvSpPr>
          <p:spPr>
            <a:xfrm>
              <a:off x="2740223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6" name="Weave text 261: 선택한"/>
            <p:cNvSpPr txBox="1"/>
            <p:nvPr/>
          </p:nvSpPr>
          <p:spPr>
            <a:xfrm>
              <a:off x="2783086" y="5559623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선택한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7" name="Weave text 261:  "/>
            <p:cNvSpPr txBox="1"/>
            <p:nvPr/>
          </p:nvSpPr>
          <p:spPr>
            <a:xfrm>
              <a:off x="3203823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8" name="Weave text 261: 내용만"/>
            <p:cNvSpPr txBox="1"/>
            <p:nvPr/>
          </p:nvSpPr>
          <p:spPr>
            <a:xfrm>
              <a:off x="3246686" y="5559623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내용만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9" name="Weave text 261:  "/>
            <p:cNvSpPr txBox="1"/>
            <p:nvPr/>
          </p:nvSpPr>
          <p:spPr>
            <a:xfrm>
              <a:off x="3667274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0" name="Weave text 261: 입력되고"/>
            <p:cNvSpPr txBox="1"/>
            <p:nvPr/>
          </p:nvSpPr>
          <p:spPr>
            <a:xfrm>
              <a:off x="3710136" y="5559623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입력되고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1" name="Weave text 261: , "/>
            <p:cNvSpPr txBox="1"/>
            <p:nvPr/>
          </p:nvSpPr>
          <p:spPr>
            <a:xfrm>
              <a:off x="4270921" y="5559623"/>
              <a:ext cx="125016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2" name="Weave text 261: 메시지는"/>
            <p:cNvSpPr txBox="1"/>
            <p:nvPr/>
          </p:nvSpPr>
          <p:spPr>
            <a:xfrm>
              <a:off x="4357688" y="5559623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메시지는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3" name="Weave text 261:  "/>
            <p:cNvSpPr txBox="1"/>
            <p:nvPr/>
          </p:nvSpPr>
          <p:spPr>
            <a:xfrm>
              <a:off x="4918472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4" name="Weave text 261: 자동으로"/>
            <p:cNvSpPr txBox="1"/>
            <p:nvPr/>
          </p:nvSpPr>
          <p:spPr>
            <a:xfrm>
              <a:off x="4961334" y="5559623"/>
              <a:ext cx="599182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자동으로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5" name="Weave text 261:  "/>
            <p:cNvSpPr txBox="1"/>
            <p:nvPr/>
          </p:nvSpPr>
          <p:spPr>
            <a:xfrm>
              <a:off x="5522268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6" name="Weave text 261: 전송되지"/>
            <p:cNvSpPr txBox="1"/>
            <p:nvPr/>
          </p:nvSpPr>
          <p:spPr>
            <a:xfrm>
              <a:off x="5565130" y="5559623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전송되지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7" name="Weave text 261:  "/>
            <p:cNvSpPr txBox="1"/>
            <p:nvPr/>
          </p:nvSpPr>
          <p:spPr>
            <a:xfrm>
              <a:off x="6125914" y="5559623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8" name="Weave text 261: 않습니다"/>
            <p:cNvSpPr txBox="1"/>
            <p:nvPr/>
          </p:nvSpPr>
          <p:spPr>
            <a:xfrm>
              <a:off x="6168777" y="5559623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Noto Sans KR"/>
                  <a:ea typeface="Noto Sans KR"/>
                  <a:cs typeface="Noto Sans KR"/>
                </a:rPr>
                <a:t xml:space="preserve">않습니다</a:t>
              </a:r>
              <a:endParaRPr sz="1200" b="0" i="0" spc="0" kern="0" lang="ko-KR" altLang="en-US" dirty="0">
                <a:solidFill>
                  <a:srgbClr val="C3CD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9" name="Weave text 261: ."/>
            <p:cNvSpPr txBox="1"/>
            <p:nvPr/>
          </p:nvSpPr>
          <p:spPr>
            <a:xfrm>
              <a:off x="6729561" y="5559623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C3CDD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C3CDD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90" name="Line 262: Keystore로 저장소의 암호화 키를 보호합니다.">
            <a:hlinkClick r:id="rIdWeaveLink262"/>
          </p:cNvPr>
          <p:cNvGrpSpPr/>
          <p:nvPr/>
        </p:nvGrpSpPr>
        <p:grpSpPr>
          <a:xfrm>
            <a:off x="1209675" y="5885259"/>
            <a:ext cx="2066479" cy="205740"/>
            <a:chOff x="1209675" y="5885259"/>
            <a:chExt cx="2066479" cy="205740"/>
          </a:xfrm>
        </p:grpSpPr>
        <p:sp>
          <p:nvSpPr>
            <p:cNvPr id="291" name="Weave text 262: Keystore">
              <a:hlinkClick r:id="rIdWeaveLink262"/>
            </p:cNvPr>
            <p:cNvSpPr txBox="1"/>
            <p:nvPr/>
          </p:nvSpPr>
          <p:spPr>
            <a:xfrm>
              <a:off x="1209675" y="5885259"/>
              <a:ext cx="472529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Keystore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2" name="Weave text 262: 로">
              <a:hlinkClick r:id="rIdWeaveLink262"/>
            </p:cNvPr>
            <p:cNvSpPr txBox="1"/>
            <p:nvPr/>
          </p:nvSpPr>
          <p:spPr>
            <a:xfrm>
              <a:off x="1643955" y="5885259"/>
              <a:ext cx="134689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로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3" name="Weave text 262:  ">
              <a:hlinkClick r:id="rIdWeaveLink262"/>
            </p:cNvPr>
            <p:cNvSpPr txBox="1"/>
            <p:nvPr/>
          </p:nvSpPr>
          <p:spPr>
            <a:xfrm>
              <a:off x="1740396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4" name="Weave text 262: 저장소의">
              <a:hlinkClick r:id="rIdWeaveLink262"/>
            </p:cNvPr>
            <p:cNvSpPr txBox="1"/>
            <p:nvPr/>
          </p:nvSpPr>
          <p:spPr>
            <a:xfrm>
              <a:off x="1769864" y="5885259"/>
              <a:ext cx="42371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저장소의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5" name="Weave text 262:  ">
              <a:hlinkClick r:id="rIdWeaveLink262"/>
            </p:cNvPr>
            <p:cNvSpPr txBox="1"/>
            <p:nvPr/>
          </p:nvSpPr>
          <p:spPr>
            <a:xfrm>
              <a:off x="2155329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6" name="Weave text 262: 암호화">
              <a:hlinkClick r:id="rIdWeaveLink262"/>
            </p:cNvPr>
            <p:cNvSpPr txBox="1"/>
            <p:nvPr/>
          </p:nvSpPr>
          <p:spPr>
            <a:xfrm>
              <a:off x="2184797" y="58852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암호화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7" name="Weave text 262:  ">
              <a:hlinkClick r:id="rIdWeaveLink262"/>
            </p:cNvPr>
            <p:cNvSpPr txBox="1"/>
            <p:nvPr/>
          </p:nvSpPr>
          <p:spPr>
            <a:xfrm>
              <a:off x="2473970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8" name="Weave text 262: 키를">
              <a:hlinkClick r:id="rIdWeaveLink262"/>
            </p:cNvPr>
            <p:cNvSpPr txBox="1"/>
            <p:nvPr/>
          </p:nvSpPr>
          <p:spPr>
            <a:xfrm>
              <a:off x="2503438" y="5885259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키를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99" name="Weave text 262:  ">
              <a:hlinkClick r:id="rIdWeaveLink262"/>
            </p:cNvPr>
            <p:cNvSpPr txBox="1"/>
            <p:nvPr/>
          </p:nvSpPr>
          <p:spPr>
            <a:xfrm>
              <a:off x="2696319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0" name="Weave text 262: 보호합니다">
              <a:hlinkClick r:id="rIdWeaveLink262"/>
            </p:cNvPr>
            <p:cNvSpPr txBox="1"/>
            <p:nvPr/>
          </p:nvSpPr>
          <p:spPr>
            <a:xfrm>
              <a:off x="2725787" y="5885259"/>
              <a:ext cx="52015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보호합니다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1" name="Weave text 262: .">
              <a:hlinkClick r:id="rIdWeaveLink262"/>
            </p:cNvPr>
            <p:cNvSpPr txBox="1"/>
            <p:nvPr/>
          </p:nvSpPr>
          <p:spPr>
            <a:xfrm>
              <a:off x="3207693" y="58852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02" name="Line 263:  근거가 부족하거나 충돌하면 답을 단정하지 않고 후보·원문을 먼저 보여줍"/>
          <p:cNvGrpSpPr/>
          <p:nvPr/>
        </p:nvGrpSpPr>
        <p:grpSpPr>
          <a:xfrm>
            <a:off x="3238054" y="5885259"/>
            <a:ext cx="3448348" cy="205740"/>
            <a:chOff x="3238054" y="5885259"/>
            <a:chExt cx="3448348" cy="205740"/>
          </a:xfrm>
        </p:grpSpPr>
        <p:sp>
          <p:nvSpPr>
            <p:cNvPr id="303" name="Weave text 263:  "/>
            <p:cNvSpPr txBox="1"/>
            <p:nvPr/>
          </p:nvSpPr>
          <p:spPr>
            <a:xfrm>
              <a:off x="3238054" y="5885259"/>
              <a:ext cx="67568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4" name="Weave text 263: 근거가"/>
            <p:cNvSpPr txBox="1"/>
            <p:nvPr/>
          </p:nvSpPr>
          <p:spPr>
            <a:xfrm>
              <a:off x="3267521" y="58852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근거가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5" name="Weave text 263:  "/>
            <p:cNvSpPr txBox="1"/>
            <p:nvPr/>
          </p:nvSpPr>
          <p:spPr>
            <a:xfrm>
              <a:off x="3556695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6" name="Weave text 263: 부족하거나"/>
            <p:cNvSpPr txBox="1"/>
            <p:nvPr/>
          </p:nvSpPr>
          <p:spPr>
            <a:xfrm>
              <a:off x="3586162" y="5885259"/>
              <a:ext cx="52015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부족하거나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7" name="Weave text 263:  "/>
            <p:cNvSpPr txBox="1"/>
            <p:nvPr/>
          </p:nvSpPr>
          <p:spPr>
            <a:xfrm>
              <a:off x="4068068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8" name="Weave text 263: 충돌하면"/>
            <p:cNvSpPr txBox="1"/>
            <p:nvPr/>
          </p:nvSpPr>
          <p:spPr>
            <a:xfrm>
              <a:off x="4097536" y="5885259"/>
              <a:ext cx="42386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충돌하면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9" name="Weave text 263:  "/>
            <p:cNvSpPr txBox="1"/>
            <p:nvPr/>
          </p:nvSpPr>
          <p:spPr>
            <a:xfrm>
              <a:off x="4483150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0" name="Weave text 263: 답을"/>
            <p:cNvSpPr txBox="1"/>
            <p:nvPr/>
          </p:nvSpPr>
          <p:spPr>
            <a:xfrm>
              <a:off x="4512618" y="58852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답을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1" name="Weave text 263:  "/>
            <p:cNvSpPr txBox="1"/>
            <p:nvPr/>
          </p:nvSpPr>
          <p:spPr>
            <a:xfrm>
              <a:off x="4705350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2" name="Weave text 263: 단정하지"/>
            <p:cNvSpPr txBox="1"/>
            <p:nvPr/>
          </p:nvSpPr>
          <p:spPr>
            <a:xfrm>
              <a:off x="4734818" y="5885259"/>
              <a:ext cx="42386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단정하지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3" name="Weave text 263:  "/>
            <p:cNvSpPr txBox="1"/>
            <p:nvPr/>
          </p:nvSpPr>
          <p:spPr>
            <a:xfrm>
              <a:off x="5120432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4" name="Weave text 263: 않고"/>
            <p:cNvSpPr txBox="1"/>
            <p:nvPr/>
          </p:nvSpPr>
          <p:spPr>
            <a:xfrm>
              <a:off x="5149900" y="58852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않고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5" name="Weave text 263:  "/>
            <p:cNvSpPr txBox="1"/>
            <p:nvPr/>
          </p:nvSpPr>
          <p:spPr>
            <a:xfrm>
              <a:off x="5342632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6" name="Weave text 263: 후보"/>
            <p:cNvSpPr txBox="1"/>
            <p:nvPr/>
          </p:nvSpPr>
          <p:spPr>
            <a:xfrm>
              <a:off x="5372100" y="5885259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후보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7" name="Weave text 263: ·"/>
            <p:cNvSpPr txBox="1"/>
            <p:nvPr/>
          </p:nvSpPr>
          <p:spPr>
            <a:xfrm>
              <a:off x="5564832" y="58852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8" name="Weave text 263: 원문을"/>
            <p:cNvSpPr txBox="1"/>
            <p:nvPr/>
          </p:nvSpPr>
          <p:spPr>
            <a:xfrm>
              <a:off x="5595045" y="5885259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원문을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9" name="Weave text 263:  "/>
            <p:cNvSpPr txBox="1"/>
            <p:nvPr/>
          </p:nvSpPr>
          <p:spPr>
            <a:xfrm>
              <a:off x="5884218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0" name="Weave text 263: 먼저"/>
            <p:cNvSpPr txBox="1"/>
            <p:nvPr/>
          </p:nvSpPr>
          <p:spPr>
            <a:xfrm>
              <a:off x="5913686" y="5885259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먼저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1" name="Weave text 263:  "/>
            <p:cNvSpPr txBox="1"/>
            <p:nvPr/>
          </p:nvSpPr>
          <p:spPr>
            <a:xfrm>
              <a:off x="6106567" y="5885259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2" name="Weave text 263: 보여줍니다"/>
            <p:cNvSpPr txBox="1"/>
            <p:nvPr/>
          </p:nvSpPr>
          <p:spPr>
            <a:xfrm>
              <a:off x="6136035" y="5885259"/>
              <a:ext cx="520154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Noto Sans KR"/>
                  <a:ea typeface="Noto Sans KR"/>
                  <a:cs typeface="Noto Sans KR"/>
                </a:rPr>
                <a:t xml:space="preserve">보여줍니다</a:t>
              </a:r>
              <a:endParaRPr sz="825" b="0" i="0" spc="0" kern="0" lang="ko-KR" altLang="en-US" dirty="0">
                <a:solidFill>
                  <a:srgbClr val="8E9DB6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3" name="Weave text 263: ."/>
            <p:cNvSpPr txBox="1"/>
            <p:nvPr/>
          </p:nvSpPr>
          <p:spPr>
            <a:xfrm>
              <a:off x="6617940" y="5885259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E9DB6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825" b="0" i="0" spc="0" kern="0" lang="ko-KR" altLang="en-US" dirty="0">
                <a:solidFill>
                  <a:srgbClr val="8E9DB6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24" name="Line 264: Weave는 제안 설계 기준 · 상세 데이터 흐름과 모델 후보는 기획서의"/>
          <p:cNvGrpSpPr/>
          <p:nvPr/>
        </p:nvGrpSpPr>
        <p:grpSpPr>
          <a:xfrm>
            <a:off x="609600" y="6229350"/>
            <a:ext cx="3925937" cy="190500"/>
            <a:chOff x="609600" y="6229350"/>
            <a:chExt cx="3925937" cy="190500"/>
          </a:xfrm>
        </p:grpSpPr>
        <p:sp>
          <p:nvSpPr>
            <p:cNvPr id="325" name="Weave text 264: Weave"/>
            <p:cNvSpPr txBox="1"/>
            <p:nvPr/>
          </p:nvSpPr>
          <p:spPr>
            <a:xfrm>
              <a:off x="609600" y="6229350"/>
              <a:ext cx="342900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Weave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6" name="Weave text 264: 는"/>
            <p:cNvSpPr txBox="1"/>
            <p:nvPr/>
          </p:nvSpPr>
          <p:spPr>
            <a:xfrm>
              <a:off x="914251" y="6229350"/>
              <a:ext cx="12590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는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7" name="Weave text 264:  "/>
            <p:cNvSpPr txBox="1"/>
            <p:nvPr/>
          </p:nvSpPr>
          <p:spPr>
            <a:xfrm>
              <a:off x="1001911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8" name="Weave text 264: 제안"/>
            <p:cNvSpPr txBox="1"/>
            <p:nvPr/>
          </p:nvSpPr>
          <p:spPr>
            <a:xfrm>
              <a:off x="1028700" y="622935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제안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9" name="Weave text 264:  "/>
            <p:cNvSpPr txBox="1"/>
            <p:nvPr/>
          </p:nvSpPr>
          <p:spPr>
            <a:xfrm>
              <a:off x="1204020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0" name="Weave text 264: 설계"/>
            <p:cNvSpPr txBox="1"/>
            <p:nvPr/>
          </p:nvSpPr>
          <p:spPr>
            <a:xfrm>
              <a:off x="1230809" y="622935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설계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1" name="Weave text 264:  "/>
            <p:cNvSpPr txBox="1"/>
            <p:nvPr/>
          </p:nvSpPr>
          <p:spPr>
            <a:xfrm>
              <a:off x="1405979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2" name="Weave text 264: 기준"/>
            <p:cNvSpPr txBox="1"/>
            <p:nvPr/>
          </p:nvSpPr>
          <p:spPr>
            <a:xfrm>
              <a:off x="1432768" y="622935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기준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3" name="Weave text 264:  · "/>
            <p:cNvSpPr txBox="1"/>
            <p:nvPr/>
          </p:nvSpPr>
          <p:spPr>
            <a:xfrm>
              <a:off x="1608088" y="6229350"/>
              <a:ext cx="11921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·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4" name="Weave text 264: 상세"/>
            <p:cNvSpPr txBox="1"/>
            <p:nvPr/>
          </p:nvSpPr>
          <p:spPr>
            <a:xfrm>
              <a:off x="1689050" y="622935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상세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5" name="Weave text 264:  "/>
            <p:cNvSpPr txBox="1"/>
            <p:nvPr/>
          </p:nvSpPr>
          <p:spPr>
            <a:xfrm>
              <a:off x="1864370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6" name="Weave text 264: 데이터"/>
            <p:cNvSpPr txBox="1"/>
            <p:nvPr/>
          </p:nvSpPr>
          <p:spPr>
            <a:xfrm>
              <a:off x="1891159" y="6229350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데이터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7" name="Weave text 264:  "/>
            <p:cNvSpPr txBox="1"/>
            <p:nvPr/>
          </p:nvSpPr>
          <p:spPr>
            <a:xfrm>
              <a:off x="2153989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8" name="Weave text 264: 흐름과"/>
            <p:cNvSpPr txBox="1"/>
            <p:nvPr/>
          </p:nvSpPr>
          <p:spPr>
            <a:xfrm>
              <a:off x="2180779" y="6229350"/>
              <a:ext cx="30122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흐름과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9" name="Weave text 264:  "/>
            <p:cNvSpPr txBox="1"/>
            <p:nvPr/>
          </p:nvSpPr>
          <p:spPr>
            <a:xfrm>
              <a:off x="2443758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0" name="Weave text 264: 모델"/>
            <p:cNvSpPr txBox="1"/>
            <p:nvPr/>
          </p:nvSpPr>
          <p:spPr>
            <a:xfrm>
              <a:off x="2470547" y="622935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모델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1" name="Weave text 264:  "/>
            <p:cNvSpPr txBox="1"/>
            <p:nvPr/>
          </p:nvSpPr>
          <p:spPr>
            <a:xfrm>
              <a:off x="2645718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2" name="Weave text 264: 후보는"/>
            <p:cNvSpPr txBox="1"/>
            <p:nvPr/>
          </p:nvSpPr>
          <p:spPr>
            <a:xfrm>
              <a:off x="2672507" y="6229350"/>
              <a:ext cx="30122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후보는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3" name="Weave text 264:  "/>
            <p:cNvSpPr txBox="1"/>
            <p:nvPr/>
          </p:nvSpPr>
          <p:spPr>
            <a:xfrm>
              <a:off x="2935486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4" name="Weave text 264: 기획서의"/>
            <p:cNvSpPr txBox="1"/>
            <p:nvPr/>
          </p:nvSpPr>
          <p:spPr>
            <a:xfrm>
              <a:off x="2962275" y="6229350"/>
              <a:ext cx="38873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기획서의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5" name="Weave text 264:  Technical details "/>
            <p:cNvSpPr txBox="1"/>
            <p:nvPr/>
          </p:nvSpPr>
          <p:spPr>
            <a:xfrm>
              <a:off x="3312765" y="6229350"/>
              <a:ext cx="845493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Technical details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6" name="Weave text 264: 부록"/>
            <p:cNvSpPr txBox="1"/>
            <p:nvPr/>
          </p:nvSpPr>
          <p:spPr>
            <a:xfrm>
              <a:off x="4120009" y="622935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부록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7" name="Weave text 264:  "/>
            <p:cNvSpPr txBox="1"/>
            <p:nvPr/>
          </p:nvSpPr>
          <p:spPr>
            <a:xfrm>
              <a:off x="4295329" y="622935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8" name="Weave text 264: 참조"/>
            <p:cNvSpPr txBox="1"/>
            <p:nvPr/>
          </p:nvSpPr>
          <p:spPr>
            <a:xfrm>
              <a:off x="4322118" y="622935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1809C"/>
                  </a:solidFill>
                  <a:latin typeface="Noto Sans KR"/>
                  <a:ea typeface="Noto Sans KR"/>
                  <a:cs typeface="Noto Sans KR"/>
                </a:rPr>
                <a:t xml:space="preserve">참조</a:t>
              </a:r>
              <a:endParaRPr sz="750" b="0" i="0" spc="0" kern="0" lang="ko-KR" altLang="en-US" dirty="0">
                <a:solidFill>
                  <a:srgbClr val="71809C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49" name="Line 265: 09 / 11"/>
          <p:cNvGrpSpPr/>
          <p:nvPr/>
        </p:nvGrpSpPr>
        <p:grpSpPr>
          <a:xfrm>
            <a:off x="11171039" y="6486525"/>
            <a:ext cx="449461" cy="190500"/>
            <a:chOff x="11171039" y="6486525"/>
            <a:chExt cx="449461" cy="190500"/>
          </a:xfrm>
        </p:grpSpPr>
        <p:sp>
          <p:nvSpPr>
            <p:cNvPr id="350" name="Weave text 265: 09 / 11"/>
            <p:cNvSpPr txBox="1"/>
            <p:nvPr/>
          </p:nvSpPr>
          <p:spPr>
            <a:xfrm>
              <a:off x="11171039" y="6486525"/>
              <a:ext cx="44946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09 / 11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266: 10 / DIFFERENTIATION"/>
          <p:cNvGrpSpPr/>
          <p:nvPr/>
        </p:nvGrpSpPr>
        <p:grpSpPr>
          <a:xfrm>
            <a:off x="609600" y="371475"/>
            <a:ext cx="1547366" cy="205740"/>
            <a:chOff x="609600" y="371475"/>
            <a:chExt cx="1547366" cy="205740"/>
          </a:xfrm>
        </p:grpSpPr>
        <p:sp>
          <p:nvSpPr>
            <p:cNvPr id="4" name="Weave text 266: 10 / DIFFERENTIATION"/>
            <p:cNvSpPr txBox="1"/>
            <p:nvPr/>
          </p:nvSpPr>
          <p:spPr>
            <a:xfrm>
              <a:off x="609600" y="371475"/>
              <a:ext cx="1547366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10 / DIFFERENTIATION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267: 흩어진 기록을, 찾고 이어 쓰는 경험."/>
          <p:cNvGrpSpPr/>
          <p:nvPr/>
        </p:nvGrpSpPr>
        <p:grpSpPr>
          <a:xfrm>
            <a:off x="609600" y="704850"/>
            <a:ext cx="5260479" cy="647700"/>
            <a:chOff x="609600" y="704850"/>
            <a:chExt cx="5260479" cy="647700"/>
          </a:xfrm>
        </p:grpSpPr>
        <p:sp>
          <p:nvSpPr>
            <p:cNvPr id="6" name="Weave text 267: 흩어진"/>
            <p:cNvSpPr txBox="1"/>
            <p:nvPr/>
          </p:nvSpPr>
          <p:spPr>
            <a:xfrm>
              <a:off x="609600" y="704850"/>
              <a:ext cx="1032570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흩어진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267:  "/>
            <p:cNvSpPr txBox="1"/>
            <p:nvPr/>
          </p:nvSpPr>
          <p:spPr>
            <a:xfrm>
              <a:off x="1603921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267: 기록을"/>
            <p:cNvSpPr txBox="1"/>
            <p:nvPr/>
          </p:nvSpPr>
          <p:spPr>
            <a:xfrm>
              <a:off x="1680865" y="704850"/>
              <a:ext cx="103271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기록을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9" name="Weave text 267: , "/>
            <p:cNvSpPr txBox="1"/>
            <p:nvPr/>
          </p:nvSpPr>
          <p:spPr>
            <a:xfrm>
              <a:off x="2675334" y="704850"/>
              <a:ext cx="209699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0" name="Weave text 267: 찾고"/>
            <p:cNvSpPr txBox="1"/>
            <p:nvPr/>
          </p:nvSpPr>
          <p:spPr>
            <a:xfrm>
              <a:off x="2846784" y="704850"/>
              <a:ext cx="7012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찾고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267:  "/>
            <p:cNvSpPr txBox="1"/>
            <p:nvPr/>
          </p:nvSpPr>
          <p:spPr>
            <a:xfrm>
              <a:off x="3509814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267: 이어"/>
            <p:cNvSpPr txBox="1"/>
            <p:nvPr/>
          </p:nvSpPr>
          <p:spPr>
            <a:xfrm>
              <a:off x="3586758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이어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267:  "/>
            <p:cNvSpPr txBox="1"/>
            <p:nvPr/>
          </p:nvSpPr>
          <p:spPr>
            <a:xfrm>
              <a:off x="4249638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4" name="Weave text 267: 쓰는"/>
            <p:cNvSpPr txBox="1"/>
            <p:nvPr/>
          </p:nvSpPr>
          <p:spPr>
            <a:xfrm>
              <a:off x="4326582" y="704850"/>
              <a:ext cx="701278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쓰는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5" name="Weave text 267:  "/>
            <p:cNvSpPr txBox="1"/>
            <p:nvPr/>
          </p:nvSpPr>
          <p:spPr>
            <a:xfrm>
              <a:off x="4989612" y="704850"/>
              <a:ext cx="11519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" name="Weave text 267: 경험"/>
            <p:cNvSpPr txBox="1"/>
            <p:nvPr/>
          </p:nvSpPr>
          <p:spPr>
            <a:xfrm>
              <a:off x="5066556" y="704850"/>
              <a:ext cx="701129" cy="589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경험</a:t>
              </a:r>
              <a:endParaRPr sz="3000" b="0" i="0" spc="-150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" name="Weave text 267: ."/>
            <p:cNvSpPr txBox="1"/>
            <p:nvPr/>
          </p:nvSpPr>
          <p:spPr>
            <a:xfrm>
              <a:off x="5729436" y="704850"/>
              <a:ext cx="140643" cy="4990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000" b="0" i="0" spc="-15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000" b="0" i="0" spc="-15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8" name="Line 268: 같은 정보를 보여주는 것을 넘어, 기록 속 단서를 이어 필요한 내용을 완"/>
          <p:cNvGrpSpPr/>
          <p:nvPr/>
        </p:nvGrpSpPr>
        <p:grpSpPr>
          <a:xfrm>
            <a:off x="609600" y="1343025"/>
            <a:ext cx="5399484" cy="297180"/>
            <a:chOff x="609600" y="1343025"/>
            <a:chExt cx="5399484" cy="297180"/>
          </a:xfrm>
        </p:grpSpPr>
        <p:sp>
          <p:nvSpPr>
            <p:cNvPr id="19" name="Weave text 268: 같은"/>
            <p:cNvSpPr txBox="1"/>
            <p:nvPr/>
          </p:nvSpPr>
          <p:spPr>
            <a:xfrm>
              <a:off x="609600" y="1343025"/>
              <a:ext cx="33605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같은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" name="Weave text 268:  "/>
            <p:cNvSpPr txBox="1"/>
            <p:nvPr/>
          </p:nvSpPr>
          <p:spPr>
            <a:xfrm>
              <a:off x="907405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" name="Weave text 268: 정보를"/>
            <p:cNvSpPr txBox="1"/>
            <p:nvPr/>
          </p:nvSpPr>
          <p:spPr>
            <a:xfrm>
              <a:off x="952946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정보를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268:  "/>
            <p:cNvSpPr txBox="1"/>
            <p:nvPr/>
          </p:nvSpPr>
          <p:spPr>
            <a:xfrm>
              <a:off x="1399877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268: 보여주는"/>
            <p:cNvSpPr txBox="1"/>
            <p:nvPr/>
          </p:nvSpPr>
          <p:spPr>
            <a:xfrm>
              <a:off x="1445419" y="1343025"/>
              <a:ext cx="634157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보여주는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268:  "/>
            <p:cNvSpPr txBox="1"/>
            <p:nvPr/>
          </p:nvSpPr>
          <p:spPr>
            <a:xfrm>
              <a:off x="2041327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268: 것을"/>
            <p:cNvSpPr txBox="1"/>
            <p:nvPr/>
          </p:nvSpPr>
          <p:spPr>
            <a:xfrm>
              <a:off x="2086868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것을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268:  "/>
            <p:cNvSpPr txBox="1"/>
            <p:nvPr/>
          </p:nvSpPr>
          <p:spPr>
            <a:xfrm>
              <a:off x="2384822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268: 넘어"/>
            <p:cNvSpPr txBox="1"/>
            <p:nvPr/>
          </p:nvSpPr>
          <p:spPr>
            <a:xfrm>
              <a:off x="2430363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넘어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268: , "/>
            <p:cNvSpPr txBox="1"/>
            <p:nvPr/>
          </p:nvSpPr>
          <p:spPr>
            <a:xfrm>
              <a:off x="2728317" y="1343025"/>
              <a:ext cx="130373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268: 기록"/>
            <p:cNvSpPr txBox="1"/>
            <p:nvPr/>
          </p:nvSpPr>
          <p:spPr>
            <a:xfrm>
              <a:off x="2820442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268:  "/>
            <p:cNvSpPr txBox="1"/>
            <p:nvPr/>
          </p:nvSpPr>
          <p:spPr>
            <a:xfrm>
              <a:off x="3118396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" name="Weave text 268: 속"/>
            <p:cNvSpPr txBox="1"/>
            <p:nvPr/>
          </p:nvSpPr>
          <p:spPr>
            <a:xfrm>
              <a:off x="3163937" y="1343025"/>
              <a:ext cx="187226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속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" name="Weave text 268:  "/>
            <p:cNvSpPr txBox="1"/>
            <p:nvPr/>
          </p:nvSpPr>
          <p:spPr>
            <a:xfrm>
              <a:off x="3312914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" name="Weave text 268: 단서를"/>
            <p:cNvSpPr txBox="1"/>
            <p:nvPr/>
          </p:nvSpPr>
          <p:spPr>
            <a:xfrm>
              <a:off x="3358455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단서를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" name="Weave text 268:  "/>
            <p:cNvSpPr txBox="1"/>
            <p:nvPr/>
          </p:nvSpPr>
          <p:spPr>
            <a:xfrm>
              <a:off x="3805386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" name="Weave text 268: 이어"/>
            <p:cNvSpPr txBox="1"/>
            <p:nvPr/>
          </p:nvSpPr>
          <p:spPr>
            <a:xfrm>
              <a:off x="3850928" y="1343025"/>
              <a:ext cx="336203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이어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" name="Weave text 268:  "/>
            <p:cNvSpPr txBox="1"/>
            <p:nvPr/>
          </p:nvSpPr>
          <p:spPr>
            <a:xfrm>
              <a:off x="4148882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7" name="Weave text 268: 필요한"/>
            <p:cNvSpPr txBox="1"/>
            <p:nvPr/>
          </p:nvSpPr>
          <p:spPr>
            <a:xfrm>
              <a:off x="4194423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8" name="Weave text 268:  "/>
            <p:cNvSpPr txBox="1"/>
            <p:nvPr/>
          </p:nvSpPr>
          <p:spPr>
            <a:xfrm>
              <a:off x="4641354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9" name="Weave text 268: 내용을"/>
            <p:cNvSpPr txBox="1"/>
            <p:nvPr/>
          </p:nvSpPr>
          <p:spPr>
            <a:xfrm>
              <a:off x="4686895" y="1343025"/>
              <a:ext cx="485180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내용을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0" name="Weave text 268:  "/>
            <p:cNvSpPr txBox="1"/>
            <p:nvPr/>
          </p:nvSpPr>
          <p:spPr>
            <a:xfrm>
              <a:off x="5133826" y="1343025"/>
              <a:ext cx="83790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1" name="Weave text 268: 완성합니다"/>
            <p:cNvSpPr txBox="1"/>
            <p:nvPr/>
          </p:nvSpPr>
          <p:spPr>
            <a:xfrm>
              <a:off x="5179368" y="1343025"/>
              <a:ext cx="783134" cy="27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Noto Sans KR"/>
                  <a:ea typeface="Noto Sans KR"/>
                  <a:cs typeface="Noto Sans KR"/>
                </a:rPr>
                <a:t xml:space="preserve">완성합니다</a:t>
              </a:r>
              <a:endParaRPr sz="1275" b="0" i="0" spc="0" kern="0" lang="ko-KR" altLang="en-US" dirty="0">
                <a:solidFill>
                  <a:srgbClr val="9CAAC3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2" name="Weave text 268: ."/>
            <p:cNvSpPr txBox="1"/>
            <p:nvPr/>
          </p:nvSpPr>
          <p:spPr>
            <a:xfrm>
              <a:off x="5924252" y="1343025"/>
              <a:ext cx="84832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defRPr>
              </a:pPr>
              <a:r>
                <a:rPr sz="1275" b="0" i="0" spc="0" kern="0" lang="ko-KR" altLang="en-US" dirty="0">
                  <a:solidFill>
                    <a:srgbClr val="9CAAC3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75" b="0" i="0" spc="0" kern="0" lang="ko-KR" altLang="en-US" dirty="0">
                <a:solidFill>
                  <a:srgbClr val="9CAAC3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43" name="Line 269: 비교 요소"/>
          <p:cNvGrpSpPr/>
          <p:nvPr/>
        </p:nvGrpSpPr>
        <p:grpSpPr>
          <a:xfrm>
            <a:off x="609600" y="2107406"/>
            <a:ext cx="528638" cy="236220"/>
            <a:chOff x="609600" y="2107406"/>
            <a:chExt cx="528638" cy="236220"/>
          </a:xfrm>
        </p:grpSpPr>
        <p:sp>
          <p:nvSpPr>
            <p:cNvPr id="44" name="Weave text 269: 비교"/>
            <p:cNvSpPr txBox="1"/>
            <p:nvPr/>
          </p:nvSpPr>
          <p:spPr>
            <a:xfrm>
              <a:off x="609600" y="2107406"/>
              <a:ext cx="265956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E9C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E9CB5"/>
                  </a:solidFill>
                  <a:latin typeface="Noto Sans KR"/>
                  <a:ea typeface="Noto Sans KR"/>
                  <a:cs typeface="Noto Sans KR"/>
                </a:rPr>
                <a:t xml:space="preserve">비교</a:t>
              </a:r>
              <a:endParaRPr sz="975" b="0" i="0" spc="0" kern="0" lang="ko-KR" altLang="en-US" dirty="0">
                <a:solidFill>
                  <a:srgbClr val="8E9CB5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5" name="Weave text 269:  "/>
            <p:cNvSpPr txBox="1"/>
            <p:nvPr/>
          </p:nvSpPr>
          <p:spPr>
            <a:xfrm>
              <a:off x="837307" y="2107406"/>
              <a:ext cx="73075" cy="1879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E9CB5"/>
                  </a:solidFill>
                  <a:latin typeface="Inter"/>
                  <a:ea typeface="Inter"/>
                  <a:cs typeface="Inter"/>
                </a:defRPr>
              </a:pPr>
              <a:r>
                <a:rPr sz="975" b="0" i="0" spc="0" kern="0" lang="ko-KR" altLang="en-US" dirty="0">
                  <a:solidFill>
                    <a:srgbClr val="8E9CB5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975" b="0" i="0" spc="0" kern="0" lang="ko-KR" altLang="en-US" dirty="0">
                <a:solidFill>
                  <a:srgbClr val="8E9CB5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6" name="Weave text 269: 요소"/>
            <p:cNvSpPr txBox="1"/>
            <p:nvPr/>
          </p:nvSpPr>
          <p:spPr>
            <a:xfrm>
              <a:off x="872133" y="2107406"/>
              <a:ext cx="266105" cy="217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75" b="0" i="0" spc="0" kern="0" lang="ko-KR" altLang="en-US" dirty="0">
                  <a:solidFill>
                    <a:srgbClr val="8E9CB5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975" b="0" i="0" spc="0" kern="0" lang="ko-KR" altLang="en-US" dirty="0">
                  <a:solidFill>
                    <a:srgbClr val="8E9CB5"/>
                  </a:solidFill>
                  <a:latin typeface="Noto Sans KR"/>
                  <a:ea typeface="Noto Sans KR"/>
                  <a:cs typeface="Noto Sans KR"/>
                </a:rPr>
                <a:t xml:space="preserve">요소</a:t>
              </a:r>
              <a:endParaRPr sz="975" b="0" i="0" spc="0" kern="0" lang="ko-KR" altLang="en-US" dirty="0">
                <a:solidFill>
                  <a:srgbClr val="8E9CB5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7" name="Line 270: Samsung"/>
          <p:cNvGrpSpPr/>
          <p:nvPr/>
        </p:nvGrpSpPr>
        <p:grpSpPr>
          <a:xfrm>
            <a:off x="3615035" y="1896517"/>
            <a:ext cx="770781" cy="297180"/>
            <a:chOff x="3615035" y="1896517"/>
            <a:chExt cx="770781" cy="297180"/>
          </a:xfrm>
        </p:grpSpPr>
        <p:sp>
          <p:nvSpPr>
            <p:cNvPr id="48" name="Weave text 270: Samsung"/>
            <p:cNvSpPr txBox="1"/>
            <p:nvPr/>
          </p:nvSpPr>
          <p:spPr>
            <a:xfrm>
              <a:off x="3615035" y="1896517"/>
              <a:ext cx="77078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Samsung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49" name="Line 271: Writing Assist"/>
          <p:cNvGrpSpPr/>
          <p:nvPr/>
        </p:nvGrpSpPr>
        <p:grpSpPr>
          <a:xfrm>
            <a:off x="3435846" y="2090738"/>
            <a:ext cx="1129159" cy="297180"/>
            <a:chOff x="3435846" y="2090738"/>
            <a:chExt cx="1129159" cy="297180"/>
          </a:xfrm>
        </p:grpSpPr>
        <p:sp>
          <p:nvSpPr>
            <p:cNvPr id="50" name="Weave text 271: Writing Assist"/>
            <p:cNvSpPr txBox="1"/>
            <p:nvPr/>
          </p:nvSpPr>
          <p:spPr>
            <a:xfrm>
              <a:off x="3435846" y="2090738"/>
              <a:ext cx="1129159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Writing Assist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1" name="Line 272: 2024.01.31¹"/>
          <p:cNvGrpSpPr/>
          <p:nvPr/>
        </p:nvGrpSpPr>
        <p:grpSpPr>
          <a:xfrm>
            <a:off x="3727252" y="2342108"/>
            <a:ext cx="546497" cy="190500"/>
            <a:chOff x="3727252" y="2342108"/>
            <a:chExt cx="546497" cy="190500"/>
          </a:xfrm>
        </p:grpSpPr>
        <p:sp>
          <p:nvSpPr>
            <p:cNvPr id="52" name="Weave text 272: 2024.01.31¹"/>
            <p:cNvSpPr txBox="1"/>
            <p:nvPr/>
          </p:nvSpPr>
          <p:spPr>
            <a:xfrm>
              <a:off x="3727252" y="2342108"/>
              <a:ext cx="54649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rPr>
                <a:t xml:space="preserve">2024.01.31¹</a:t>
              </a:r>
              <a:endParaRPr sz="750" b="0" i="0" spc="0" kern="0" lang="ko-KR" altLang="en-US" dirty="0">
                <a:solidFill>
                  <a:srgbClr val="9EA9C0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3" name="Line 273: Now Nudge"/>
          <p:cNvGrpSpPr/>
          <p:nvPr/>
        </p:nvGrpSpPr>
        <p:grpSpPr>
          <a:xfrm>
            <a:off x="5695057" y="1993553"/>
            <a:ext cx="954137" cy="297180"/>
            <a:chOff x="5695057" y="1993553"/>
            <a:chExt cx="954137" cy="297180"/>
          </a:xfrm>
        </p:grpSpPr>
        <p:sp>
          <p:nvSpPr>
            <p:cNvPr id="54" name="Weave text 273: Now Nudge"/>
            <p:cNvSpPr txBox="1"/>
            <p:nvPr/>
          </p:nvSpPr>
          <p:spPr>
            <a:xfrm>
              <a:off x="5695057" y="1993553"/>
              <a:ext cx="954137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Now Nudge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5" name="Line 274: 2026.03.11"/>
          <p:cNvGrpSpPr/>
          <p:nvPr/>
        </p:nvGrpSpPr>
        <p:grpSpPr>
          <a:xfrm>
            <a:off x="5917704" y="2244923"/>
            <a:ext cx="508843" cy="190500"/>
            <a:chOff x="5917704" y="2244923"/>
            <a:chExt cx="508843" cy="190500"/>
          </a:xfrm>
        </p:grpSpPr>
        <p:sp>
          <p:nvSpPr>
            <p:cNvPr id="56" name="Weave text 274: 2026.03.11"/>
            <p:cNvSpPr txBox="1"/>
            <p:nvPr/>
          </p:nvSpPr>
          <p:spPr>
            <a:xfrm>
              <a:off x="5917704" y="2244923"/>
              <a:ext cx="508843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rPr>
                <a:t xml:space="preserve">2026.03.11</a:t>
              </a:r>
              <a:endParaRPr sz="750" b="0" i="0" spc="0" kern="0" lang="ko-KR" altLang="en-US" dirty="0">
                <a:solidFill>
                  <a:srgbClr val="9EA9C0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7" name="Line 275: Kanana"/>
          <p:cNvGrpSpPr/>
          <p:nvPr/>
        </p:nvGrpSpPr>
        <p:grpSpPr>
          <a:xfrm>
            <a:off x="8029277" y="1896517"/>
            <a:ext cx="629096" cy="297180"/>
            <a:chOff x="8029277" y="1896517"/>
            <a:chExt cx="629096" cy="297180"/>
          </a:xfrm>
        </p:grpSpPr>
        <p:sp>
          <p:nvSpPr>
            <p:cNvPr id="58" name="Weave text 275: Kanana"/>
            <p:cNvSpPr txBox="1"/>
            <p:nvPr/>
          </p:nvSpPr>
          <p:spPr>
            <a:xfrm>
              <a:off x="8029277" y="1896517"/>
              <a:ext cx="629096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Kanana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9" name="Line 276: in KakaoTalk"/>
          <p:cNvGrpSpPr/>
          <p:nvPr/>
        </p:nvGrpSpPr>
        <p:grpSpPr>
          <a:xfrm>
            <a:off x="7833420" y="2090738"/>
            <a:ext cx="1020961" cy="297180"/>
            <a:chOff x="7833420" y="2090738"/>
            <a:chExt cx="1020961" cy="297180"/>
          </a:xfrm>
        </p:grpSpPr>
        <p:sp>
          <p:nvSpPr>
            <p:cNvPr id="60" name="Weave text 276: in KakaoTalk"/>
            <p:cNvSpPr txBox="1"/>
            <p:nvPr/>
          </p:nvSpPr>
          <p:spPr>
            <a:xfrm>
              <a:off x="7833420" y="2090738"/>
              <a:ext cx="1020961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in KakaoTalk</a:t>
              </a:r>
              <a:endParaRPr sz="1275" b="0" i="0" spc="0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61" name="Line 277: 2026.03.17"/>
          <p:cNvGrpSpPr/>
          <p:nvPr/>
        </p:nvGrpSpPr>
        <p:grpSpPr>
          <a:xfrm>
            <a:off x="8081814" y="2342108"/>
            <a:ext cx="524024" cy="190500"/>
            <a:chOff x="8081814" y="2342108"/>
            <a:chExt cx="524024" cy="190500"/>
          </a:xfrm>
        </p:grpSpPr>
        <p:sp>
          <p:nvSpPr>
            <p:cNvPr id="62" name="Weave text 277: 2026.03.17"/>
            <p:cNvSpPr txBox="1"/>
            <p:nvPr/>
          </p:nvSpPr>
          <p:spPr>
            <a:xfrm>
              <a:off x="8081814" y="2342108"/>
              <a:ext cx="524024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9EA9C0"/>
                  </a:solidFill>
                  <a:latin typeface="Inter"/>
                  <a:ea typeface="Inter"/>
                  <a:cs typeface="Inter"/>
                </a:rPr>
                <a:t xml:space="preserve">2026.03.17</a:t>
              </a:r>
              <a:endParaRPr sz="750" b="0" i="0" spc="0" kern="0" lang="ko-KR" altLang="en-US" dirty="0">
                <a:solidFill>
                  <a:srgbClr val="9EA9C0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63" name="Line 278: Weave"/>
          <p:cNvGrpSpPr/>
          <p:nvPr/>
        </p:nvGrpSpPr>
        <p:grpSpPr>
          <a:xfrm>
            <a:off x="10230296" y="1993553"/>
            <a:ext cx="570607" cy="297180"/>
            <a:chOff x="10230296" y="1993553"/>
            <a:chExt cx="570607" cy="297180"/>
          </a:xfrm>
        </p:grpSpPr>
        <p:sp>
          <p:nvSpPr>
            <p:cNvPr id="64" name="Weave text 278: Weave"/>
            <p:cNvSpPr txBox="1"/>
            <p:nvPr/>
          </p:nvSpPr>
          <p:spPr>
            <a:xfrm>
              <a:off x="10230296" y="1993553"/>
              <a:ext cx="570607" cy="2340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75" b="0" i="0" spc="0" kern="0" lang="ko-KR" altLang="en-US" dirty="0">
                  <a:solidFill>
                    <a:srgbClr val="F0E8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275" b="0" i="0" spc="0" kern="0" lang="ko-KR" altLang="en-US" dirty="0">
                  <a:solidFill>
                    <a:srgbClr val="F0E8FF"/>
                  </a:solidFill>
                  <a:latin typeface="Inter SemiBold"/>
                  <a:ea typeface="Inter SemiBold"/>
                  <a:cs typeface="Inter SemiBold"/>
                </a:rPr>
                <a:t xml:space="preserve">Weave</a:t>
              </a:r>
              <a:endParaRPr sz="1275" b="0" i="0" spc="0" kern="0" lang="ko-KR" altLang="en-US" dirty="0">
                <a:solidFill>
                  <a:srgbClr val="F0E8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65" name="Line 279: 제안"/>
          <p:cNvGrpSpPr/>
          <p:nvPr/>
        </p:nvGrpSpPr>
        <p:grpSpPr>
          <a:xfrm>
            <a:off x="10408890" y="2244923"/>
            <a:ext cx="213420" cy="190500"/>
            <a:chOff x="10408890" y="2244923"/>
            <a:chExt cx="213420" cy="190500"/>
          </a:xfrm>
        </p:grpSpPr>
        <p:sp>
          <p:nvSpPr>
            <p:cNvPr id="66" name="Weave text 279: 제안"/>
            <p:cNvSpPr txBox="1"/>
            <p:nvPr/>
          </p:nvSpPr>
          <p:spPr>
            <a:xfrm>
              <a:off x="10408890" y="2244923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9EA9C0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9EA9C0"/>
                  </a:solidFill>
                  <a:latin typeface="Noto Sans KR"/>
                  <a:ea typeface="Noto Sans KR"/>
                  <a:cs typeface="Noto Sans KR"/>
                </a:rPr>
                <a:t xml:space="preserve">제안</a:t>
              </a:r>
              <a:endParaRPr sz="750" b="0" i="0" spc="0" kern="0" lang="ko-KR" altLang="en-US" dirty="0">
                <a:solidFill>
                  <a:srgbClr val="9EA9C0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67" name="Line 280: 핵심 역할"/>
          <p:cNvGrpSpPr/>
          <p:nvPr/>
        </p:nvGrpSpPr>
        <p:grpSpPr>
          <a:xfrm>
            <a:off x="609600" y="2636044"/>
            <a:ext cx="586234" cy="266700"/>
            <a:chOff x="609600" y="2636044"/>
            <a:chExt cx="586234" cy="266700"/>
          </a:xfrm>
        </p:grpSpPr>
        <p:sp>
          <p:nvSpPr>
            <p:cNvPr id="68" name="Weave text 280: 핵심"/>
            <p:cNvSpPr txBox="1"/>
            <p:nvPr/>
          </p:nvSpPr>
          <p:spPr>
            <a:xfrm>
              <a:off x="609600" y="2636044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핵심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69" name="Weave text 280:  "/>
            <p:cNvSpPr txBox="1"/>
            <p:nvPr/>
          </p:nvSpPr>
          <p:spPr>
            <a:xfrm>
              <a:off x="865287" y="2636044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0" name="Weave text 280: 역할"/>
            <p:cNvSpPr txBox="1"/>
            <p:nvPr/>
          </p:nvSpPr>
          <p:spPr>
            <a:xfrm>
              <a:off x="901898" y="2636044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역할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1" name="Line 281: 문장 생성·교정·번역"/>
          <p:cNvGrpSpPr/>
          <p:nvPr/>
        </p:nvGrpSpPr>
        <p:grpSpPr>
          <a:xfrm>
            <a:off x="3433465" y="2649438"/>
            <a:ext cx="1133921" cy="251460"/>
            <a:chOff x="3433465" y="2649438"/>
            <a:chExt cx="1133921" cy="251460"/>
          </a:xfrm>
        </p:grpSpPr>
        <p:sp>
          <p:nvSpPr>
            <p:cNvPr id="72" name="Weave text 281: 문장"/>
            <p:cNvSpPr txBox="1"/>
            <p:nvPr/>
          </p:nvSpPr>
          <p:spPr>
            <a:xfrm>
              <a:off x="3433465" y="2649438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문장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3" name="Weave text 281:  "/>
            <p:cNvSpPr txBox="1"/>
            <p:nvPr/>
          </p:nvSpPr>
          <p:spPr>
            <a:xfrm>
              <a:off x="3678734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4" name="Weave text 281: 생성"/>
            <p:cNvSpPr txBox="1"/>
            <p:nvPr/>
          </p:nvSpPr>
          <p:spPr>
            <a:xfrm>
              <a:off x="3716238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생성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5" name="Weave text 281: ·"/>
            <p:cNvSpPr txBox="1"/>
            <p:nvPr/>
          </p:nvSpPr>
          <p:spPr>
            <a:xfrm>
              <a:off x="3961656" y="2649438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6" name="Weave text 281: 교정"/>
            <p:cNvSpPr txBox="1"/>
            <p:nvPr/>
          </p:nvSpPr>
          <p:spPr>
            <a:xfrm>
              <a:off x="4000054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교정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7" name="Weave text 281: ·"/>
            <p:cNvSpPr txBox="1"/>
            <p:nvPr/>
          </p:nvSpPr>
          <p:spPr>
            <a:xfrm>
              <a:off x="4245471" y="2649438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8" name="Weave text 281: 번역"/>
            <p:cNvSpPr txBox="1"/>
            <p:nvPr/>
          </p:nvSpPr>
          <p:spPr>
            <a:xfrm>
              <a:off x="4283869" y="2649438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번역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79" name="Line 282: 필요한 정보·행동 안내"/>
          <p:cNvGrpSpPr/>
          <p:nvPr/>
        </p:nvGrpSpPr>
        <p:grpSpPr>
          <a:xfrm>
            <a:off x="5544294" y="2649438"/>
            <a:ext cx="1255663" cy="251460"/>
            <a:chOff x="5544294" y="2649438"/>
            <a:chExt cx="1255663" cy="251460"/>
          </a:xfrm>
        </p:grpSpPr>
        <p:sp>
          <p:nvSpPr>
            <p:cNvPr id="80" name="Weave text 282: 필요한"/>
            <p:cNvSpPr txBox="1"/>
            <p:nvPr/>
          </p:nvSpPr>
          <p:spPr>
            <a:xfrm>
              <a:off x="5544294" y="2649438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필요한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1" name="Weave text 282:  "/>
            <p:cNvSpPr txBox="1"/>
            <p:nvPr/>
          </p:nvSpPr>
          <p:spPr>
            <a:xfrm>
              <a:off x="5912197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2" name="Weave text 282: 정보"/>
            <p:cNvSpPr txBox="1"/>
            <p:nvPr/>
          </p:nvSpPr>
          <p:spPr>
            <a:xfrm>
              <a:off x="5949702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3" name="Weave text 282: ·"/>
            <p:cNvSpPr txBox="1"/>
            <p:nvPr/>
          </p:nvSpPr>
          <p:spPr>
            <a:xfrm>
              <a:off x="6195120" y="2649438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4" name="Weave text 282: 행동"/>
            <p:cNvSpPr txBox="1"/>
            <p:nvPr/>
          </p:nvSpPr>
          <p:spPr>
            <a:xfrm>
              <a:off x="6233517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행동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5" name="Weave text 282:  "/>
            <p:cNvSpPr txBox="1"/>
            <p:nvPr/>
          </p:nvSpPr>
          <p:spPr>
            <a:xfrm>
              <a:off x="6478935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6" name="Weave text 282: 안내"/>
            <p:cNvSpPr txBox="1"/>
            <p:nvPr/>
          </p:nvSpPr>
          <p:spPr>
            <a:xfrm>
              <a:off x="6516439" y="2649438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안내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87" name="Line 283: 대화 속 일정·정보 챙기기"/>
          <p:cNvGrpSpPr/>
          <p:nvPr/>
        </p:nvGrpSpPr>
        <p:grpSpPr>
          <a:xfrm>
            <a:off x="7635925" y="2649438"/>
            <a:ext cx="1415951" cy="251460"/>
            <a:chOff x="7635925" y="2649438"/>
            <a:chExt cx="1415951" cy="251460"/>
          </a:xfrm>
        </p:grpSpPr>
        <p:sp>
          <p:nvSpPr>
            <p:cNvPr id="88" name="Weave text 283: 대화"/>
            <p:cNvSpPr txBox="1"/>
            <p:nvPr/>
          </p:nvSpPr>
          <p:spPr>
            <a:xfrm>
              <a:off x="7635925" y="2649438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9" name="Weave text 283:  "/>
            <p:cNvSpPr txBox="1"/>
            <p:nvPr/>
          </p:nvSpPr>
          <p:spPr>
            <a:xfrm>
              <a:off x="7881193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0" name="Weave text 283: 속"/>
            <p:cNvSpPr txBox="1"/>
            <p:nvPr/>
          </p:nvSpPr>
          <p:spPr>
            <a:xfrm>
              <a:off x="7918698" y="2649438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속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1" name="Weave text 283:  "/>
            <p:cNvSpPr txBox="1"/>
            <p:nvPr/>
          </p:nvSpPr>
          <p:spPr>
            <a:xfrm>
              <a:off x="8041332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2" name="Weave text 283: 일정"/>
            <p:cNvSpPr txBox="1"/>
            <p:nvPr/>
          </p:nvSpPr>
          <p:spPr>
            <a:xfrm>
              <a:off x="8078837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3" name="Weave text 283: ·"/>
            <p:cNvSpPr txBox="1"/>
            <p:nvPr/>
          </p:nvSpPr>
          <p:spPr>
            <a:xfrm>
              <a:off x="8324255" y="2649438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4" name="Weave text 283: 정보"/>
            <p:cNvSpPr txBox="1"/>
            <p:nvPr/>
          </p:nvSpPr>
          <p:spPr>
            <a:xfrm>
              <a:off x="8362652" y="2649438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5" name="Weave text 283:  "/>
            <p:cNvSpPr txBox="1"/>
            <p:nvPr/>
          </p:nvSpPr>
          <p:spPr>
            <a:xfrm>
              <a:off x="8608070" y="2649438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6" name="Weave text 283: 챙기기"/>
            <p:cNvSpPr txBox="1"/>
            <p:nvPr/>
          </p:nvSpPr>
          <p:spPr>
            <a:xfrm>
              <a:off x="8645575" y="2649438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챙기기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97" name="Line 284: 흩어진 기록 연결"/>
          <p:cNvGrpSpPr/>
          <p:nvPr/>
        </p:nvGrpSpPr>
        <p:grpSpPr>
          <a:xfrm>
            <a:off x="10029527" y="2546152"/>
            <a:ext cx="971996" cy="251460"/>
            <a:chOff x="10029527" y="2546152"/>
            <a:chExt cx="971996" cy="251460"/>
          </a:xfrm>
        </p:grpSpPr>
        <p:sp>
          <p:nvSpPr>
            <p:cNvPr id="98" name="Weave text 284: 흩어진"/>
            <p:cNvSpPr txBox="1"/>
            <p:nvPr/>
          </p:nvSpPr>
          <p:spPr>
            <a:xfrm>
              <a:off x="10029527" y="2546152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흩어진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9" name="Weave text 284:  "/>
            <p:cNvSpPr txBox="1"/>
            <p:nvPr/>
          </p:nvSpPr>
          <p:spPr>
            <a:xfrm>
              <a:off x="10397430" y="2546152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0" name="Weave text 284: 기록"/>
            <p:cNvSpPr txBox="1"/>
            <p:nvPr/>
          </p:nvSpPr>
          <p:spPr>
            <a:xfrm>
              <a:off x="10434935" y="2546152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1" name="Weave text 284:  "/>
            <p:cNvSpPr txBox="1"/>
            <p:nvPr/>
          </p:nvSpPr>
          <p:spPr>
            <a:xfrm>
              <a:off x="10680353" y="2546152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2" name="Weave text 284: 연결"/>
            <p:cNvSpPr txBox="1"/>
            <p:nvPr/>
          </p:nvSpPr>
          <p:spPr>
            <a:xfrm>
              <a:off x="10717857" y="2546152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연결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3" name="Line 285: 입력 완성"/>
          <p:cNvGrpSpPr/>
          <p:nvPr/>
        </p:nvGrpSpPr>
        <p:grpSpPr>
          <a:xfrm>
            <a:off x="10232231" y="2752725"/>
            <a:ext cx="566440" cy="251460"/>
            <a:chOff x="10232231" y="2752725"/>
            <a:chExt cx="566440" cy="251460"/>
          </a:xfrm>
        </p:grpSpPr>
        <p:sp>
          <p:nvSpPr>
            <p:cNvPr id="104" name="Weave text 285: 입력"/>
            <p:cNvSpPr txBox="1"/>
            <p:nvPr/>
          </p:nvSpPr>
          <p:spPr>
            <a:xfrm>
              <a:off x="10232231" y="2752725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5" name="Weave text 285:  "/>
            <p:cNvSpPr txBox="1"/>
            <p:nvPr/>
          </p:nvSpPr>
          <p:spPr>
            <a:xfrm>
              <a:off x="10477500" y="2752725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6" name="Weave text 285: 완성"/>
            <p:cNvSpPr txBox="1"/>
            <p:nvPr/>
          </p:nvSpPr>
          <p:spPr>
            <a:xfrm>
              <a:off x="10515005" y="2752725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완성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07" name="Line 286: 활용 데이터"/>
          <p:cNvGrpSpPr/>
          <p:nvPr/>
        </p:nvGrpSpPr>
        <p:grpSpPr>
          <a:xfrm>
            <a:off x="609600" y="3178969"/>
            <a:ext cx="714226" cy="266700"/>
            <a:chOff x="609600" y="3178969"/>
            <a:chExt cx="714226" cy="266700"/>
          </a:xfrm>
        </p:grpSpPr>
        <p:sp>
          <p:nvSpPr>
            <p:cNvPr id="108" name="Weave text 286: 활용"/>
            <p:cNvSpPr txBox="1"/>
            <p:nvPr/>
          </p:nvSpPr>
          <p:spPr>
            <a:xfrm>
              <a:off x="609600" y="3178969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활용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9" name="Weave text 286:  "/>
            <p:cNvSpPr txBox="1"/>
            <p:nvPr/>
          </p:nvSpPr>
          <p:spPr>
            <a:xfrm>
              <a:off x="865287" y="3178969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0" name="Weave text 286: 데이터"/>
            <p:cNvSpPr txBox="1"/>
            <p:nvPr/>
          </p:nvSpPr>
          <p:spPr>
            <a:xfrm>
              <a:off x="901898" y="3178969"/>
              <a:ext cx="421928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데이터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11" name="Line 287: 입력·선택한 문장"/>
          <p:cNvGrpSpPr/>
          <p:nvPr/>
        </p:nvGrpSpPr>
        <p:grpSpPr>
          <a:xfrm>
            <a:off x="3513981" y="3089077"/>
            <a:ext cx="972889" cy="251460"/>
            <a:chOff x="3513981" y="3089077"/>
            <a:chExt cx="972889" cy="251460"/>
          </a:xfrm>
        </p:grpSpPr>
        <p:sp>
          <p:nvSpPr>
            <p:cNvPr id="112" name="Weave text 287: 입력"/>
            <p:cNvSpPr txBox="1"/>
            <p:nvPr/>
          </p:nvSpPr>
          <p:spPr>
            <a:xfrm>
              <a:off x="3513981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입력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3" name="Weave text 287: ·"/>
            <p:cNvSpPr txBox="1"/>
            <p:nvPr/>
          </p:nvSpPr>
          <p:spPr>
            <a:xfrm>
              <a:off x="3759250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4" name="Weave text 287: 선택한"/>
            <p:cNvSpPr txBox="1"/>
            <p:nvPr/>
          </p:nvSpPr>
          <p:spPr>
            <a:xfrm>
              <a:off x="3797647" y="3089077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선택한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5" name="Weave text 287:  "/>
            <p:cNvSpPr txBox="1"/>
            <p:nvPr/>
          </p:nvSpPr>
          <p:spPr>
            <a:xfrm>
              <a:off x="4165699" y="3089077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16" name="Weave text 287: 문장"/>
            <p:cNvSpPr txBox="1"/>
            <p:nvPr/>
          </p:nvSpPr>
          <p:spPr>
            <a:xfrm>
              <a:off x="4203204" y="308907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문장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17" name="Line 288: 답장할 대화 내용"/>
          <p:cNvGrpSpPr/>
          <p:nvPr/>
        </p:nvGrpSpPr>
        <p:grpSpPr>
          <a:xfrm>
            <a:off x="3514427" y="3295650"/>
            <a:ext cx="971996" cy="251460"/>
            <a:chOff x="3514427" y="3295650"/>
            <a:chExt cx="971996" cy="251460"/>
          </a:xfrm>
        </p:grpSpPr>
        <p:sp>
          <p:nvSpPr>
            <p:cNvPr id="118" name="Weave text 288: 답장할"/>
            <p:cNvSpPr txBox="1"/>
            <p:nvPr/>
          </p:nvSpPr>
          <p:spPr>
            <a:xfrm>
              <a:off x="3514427" y="3295650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답장할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19" name="Weave text 288:  "/>
            <p:cNvSpPr txBox="1"/>
            <p:nvPr/>
          </p:nvSpPr>
          <p:spPr>
            <a:xfrm>
              <a:off x="3882330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0" name="Weave text 288: 대화"/>
            <p:cNvSpPr txBox="1"/>
            <p:nvPr/>
          </p:nvSpPr>
          <p:spPr>
            <a:xfrm>
              <a:off x="3919835" y="329565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1" name="Weave text 288:  "/>
            <p:cNvSpPr txBox="1"/>
            <p:nvPr/>
          </p:nvSpPr>
          <p:spPr>
            <a:xfrm>
              <a:off x="4165253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2" name="Weave text 288: 내용"/>
            <p:cNvSpPr txBox="1"/>
            <p:nvPr/>
          </p:nvSpPr>
          <p:spPr>
            <a:xfrm>
              <a:off x="4202757" y="329565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내용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23" name="Line 289: 일정·사진·대화·스크린샷"/>
          <p:cNvGrpSpPr/>
          <p:nvPr/>
        </p:nvGrpSpPr>
        <p:grpSpPr>
          <a:xfrm>
            <a:off x="5482084" y="3089077"/>
            <a:ext cx="1380232" cy="251460"/>
            <a:chOff x="5482084" y="3089077"/>
            <a:chExt cx="1380232" cy="251460"/>
          </a:xfrm>
        </p:grpSpPr>
        <p:sp>
          <p:nvSpPr>
            <p:cNvPr id="124" name="Weave text 289: 일정"/>
            <p:cNvSpPr txBox="1"/>
            <p:nvPr/>
          </p:nvSpPr>
          <p:spPr>
            <a:xfrm>
              <a:off x="5482084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5" name="Weave text 289: ·"/>
            <p:cNvSpPr txBox="1"/>
            <p:nvPr/>
          </p:nvSpPr>
          <p:spPr>
            <a:xfrm>
              <a:off x="5727353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6" name="Weave text 289: 사진"/>
            <p:cNvSpPr txBox="1"/>
            <p:nvPr/>
          </p:nvSpPr>
          <p:spPr>
            <a:xfrm>
              <a:off x="5765750" y="308907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7" name="Weave text 289: ·"/>
            <p:cNvSpPr txBox="1"/>
            <p:nvPr/>
          </p:nvSpPr>
          <p:spPr>
            <a:xfrm>
              <a:off x="6011168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8" name="Weave text 289: 대화"/>
            <p:cNvSpPr txBox="1"/>
            <p:nvPr/>
          </p:nvSpPr>
          <p:spPr>
            <a:xfrm>
              <a:off x="6049566" y="308907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9" name="Weave text 289: ·"/>
            <p:cNvSpPr txBox="1"/>
            <p:nvPr/>
          </p:nvSpPr>
          <p:spPr>
            <a:xfrm>
              <a:off x="6294983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0" name="Weave text 289: 스크린샷"/>
            <p:cNvSpPr txBox="1"/>
            <p:nvPr/>
          </p:nvSpPr>
          <p:spPr>
            <a:xfrm>
              <a:off x="6333381" y="3089077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스크린샷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31" name="Line 290: 이름·이메일 등 저장 정보"/>
          <p:cNvGrpSpPr/>
          <p:nvPr/>
        </p:nvGrpSpPr>
        <p:grpSpPr>
          <a:xfrm>
            <a:off x="5464225" y="3295650"/>
            <a:ext cx="1415951" cy="251460"/>
            <a:chOff x="5464225" y="3295650"/>
            <a:chExt cx="1415951" cy="251460"/>
          </a:xfrm>
        </p:grpSpPr>
        <p:sp>
          <p:nvSpPr>
            <p:cNvPr id="132" name="Weave text 290: 이름"/>
            <p:cNvSpPr txBox="1"/>
            <p:nvPr/>
          </p:nvSpPr>
          <p:spPr>
            <a:xfrm>
              <a:off x="5464225" y="3295650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이름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3" name="Weave text 290: ·"/>
            <p:cNvSpPr txBox="1"/>
            <p:nvPr/>
          </p:nvSpPr>
          <p:spPr>
            <a:xfrm>
              <a:off x="5709493" y="3295650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4" name="Weave text 290: 이메일"/>
            <p:cNvSpPr txBox="1"/>
            <p:nvPr/>
          </p:nvSpPr>
          <p:spPr>
            <a:xfrm>
              <a:off x="5747891" y="3295650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이메일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5" name="Weave text 290:  "/>
            <p:cNvSpPr txBox="1"/>
            <p:nvPr/>
          </p:nvSpPr>
          <p:spPr>
            <a:xfrm>
              <a:off x="6115943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6" name="Weave text 290: 등"/>
            <p:cNvSpPr txBox="1"/>
            <p:nvPr/>
          </p:nvSpPr>
          <p:spPr>
            <a:xfrm>
              <a:off x="6153448" y="3295650"/>
              <a:ext cx="16103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등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7" name="Weave text 290:  "/>
            <p:cNvSpPr txBox="1"/>
            <p:nvPr/>
          </p:nvSpPr>
          <p:spPr>
            <a:xfrm>
              <a:off x="6276231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8" name="Weave text 290: 저장"/>
            <p:cNvSpPr txBox="1"/>
            <p:nvPr/>
          </p:nvSpPr>
          <p:spPr>
            <a:xfrm>
              <a:off x="6313736" y="3295650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저장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9" name="Weave text 290:  "/>
            <p:cNvSpPr txBox="1"/>
            <p:nvPr/>
          </p:nvSpPr>
          <p:spPr>
            <a:xfrm>
              <a:off x="6559004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0" name="Weave text 290: 정보"/>
            <p:cNvSpPr txBox="1"/>
            <p:nvPr/>
          </p:nvSpPr>
          <p:spPr>
            <a:xfrm>
              <a:off x="6596509" y="329565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1" name="Line 291: 카카오톡 대화·일정"/>
          <p:cNvGrpSpPr/>
          <p:nvPr/>
        </p:nvGrpSpPr>
        <p:grpSpPr>
          <a:xfrm>
            <a:off x="7796064" y="3089077"/>
            <a:ext cx="1095524" cy="251460"/>
            <a:chOff x="7796064" y="3089077"/>
            <a:chExt cx="1095524" cy="251460"/>
          </a:xfrm>
        </p:grpSpPr>
        <p:sp>
          <p:nvSpPr>
            <p:cNvPr id="142" name="Weave text 291: 카카오톡"/>
            <p:cNvSpPr txBox="1"/>
            <p:nvPr/>
          </p:nvSpPr>
          <p:spPr>
            <a:xfrm>
              <a:off x="7796064" y="3089077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카카오톡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3" name="Weave text 291:  "/>
            <p:cNvSpPr txBox="1"/>
            <p:nvPr/>
          </p:nvSpPr>
          <p:spPr>
            <a:xfrm>
              <a:off x="8286750" y="3089077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4" name="Weave text 291: 대화"/>
            <p:cNvSpPr txBox="1"/>
            <p:nvPr/>
          </p:nvSpPr>
          <p:spPr>
            <a:xfrm>
              <a:off x="8324255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5" name="Weave text 291: ·"/>
            <p:cNvSpPr txBox="1"/>
            <p:nvPr/>
          </p:nvSpPr>
          <p:spPr>
            <a:xfrm>
              <a:off x="8569523" y="3089077"/>
              <a:ext cx="76795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6" name="Weave text 291: 일정"/>
            <p:cNvSpPr txBox="1"/>
            <p:nvPr/>
          </p:nvSpPr>
          <p:spPr>
            <a:xfrm>
              <a:off x="8608070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47" name="Line 292: 동의해 연동한 서비스 정보"/>
          <p:cNvGrpSpPr/>
          <p:nvPr/>
        </p:nvGrpSpPr>
        <p:grpSpPr>
          <a:xfrm>
            <a:off x="7593806" y="3295650"/>
            <a:ext cx="1500188" cy="251460"/>
            <a:chOff x="7593806" y="3295650"/>
            <a:chExt cx="1500188" cy="251460"/>
          </a:xfrm>
        </p:grpSpPr>
        <p:sp>
          <p:nvSpPr>
            <p:cNvPr id="148" name="Weave text 292: 동의해"/>
            <p:cNvSpPr txBox="1"/>
            <p:nvPr/>
          </p:nvSpPr>
          <p:spPr>
            <a:xfrm>
              <a:off x="7593806" y="3295650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동의해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9" name="Weave text 292:  "/>
            <p:cNvSpPr txBox="1"/>
            <p:nvPr/>
          </p:nvSpPr>
          <p:spPr>
            <a:xfrm>
              <a:off x="7961709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0" name="Weave text 292: 연동한"/>
            <p:cNvSpPr txBox="1"/>
            <p:nvPr/>
          </p:nvSpPr>
          <p:spPr>
            <a:xfrm>
              <a:off x="7999214" y="3295650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연동한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1" name="Weave text 292:  "/>
            <p:cNvSpPr txBox="1"/>
            <p:nvPr/>
          </p:nvSpPr>
          <p:spPr>
            <a:xfrm>
              <a:off x="8367266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2" name="Weave text 292: 서비스"/>
            <p:cNvSpPr txBox="1"/>
            <p:nvPr/>
          </p:nvSpPr>
          <p:spPr>
            <a:xfrm>
              <a:off x="8404771" y="3295650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서비스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3" name="Weave text 292:  "/>
            <p:cNvSpPr txBox="1"/>
            <p:nvPr/>
          </p:nvSpPr>
          <p:spPr>
            <a:xfrm>
              <a:off x="8772823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4" name="Weave text 292: 정보"/>
            <p:cNvSpPr txBox="1"/>
            <p:nvPr/>
          </p:nvSpPr>
          <p:spPr>
            <a:xfrm>
              <a:off x="8810327" y="329565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55" name="Line 293: 메모·메일·일정·사진"/>
          <p:cNvGrpSpPr/>
          <p:nvPr/>
        </p:nvGrpSpPr>
        <p:grpSpPr>
          <a:xfrm>
            <a:off x="9948118" y="3089077"/>
            <a:ext cx="1134814" cy="251460"/>
            <a:chOff x="9948118" y="3089077"/>
            <a:chExt cx="1134814" cy="251460"/>
          </a:xfrm>
        </p:grpSpPr>
        <p:sp>
          <p:nvSpPr>
            <p:cNvPr id="156" name="Weave text 293: 메모"/>
            <p:cNvSpPr txBox="1"/>
            <p:nvPr/>
          </p:nvSpPr>
          <p:spPr>
            <a:xfrm>
              <a:off x="9948118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메모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7" name="Weave text 293: ·"/>
            <p:cNvSpPr txBox="1"/>
            <p:nvPr/>
          </p:nvSpPr>
          <p:spPr>
            <a:xfrm>
              <a:off x="10193387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8" name="Weave text 293: 메일"/>
            <p:cNvSpPr txBox="1"/>
            <p:nvPr/>
          </p:nvSpPr>
          <p:spPr>
            <a:xfrm>
              <a:off x="10231785" y="308907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메일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9" name="Weave text 293: ·"/>
            <p:cNvSpPr txBox="1"/>
            <p:nvPr/>
          </p:nvSpPr>
          <p:spPr>
            <a:xfrm>
              <a:off x="10477202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0" name="Weave text 293: 일정"/>
            <p:cNvSpPr txBox="1"/>
            <p:nvPr/>
          </p:nvSpPr>
          <p:spPr>
            <a:xfrm>
              <a:off x="10515600" y="308907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일정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1" name="Weave text 293: ·"/>
            <p:cNvSpPr txBox="1"/>
            <p:nvPr/>
          </p:nvSpPr>
          <p:spPr>
            <a:xfrm>
              <a:off x="10761018" y="3089077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2" name="Weave text 293: 사진"/>
            <p:cNvSpPr txBox="1"/>
            <p:nvPr/>
          </p:nvSpPr>
          <p:spPr>
            <a:xfrm>
              <a:off x="10799415" y="308907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63" name="Line 294: 허용된 메신저 대화"/>
          <p:cNvGrpSpPr/>
          <p:nvPr/>
        </p:nvGrpSpPr>
        <p:grpSpPr>
          <a:xfrm>
            <a:off x="9968210" y="3295650"/>
            <a:ext cx="1094631" cy="251460"/>
            <a:chOff x="9968210" y="3295650"/>
            <a:chExt cx="1094631" cy="251460"/>
          </a:xfrm>
        </p:grpSpPr>
        <p:sp>
          <p:nvSpPr>
            <p:cNvPr id="164" name="Weave text 294: 허용된"/>
            <p:cNvSpPr txBox="1"/>
            <p:nvPr/>
          </p:nvSpPr>
          <p:spPr>
            <a:xfrm>
              <a:off x="9968210" y="3295650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허용된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5" name="Weave text 294:  "/>
            <p:cNvSpPr txBox="1"/>
            <p:nvPr/>
          </p:nvSpPr>
          <p:spPr>
            <a:xfrm>
              <a:off x="10336113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6" name="Weave text 294: 메신저"/>
            <p:cNvSpPr txBox="1"/>
            <p:nvPr/>
          </p:nvSpPr>
          <p:spPr>
            <a:xfrm>
              <a:off x="10373618" y="3295650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메신저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67" name="Weave text 294:  "/>
            <p:cNvSpPr txBox="1"/>
            <p:nvPr/>
          </p:nvSpPr>
          <p:spPr>
            <a:xfrm>
              <a:off x="10741670" y="329565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68" name="Weave text 294: 대화"/>
            <p:cNvSpPr txBox="1"/>
            <p:nvPr/>
          </p:nvSpPr>
          <p:spPr>
            <a:xfrm>
              <a:off x="10779175" y="329565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69" name="Line 295: 데이터 처리"/>
          <p:cNvGrpSpPr/>
          <p:nvPr/>
        </p:nvGrpSpPr>
        <p:grpSpPr>
          <a:xfrm>
            <a:off x="609600" y="3769519"/>
            <a:ext cx="714226" cy="266700"/>
            <a:chOff x="609600" y="3769519"/>
            <a:chExt cx="714226" cy="266700"/>
          </a:xfrm>
        </p:grpSpPr>
        <p:sp>
          <p:nvSpPr>
            <p:cNvPr id="170" name="Weave text 295: 데이터"/>
            <p:cNvSpPr txBox="1"/>
            <p:nvPr/>
          </p:nvSpPr>
          <p:spPr>
            <a:xfrm>
              <a:off x="609600" y="3769519"/>
              <a:ext cx="4217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데이터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1" name="Weave text 295:  "/>
            <p:cNvSpPr txBox="1"/>
            <p:nvPr/>
          </p:nvSpPr>
          <p:spPr>
            <a:xfrm>
              <a:off x="993130" y="3769519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2" name="Weave text 295: 처리"/>
            <p:cNvSpPr txBox="1"/>
            <p:nvPr/>
          </p:nvSpPr>
          <p:spPr>
            <a:xfrm>
              <a:off x="1029742" y="3769519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처리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73" name="Line 296: 기능별 기기·클라우드"/>
          <p:cNvGrpSpPr/>
          <p:nvPr/>
        </p:nvGrpSpPr>
        <p:grpSpPr>
          <a:xfrm>
            <a:off x="3391346" y="3782913"/>
            <a:ext cx="1218158" cy="251460"/>
            <a:chOff x="3391346" y="3782913"/>
            <a:chExt cx="1218158" cy="251460"/>
          </a:xfrm>
        </p:grpSpPr>
        <p:sp>
          <p:nvSpPr>
            <p:cNvPr id="174" name="Weave text 296: 기능별"/>
            <p:cNvSpPr txBox="1"/>
            <p:nvPr/>
          </p:nvSpPr>
          <p:spPr>
            <a:xfrm>
              <a:off x="3391346" y="3782913"/>
              <a:ext cx="406152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기능별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5" name="Weave text 296:  "/>
            <p:cNvSpPr txBox="1"/>
            <p:nvPr/>
          </p:nvSpPr>
          <p:spPr>
            <a:xfrm>
              <a:off x="3759250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6" name="Weave text 296: 기기"/>
            <p:cNvSpPr txBox="1"/>
            <p:nvPr/>
          </p:nvSpPr>
          <p:spPr>
            <a:xfrm>
              <a:off x="3796754" y="378291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77" name="Weave text 296: ·"/>
            <p:cNvSpPr txBox="1"/>
            <p:nvPr/>
          </p:nvSpPr>
          <p:spPr>
            <a:xfrm>
              <a:off x="4042172" y="3782913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78" name="Weave text 296: 클라우드"/>
            <p:cNvSpPr txBox="1"/>
            <p:nvPr/>
          </p:nvSpPr>
          <p:spPr>
            <a:xfrm>
              <a:off x="4080570" y="3782913"/>
              <a:ext cx="528935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클라우드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79" name="Line 297: 기기 내 처리 중심"/>
          <p:cNvGrpSpPr/>
          <p:nvPr/>
        </p:nvGrpSpPr>
        <p:grpSpPr>
          <a:xfrm>
            <a:off x="5667375" y="3782913"/>
            <a:ext cx="1009501" cy="251460"/>
            <a:chOff x="5667375" y="3782913"/>
            <a:chExt cx="1009501" cy="251460"/>
          </a:xfrm>
        </p:grpSpPr>
        <p:sp>
          <p:nvSpPr>
            <p:cNvPr id="180" name="Weave text 297: 기기"/>
            <p:cNvSpPr txBox="1"/>
            <p:nvPr/>
          </p:nvSpPr>
          <p:spPr>
            <a:xfrm>
              <a:off x="5667375" y="3782913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1" name="Weave text 297:  "/>
            <p:cNvSpPr txBox="1"/>
            <p:nvPr/>
          </p:nvSpPr>
          <p:spPr>
            <a:xfrm>
              <a:off x="5912644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2" name="Weave text 297: 내"/>
            <p:cNvSpPr txBox="1"/>
            <p:nvPr/>
          </p:nvSpPr>
          <p:spPr>
            <a:xfrm>
              <a:off x="5950148" y="3782913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3" name="Weave text 297:  "/>
            <p:cNvSpPr txBox="1"/>
            <p:nvPr/>
          </p:nvSpPr>
          <p:spPr>
            <a:xfrm>
              <a:off x="6072783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4" name="Weave text 297: 처리"/>
            <p:cNvSpPr txBox="1"/>
            <p:nvPr/>
          </p:nvSpPr>
          <p:spPr>
            <a:xfrm>
              <a:off x="6110288" y="378291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처리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5" name="Weave text 297:  "/>
            <p:cNvSpPr txBox="1"/>
            <p:nvPr/>
          </p:nvSpPr>
          <p:spPr>
            <a:xfrm>
              <a:off x="6355705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6" name="Weave text 297: 중심"/>
            <p:cNvSpPr txBox="1"/>
            <p:nvPr/>
          </p:nvSpPr>
          <p:spPr>
            <a:xfrm>
              <a:off x="6393210" y="378291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중심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87" name="Line 298: 대화 원문은 기기 내"/>
          <p:cNvGrpSpPr/>
          <p:nvPr/>
        </p:nvGrpSpPr>
        <p:grpSpPr>
          <a:xfrm>
            <a:off x="7777758" y="3679627"/>
            <a:ext cx="1132136" cy="251460"/>
            <a:chOff x="7777758" y="3679627"/>
            <a:chExt cx="1132136" cy="251460"/>
          </a:xfrm>
        </p:grpSpPr>
        <p:sp>
          <p:nvSpPr>
            <p:cNvPr id="188" name="Weave text 298: 대화"/>
            <p:cNvSpPr txBox="1"/>
            <p:nvPr/>
          </p:nvSpPr>
          <p:spPr>
            <a:xfrm>
              <a:off x="7777758" y="3679627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9" name="Weave text 298:  "/>
            <p:cNvSpPr txBox="1"/>
            <p:nvPr/>
          </p:nvSpPr>
          <p:spPr>
            <a:xfrm>
              <a:off x="8023027" y="3679627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0" name="Weave text 298: 원문은"/>
            <p:cNvSpPr txBox="1"/>
            <p:nvPr/>
          </p:nvSpPr>
          <p:spPr>
            <a:xfrm>
              <a:off x="8060531" y="3679627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원문은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1" name="Weave text 298:  "/>
            <p:cNvSpPr txBox="1"/>
            <p:nvPr/>
          </p:nvSpPr>
          <p:spPr>
            <a:xfrm>
              <a:off x="8428583" y="3679627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2" name="Weave text 298: 기기"/>
            <p:cNvSpPr txBox="1"/>
            <p:nvPr/>
          </p:nvSpPr>
          <p:spPr>
            <a:xfrm>
              <a:off x="8466088" y="3679627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3" name="Weave text 298:  "/>
            <p:cNvSpPr txBox="1"/>
            <p:nvPr/>
          </p:nvSpPr>
          <p:spPr>
            <a:xfrm>
              <a:off x="8711505" y="3679627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4" name="Weave text 298: 내"/>
            <p:cNvSpPr txBox="1"/>
            <p:nvPr/>
          </p:nvSpPr>
          <p:spPr>
            <a:xfrm>
              <a:off x="8749010" y="3679627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195" name="Line 299: 요약 맥락은 외부 AI 활용 가능"/>
          <p:cNvGrpSpPr/>
          <p:nvPr/>
        </p:nvGrpSpPr>
        <p:grpSpPr>
          <a:xfrm>
            <a:off x="7492305" y="3886200"/>
            <a:ext cx="1703040" cy="251460"/>
            <a:chOff x="7492305" y="3886200"/>
            <a:chExt cx="1703040" cy="251460"/>
          </a:xfrm>
        </p:grpSpPr>
        <p:sp>
          <p:nvSpPr>
            <p:cNvPr id="196" name="Weave text 299: 요약"/>
            <p:cNvSpPr txBox="1"/>
            <p:nvPr/>
          </p:nvSpPr>
          <p:spPr>
            <a:xfrm>
              <a:off x="7492305" y="3886200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요약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7" name="Weave text 299:  "/>
            <p:cNvSpPr txBox="1"/>
            <p:nvPr/>
          </p:nvSpPr>
          <p:spPr>
            <a:xfrm>
              <a:off x="7737574" y="388620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8" name="Weave text 299: 맥락은"/>
            <p:cNvSpPr txBox="1"/>
            <p:nvPr/>
          </p:nvSpPr>
          <p:spPr>
            <a:xfrm>
              <a:off x="7775079" y="3886200"/>
              <a:ext cx="406301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맥락은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9" name="Weave text 299:  "/>
            <p:cNvSpPr txBox="1"/>
            <p:nvPr/>
          </p:nvSpPr>
          <p:spPr>
            <a:xfrm>
              <a:off x="8143131" y="388620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0" name="Weave text 299: 외부"/>
            <p:cNvSpPr txBox="1"/>
            <p:nvPr/>
          </p:nvSpPr>
          <p:spPr>
            <a:xfrm>
              <a:off x="8180636" y="388620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외부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1" name="Weave text 299:  AI "/>
            <p:cNvSpPr txBox="1"/>
            <p:nvPr/>
          </p:nvSpPr>
          <p:spPr>
            <a:xfrm>
              <a:off x="8426053" y="3886200"/>
              <a:ext cx="241102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AI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2" name="Weave text 299: 활용"/>
            <p:cNvSpPr txBox="1"/>
            <p:nvPr/>
          </p:nvSpPr>
          <p:spPr>
            <a:xfrm>
              <a:off x="8628906" y="3886200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활용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3" name="Weave text 299:  "/>
            <p:cNvSpPr txBox="1"/>
            <p:nvPr/>
          </p:nvSpPr>
          <p:spPr>
            <a:xfrm>
              <a:off x="8874175" y="3886200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4" name="Weave text 299: 가능"/>
            <p:cNvSpPr txBox="1"/>
            <p:nvPr/>
          </p:nvSpPr>
          <p:spPr>
            <a:xfrm>
              <a:off x="8911679" y="3886200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B9C4D8"/>
                  </a:solidFill>
                  <a:latin typeface="Noto Sans KR"/>
                  <a:ea typeface="Noto Sans KR"/>
                  <a:cs typeface="Noto Sans KR"/>
                </a:rPr>
                <a:t xml:space="preserve">가능</a:t>
              </a:r>
              <a:endParaRPr sz="1050" b="0" i="0" spc="0" kern="0" lang="ko-KR" altLang="en-US" dirty="0">
                <a:solidFill>
                  <a:srgbClr val="B9C4D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05" name="Line 300: 기기 내 검색·문장 생성"/>
          <p:cNvGrpSpPr/>
          <p:nvPr/>
        </p:nvGrpSpPr>
        <p:grpSpPr>
          <a:xfrm>
            <a:off x="9868942" y="3782913"/>
            <a:ext cx="1293168" cy="251460"/>
            <a:chOff x="9868942" y="3782913"/>
            <a:chExt cx="1293168" cy="251460"/>
          </a:xfrm>
        </p:grpSpPr>
        <p:sp>
          <p:nvSpPr>
            <p:cNvPr id="206" name="Weave text 300: 기기"/>
            <p:cNvSpPr txBox="1"/>
            <p:nvPr/>
          </p:nvSpPr>
          <p:spPr>
            <a:xfrm>
              <a:off x="9868942" y="3782913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7" name="Weave text 300:  "/>
            <p:cNvSpPr txBox="1"/>
            <p:nvPr/>
          </p:nvSpPr>
          <p:spPr>
            <a:xfrm>
              <a:off x="10114211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8" name="Weave text 300: 내"/>
            <p:cNvSpPr txBox="1"/>
            <p:nvPr/>
          </p:nvSpPr>
          <p:spPr>
            <a:xfrm>
              <a:off x="10151715" y="3782913"/>
              <a:ext cx="160883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9" name="Weave text 300:  "/>
            <p:cNvSpPr txBox="1"/>
            <p:nvPr/>
          </p:nvSpPr>
          <p:spPr>
            <a:xfrm>
              <a:off x="10274350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0" name="Weave text 300: 검색"/>
            <p:cNvSpPr txBox="1"/>
            <p:nvPr/>
          </p:nvSpPr>
          <p:spPr>
            <a:xfrm>
              <a:off x="10311854" y="378291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검색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1" name="Weave text 300: ·"/>
            <p:cNvSpPr txBox="1"/>
            <p:nvPr/>
          </p:nvSpPr>
          <p:spPr>
            <a:xfrm>
              <a:off x="10557272" y="3782913"/>
              <a:ext cx="76646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2" name="Weave text 300: 문장"/>
            <p:cNvSpPr txBox="1"/>
            <p:nvPr/>
          </p:nvSpPr>
          <p:spPr>
            <a:xfrm>
              <a:off x="10595670" y="3782913"/>
              <a:ext cx="283666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문장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300:  "/>
            <p:cNvSpPr txBox="1"/>
            <p:nvPr/>
          </p:nvSpPr>
          <p:spPr>
            <a:xfrm>
              <a:off x="10841087" y="3782913"/>
              <a:ext cx="75754" cy="1994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050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300: 생성"/>
            <p:cNvSpPr txBox="1"/>
            <p:nvPr/>
          </p:nvSpPr>
          <p:spPr>
            <a:xfrm>
              <a:off x="10878592" y="3782913"/>
              <a:ext cx="283518" cy="23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050" b="0" i="0" spc="0" kern="0" lang="ko-KR" altLang="en-US" dirty="0">
                  <a:solidFill>
                    <a:srgbClr val="E2D5FF"/>
                  </a:solidFill>
                  <a:latin typeface="Noto Sans KR"/>
                  <a:ea typeface="Noto Sans KR"/>
                  <a:cs typeface="Noto Sans KR"/>
                </a:rPr>
                <a:t xml:space="preserve">생성</a:t>
              </a:r>
              <a:endParaRPr sz="1050" b="0" i="0" spc="0" kern="0" lang="ko-KR" altLang="en-US" dirty="0">
                <a:solidFill>
                  <a:srgbClr val="E2D5F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15" name="Line 301: 여러 앱의 기록 활용"/>
          <p:cNvGrpSpPr/>
          <p:nvPr/>
        </p:nvGrpSpPr>
        <p:grpSpPr>
          <a:xfrm>
            <a:off x="609600" y="4269581"/>
            <a:ext cx="1170980" cy="266700"/>
            <a:chOff x="609600" y="4269581"/>
            <a:chExt cx="1170980" cy="266700"/>
          </a:xfrm>
        </p:grpSpPr>
        <p:sp>
          <p:nvSpPr>
            <p:cNvPr id="216" name="Weave text 301: 여러"/>
            <p:cNvSpPr txBox="1"/>
            <p:nvPr/>
          </p:nvSpPr>
          <p:spPr>
            <a:xfrm>
              <a:off x="609600" y="426958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여러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7" name="Weave text 301:  "/>
            <p:cNvSpPr txBox="1"/>
            <p:nvPr/>
          </p:nvSpPr>
          <p:spPr>
            <a:xfrm>
              <a:off x="865287" y="426958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8" name="Weave text 301: 앱의"/>
            <p:cNvSpPr txBox="1"/>
            <p:nvPr/>
          </p:nvSpPr>
          <p:spPr>
            <a:xfrm>
              <a:off x="901898" y="426958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앱의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9" name="Weave text 301:  "/>
            <p:cNvSpPr txBox="1"/>
            <p:nvPr/>
          </p:nvSpPr>
          <p:spPr>
            <a:xfrm>
              <a:off x="1157585" y="426958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0" name="Weave text 301: 기록"/>
            <p:cNvSpPr txBox="1"/>
            <p:nvPr/>
          </p:nvSpPr>
          <p:spPr>
            <a:xfrm>
              <a:off x="1194197" y="4269581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기록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1" name="Weave text 301:  "/>
            <p:cNvSpPr txBox="1"/>
            <p:nvPr/>
          </p:nvSpPr>
          <p:spPr>
            <a:xfrm>
              <a:off x="1450032" y="426958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22" name="Weave text 301: 활용"/>
            <p:cNvSpPr txBox="1"/>
            <p:nvPr/>
          </p:nvSpPr>
          <p:spPr>
            <a:xfrm>
              <a:off x="1486644" y="426958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활용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23" name="Line 302: ×"/>
          <p:cNvGrpSpPr/>
          <p:nvPr/>
        </p:nvGrpSpPr>
        <p:grpSpPr>
          <a:xfrm>
            <a:off x="3902571" y="4211241"/>
            <a:ext cx="195709" cy="419100"/>
            <a:chOff x="3902571" y="4211241"/>
            <a:chExt cx="195709" cy="419100"/>
          </a:xfrm>
        </p:grpSpPr>
        <p:sp>
          <p:nvSpPr>
            <p:cNvPr id="224" name="Weave text 302: ×"/>
            <p:cNvSpPr txBox="1"/>
            <p:nvPr/>
          </p:nvSpPr>
          <p:spPr>
            <a:xfrm>
              <a:off x="3902571" y="4211241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5" name="Line 303: ○"/>
          <p:cNvGrpSpPr/>
          <p:nvPr/>
        </p:nvGrpSpPr>
        <p:grpSpPr>
          <a:xfrm>
            <a:off x="6044208" y="4211241"/>
            <a:ext cx="255836" cy="419100"/>
            <a:chOff x="6044208" y="4211241"/>
            <a:chExt cx="255836" cy="419100"/>
          </a:xfrm>
        </p:grpSpPr>
        <p:sp>
          <p:nvSpPr>
            <p:cNvPr id="226" name="Weave text 303: ○"/>
            <p:cNvSpPr txBox="1"/>
            <p:nvPr/>
          </p:nvSpPr>
          <p:spPr>
            <a:xfrm>
              <a:off x="6044208" y="4211241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7" name="Line 304: △"/>
          <p:cNvGrpSpPr/>
          <p:nvPr/>
        </p:nvGrpSpPr>
        <p:grpSpPr>
          <a:xfrm>
            <a:off x="7799040" y="4211241"/>
            <a:ext cx="278904" cy="419100"/>
            <a:chOff x="7799040" y="4211241"/>
            <a:chExt cx="278904" cy="419100"/>
          </a:xfrm>
        </p:grpSpPr>
        <p:sp>
          <p:nvSpPr>
            <p:cNvPr id="228" name="Weave text 304: △"/>
            <p:cNvSpPr txBox="1"/>
            <p:nvPr/>
          </p:nvSpPr>
          <p:spPr>
            <a:xfrm>
              <a:off x="7799040" y="4211241"/>
              <a:ext cx="278904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△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29" name="Line 305: 카톡·연동 서비스"/>
          <p:cNvGrpSpPr/>
          <p:nvPr/>
        </p:nvGrpSpPr>
        <p:grpSpPr>
          <a:xfrm>
            <a:off x="8116044" y="4295477"/>
            <a:ext cx="772567" cy="205740"/>
            <a:chOff x="8116044" y="4295477"/>
            <a:chExt cx="772567" cy="205740"/>
          </a:xfrm>
        </p:grpSpPr>
        <p:sp>
          <p:nvSpPr>
            <p:cNvPr id="230" name="Weave text 305: 카톡"/>
            <p:cNvSpPr txBox="1"/>
            <p:nvPr/>
          </p:nvSpPr>
          <p:spPr>
            <a:xfrm>
              <a:off x="8116044" y="4295477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카톡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1" name="Weave text 305: ·"/>
            <p:cNvSpPr txBox="1"/>
            <p:nvPr/>
          </p:nvSpPr>
          <p:spPr>
            <a:xfrm>
              <a:off x="8308777" y="4295477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2" name="Weave text 305: 연동"/>
            <p:cNvSpPr txBox="1"/>
            <p:nvPr/>
          </p:nvSpPr>
          <p:spPr>
            <a:xfrm>
              <a:off x="8338989" y="4295477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연동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33" name="Weave text 305:  "/>
            <p:cNvSpPr txBox="1"/>
            <p:nvPr/>
          </p:nvSpPr>
          <p:spPr>
            <a:xfrm>
              <a:off x="8531721" y="4295477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4" name="Weave text 305: 서비스"/>
            <p:cNvSpPr txBox="1"/>
            <p:nvPr/>
          </p:nvSpPr>
          <p:spPr>
            <a:xfrm>
              <a:off x="8561189" y="4295477"/>
              <a:ext cx="32742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서비스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35" name="Line 306: ○"/>
          <p:cNvGrpSpPr/>
          <p:nvPr/>
        </p:nvGrpSpPr>
        <p:grpSpPr>
          <a:xfrm>
            <a:off x="10387608" y="4211241"/>
            <a:ext cx="255836" cy="419100"/>
            <a:chOff x="10387608" y="4211241"/>
            <a:chExt cx="255836" cy="419100"/>
          </a:xfrm>
        </p:grpSpPr>
        <p:sp>
          <p:nvSpPr>
            <p:cNvPr id="236" name="Weave text 306: ○"/>
            <p:cNvSpPr txBox="1"/>
            <p:nvPr/>
          </p:nvSpPr>
          <p:spPr>
            <a:xfrm>
              <a:off x="10387608" y="4211241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37" name="Line 307: 기록 통합검색 패널"/>
          <p:cNvGrpSpPr/>
          <p:nvPr/>
        </p:nvGrpSpPr>
        <p:grpSpPr>
          <a:xfrm>
            <a:off x="609600" y="4726781"/>
            <a:ext cx="1126034" cy="266700"/>
            <a:chOff x="609600" y="4726781"/>
            <a:chExt cx="1126034" cy="266700"/>
          </a:xfrm>
        </p:grpSpPr>
        <p:sp>
          <p:nvSpPr>
            <p:cNvPr id="238" name="Weave text 307: 기록"/>
            <p:cNvSpPr txBox="1"/>
            <p:nvPr/>
          </p:nvSpPr>
          <p:spPr>
            <a:xfrm>
              <a:off x="609600" y="472678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39" name="Weave text 307:  "/>
            <p:cNvSpPr txBox="1"/>
            <p:nvPr/>
          </p:nvSpPr>
          <p:spPr>
            <a:xfrm>
              <a:off x="865287" y="4726781"/>
              <a:ext cx="70693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40" name="Weave text 307: 통합검색"/>
            <p:cNvSpPr txBox="1"/>
            <p:nvPr/>
          </p:nvSpPr>
          <p:spPr>
            <a:xfrm>
              <a:off x="897731" y="4726781"/>
              <a:ext cx="549771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통합검색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41" name="Weave text 307:  "/>
            <p:cNvSpPr txBox="1"/>
            <p:nvPr/>
          </p:nvSpPr>
          <p:spPr>
            <a:xfrm>
              <a:off x="1409254" y="4726781"/>
              <a:ext cx="70545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42" name="Weave text 307: 패널"/>
            <p:cNvSpPr txBox="1"/>
            <p:nvPr/>
          </p:nvSpPr>
          <p:spPr>
            <a:xfrm>
              <a:off x="1441549" y="4726781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패널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243" name="Line 308: ×"/>
          <p:cNvGrpSpPr/>
          <p:nvPr/>
        </p:nvGrpSpPr>
        <p:grpSpPr>
          <a:xfrm>
            <a:off x="3902571" y="4668441"/>
            <a:ext cx="195709" cy="419100"/>
            <a:chOff x="3902571" y="4668441"/>
            <a:chExt cx="195709" cy="419100"/>
          </a:xfrm>
        </p:grpSpPr>
        <p:sp>
          <p:nvSpPr>
            <p:cNvPr id="244" name="Weave text 308: ×"/>
            <p:cNvSpPr txBox="1"/>
            <p:nvPr/>
          </p:nvSpPr>
          <p:spPr>
            <a:xfrm>
              <a:off x="3902571" y="4668441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45" name="Line 309: ×"/>
          <p:cNvGrpSpPr/>
          <p:nvPr/>
        </p:nvGrpSpPr>
        <p:grpSpPr>
          <a:xfrm>
            <a:off x="6074271" y="4668441"/>
            <a:ext cx="195709" cy="419100"/>
            <a:chOff x="6074271" y="4668441"/>
            <a:chExt cx="195709" cy="419100"/>
          </a:xfrm>
        </p:grpSpPr>
        <p:sp>
          <p:nvSpPr>
            <p:cNvPr id="246" name="Weave text 309: ×"/>
            <p:cNvSpPr txBox="1"/>
            <p:nvPr/>
          </p:nvSpPr>
          <p:spPr>
            <a:xfrm>
              <a:off x="6074271" y="4668441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47" name="Line 310: ×"/>
          <p:cNvGrpSpPr/>
          <p:nvPr/>
        </p:nvGrpSpPr>
        <p:grpSpPr>
          <a:xfrm>
            <a:off x="8245971" y="4668441"/>
            <a:ext cx="195709" cy="419100"/>
            <a:chOff x="8245971" y="4668441"/>
            <a:chExt cx="195709" cy="419100"/>
          </a:xfrm>
        </p:grpSpPr>
        <p:sp>
          <p:nvSpPr>
            <p:cNvPr id="248" name="Weave text 310: ×"/>
            <p:cNvSpPr txBox="1"/>
            <p:nvPr/>
          </p:nvSpPr>
          <p:spPr>
            <a:xfrm>
              <a:off x="8245971" y="4668441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49" name="Line 311: ○"/>
          <p:cNvGrpSpPr/>
          <p:nvPr/>
        </p:nvGrpSpPr>
        <p:grpSpPr>
          <a:xfrm>
            <a:off x="10387608" y="4668441"/>
            <a:ext cx="255836" cy="419100"/>
            <a:chOff x="10387608" y="4668441"/>
            <a:chExt cx="255836" cy="419100"/>
          </a:xfrm>
        </p:grpSpPr>
        <p:sp>
          <p:nvSpPr>
            <p:cNvPr id="250" name="Weave text 311: ○"/>
            <p:cNvSpPr txBox="1"/>
            <p:nvPr/>
          </p:nvSpPr>
          <p:spPr>
            <a:xfrm>
              <a:off x="10387608" y="4668441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51" name="Line 312: 앱 간 단서를 이어 입력 완성"/>
          <p:cNvGrpSpPr/>
          <p:nvPr/>
        </p:nvGrpSpPr>
        <p:grpSpPr>
          <a:xfrm>
            <a:off x="609600" y="5212556"/>
            <a:ext cx="1606897" cy="266700"/>
            <a:chOff x="609600" y="5212556"/>
            <a:chExt cx="1606897" cy="266700"/>
          </a:xfrm>
        </p:grpSpPr>
        <p:sp>
          <p:nvSpPr>
            <p:cNvPr id="252" name="Weave text 312: 앱"/>
            <p:cNvSpPr txBox="1"/>
            <p:nvPr/>
          </p:nvSpPr>
          <p:spPr>
            <a:xfrm>
              <a:off x="609600" y="5212556"/>
              <a:ext cx="166092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앱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53" name="Weave text 312:  "/>
            <p:cNvSpPr txBox="1"/>
            <p:nvPr/>
          </p:nvSpPr>
          <p:spPr>
            <a:xfrm>
              <a:off x="737443" y="5212556"/>
              <a:ext cx="70693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54" name="Weave text 312: 간"/>
            <p:cNvSpPr txBox="1"/>
            <p:nvPr/>
          </p:nvSpPr>
          <p:spPr>
            <a:xfrm>
              <a:off x="769888" y="5212556"/>
              <a:ext cx="166092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간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55" name="Weave text 312:  "/>
            <p:cNvSpPr txBox="1"/>
            <p:nvPr/>
          </p:nvSpPr>
          <p:spPr>
            <a:xfrm>
              <a:off x="897731" y="5212556"/>
              <a:ext cx="70693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56" name="Weave text 312: 단서를"/>
            <p:cNvSpPr txBox="1"/>
            <p:nvPr/>
          </p:nvSpPr>
          <p:spPr>
            <a:xfrm>
              <a:off x="930176" y="5212556"/>
              <a:ext cx="4217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단서를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57" name="Weave text 312:  "/>
            <p:cNvSpPr txBox="1"/>
            <p:nvPr/>
          </p:nvSpPr>
          <p:spPr>
            <a:xfrm>
              <a:off x="1313706" y="5212556"/>
              <a:ext cx="70693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58" name="Weave text 312: 이어"/>
            <p:cNvSpPr txBox="1"/>
            <p:nvPr/>
          </p:nvSpPr>
          <p:spPr>
            <a:xfrm>
              <a:off x="1346150" y="5212556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이어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59" name="Weave text 312:  "/>
            <p:cNvSpPr txBox="1"/>
            <p:nvPr/>
          </p:nvSpPr>
          <p:spPr>
            <a:xfrm>
              <a:off x="1601986" y="5212556"/>
              <a:ext cx="70545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60" name="Weave text 312: 입력"/>
            <p:cNvSpPr txBox="1"/>
            <p:nvPr/>
          </p:nvSpPr>
          <p:spPr>
            <a:xfrm>
              <a:off x="1634282" y="5212556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입력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261" name="Weave text 312:  "/>
            <p:cNvSpPr txBox="1"/>
            <p:nvPr/>
          </p:nvSpPr>
          <p:spPr>
            <a:xfrm>
              <a:off x="1890117" y="5212556"/>
              <a:ext cx="70693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125" b="0" i="0" spc="-28" kern="0" lang="ko-KR" altLang="en-US" dirty="0">
                <a:solidFill>
                  <a:srgbClr val="CDB9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262" name="Weave text 312: 완성"/>
            <p:cNvSpPr txBox="1"/>
            <p:nvPr/>
          </p:nvSpPr>
          <p:spPr>
            <a:xfrm>
              <a:off x="1922562" y="5212556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125" b="0" i="0" spc="-28" kern="0" lang="ko-KR" altLang="en-US" dirty="0">
                  <a:solidFill>
                    <a:srgbClr val="CDB9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완성</a:t>
              </a:r>
              <a:endParaRPr sz="1125" b="0" i="0" spc="-28" kern="0" lang="ko-KR" altLang="en-US" dirty="0">
                <a:solidFill>
                  <a:srgbClr val="CDB9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263" name="Line 313: ×"/>
          <p:cNvGrpSpPr/>
          <p:nvPr/>
        </p:nvGrpSpPr>
        <p:grpSpPr>
          <a:xfrm>
            <a:off x="3902571" y="5154216"/>
            <a:ext cx="195709" cy="419100"/>
            <a:chOff x="3902571" y="5154216"/>
            <a:chExt cx="195709" cy="419100"/>
          </a:xfrm>
        </p:grpSpPr>
        <p:sp>
          <p:nvSpPr>
            <p:cNvPr id="264" name="Weave text 313: ×"/>
            <p:cNvSpPr txBox="1"/>
            <p:nvPr/>
          </p:nvSpPr>
          <p:spPr>
            <a:xfrm>
              <a:off x="3902571" y="5154216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65" name="Line 314: △"/>
          <p:cNvGrpSpPr/>
          <p:nvPr/>
        </p:nvGrpSpPr>
        <p:grpSpPr>
          <a:xfrm>
            <a:off x="5579120" y="5154216"/>
            <a:ext cx="278904" cy="419100"/>
            <a:chOff x="5579120" y="5154216"/>
            <a:chExt cx="278904" cy="419100"/>
          </a:xfrm>
        </p:grpSpPr>
        <p:sp>
          <p:nvSpPr>
            <p:cNvPr id="266" name="Weave text 314: △"/>
            <p:cNvSpPr txBox="1"/>
            <p:nvPr/>
          </p:nvSpPr>
          <p:spPr>
            <a:xfrm>
              <a:off x="5579120" y="5154216"/>
              <a:ext cx="278904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△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67" name="Line 315: 정보 조회·자동입력"/>
          <p:cNvGrpSpPr/>
          <p:nvPr/>
        </p:nvGrpSpPr>
        <p:grpSpPr>
          <a:xfrm>
            <a:off x="5896124" y="5238452"/>
            <a:ext cx="869007" cy="205740"/>
            <a:chOff x="5896124" y="5238452"/>
            <a:chExt cx="869007" cy="205740"/>
          </a:xfrm>
        </p:grpSpPr>
        <p:sp>
          <p:nvSpPr>
            <p:cNvPr id="268" name="Weave text 315: 정보"/>
            <p:cNvSpPr txBox="1"/>
            <p:nvPr/>
          </p:nvSpPr>
          <p:spPr>
            <a:xfrm>
              <a:off x="5896124" y="5238452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정보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9" name="Weave text 315:  "/>
            <p:cNvSpPr txBox="1"/>
            <p:nvPr/>
          </p:nvSpPr>
          <p:spPr>
            <a:xfrm>
              <a:off x="6088856" y="5238452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0" name="Weave text 315: 조회"/>
            <p:cNvSpPr txBox="1"/>
            <p:nvPr/>
          </p:nvSpPr>
          <p:spPr>
            <a:xfrm>
              <a:off x="6118324" y="5238452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조회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1" name="Weave text 315: ·"/>
            <p:cNvSpPr txBox="1"/>
            <p:nvPr/>
          </p:nvSpPr>
          <p:spPr>
            <a:xfrm>
              <a:off x="6311057" y="5238452"/>
              <a:ext cx="68461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2" name="Weave text 315: 자동입력"/>
            <p:cNvSpPr txBox="1"/>
            <p:nvPr/>
          </p:nvSpPr>
          <p:spPr>
            <a:xfrm>
              <a:off x="6341269" y="5238452"/>
              <a:ext cx="423862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자동입력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73" name="Line 316: △"/>
          <p:cNvGrpSpPr/>
          <p:nvPr/>
        </p:nvGrpSpPr>
        <p:grpSpPr>
          <a:xfrm>
            <a:off x="7847558" y="5154216"/>
            <a:ext cx="278904" cy="419100"/>
            <a:chOff x="7847558" y="5154216"/>
            <a:chExt cx="278904" cy="419100"/>
          </a:xfrm>
        </p:grpSpPr>
        <p:sp>
          <p:nvSpPr>
            <p:cNvPr id="274" name="Weave text 316: △"/>
            <p:cNvSpPr txBox="1"/>
            <p:nvPr/>
          </p:nvSpPr>
          <p:spPr>
            <a:xfrm>
              <a:off x="7847558" y="5154216"/>
              <a:ext cx="278904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△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75" name="Line 317: 카톡 대화 중심"/>
          <p:cNvGrpSpPr/>
          <p:nvPr/>
        </p:nvGrpSpPr>
        <p:grpSpPr>
          <a:xfrm>
            <a:off x="8164562" y="5238452"/>
            <a:ext cx="675531" cy="205740"/>
            <a:chOff x="8164562" y="5238452"/>
            <a:chExt cx="675531" cy="205740"/>
          </a:xfrm>
        </p:grpSpPr>
        <p:sp>
          <p:nvSpPr>
            <p:cNvPr id="276" name="Weave text 317: 카톡"/>
            <p:cNvSpPr txBox="1"/>
            <p:nvPr/>
          </p:nvSpPr>
          <p:spPr>
            <a:xfrm>
              <a:off x="8164562" y="5238452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카톡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7" name="Weave text 317:  "/>
            <p:cNvSpPr txBox="1"/>
            <p:nvPr/>
          </p:nvSpPr>
          <p:spPr>
            <a:xfrm>
              <a:off x="8357295" y="5238452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8" name="Weave text 317: 대화"/>
            <p:cNvSpPr txBox="1"/>
            <p:nvPr/>
          </p:nvSpPr>
          <p:spPr>
            <a:xfrm>
              <a:off x="8386762" y="5238452"/>
              <a:ext cx="230981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79" name="Weave text 317:  "/>
            <p:cNvSpPr txBox="1"/>
            <p:nvPr/>
          </p:nvSpPr>
          <p:spPr>
            <a:xfrm>
              <a:off x="8579495" y="5238452"/>
              <a:ext cx="67717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825" b="0" i="0" spc="0" kern="0" lang="ko-KR" altLang="en-US" dirty="0">
                <a:solidFill>
                  <a:srgbClr val="8998B2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0" name="Weave text 317: 중심"/>
            <p:cNvSpPr txBox="1"/>
            <p:nvPr/>
          </p:nvSpPr>
          <p:spPr>
            <a:xfrm>
              <a:off x="8608963" y="5238452"/>
              <a:ext cx="231130" cy="189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825" b="0" i="0" spc="0" kern="0" lang="ko-KR" altLang="en-US" dirty="0">
                  <a:solidFill>
                    <a:srgbClr val="8998B2"/>
                  </a:solidFill>
                  <a:latin typeface="Noto Sans KR"/>
                  <a:ea typeface="Noto Sans KR"/>
                  <a:cs typeface="Noto Sans KR"/>
                </a:rPr>
                <a:t xml:space="preserve">중심</a:t>
              </a:r>
              <a:endParaRPr sz="825" b="0" i="0" spc="0" kern="0" lang="ko-KR" altLang="en-US" dirty="0">
                <a:solidFill>
                  <a:srgbClr val="8998B2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81" name="Line 318: ○"/>
          <p:cNvGrpSpPr/>
          <p:nvPr/>
        </p:nvGrpSpPr>
        <p:grpSpPr>
          <a:xfrm>
            <a:off x="10387608" y="5154216"/>
            <a:ext cx="255836" cy="419100"/>
            <a:chOff x="10387608" y="5154216"/>
            <a:chExt cx="255836" cy="419100"/>
          </a:xfrm>
        </p:grpSpPr>
        <p:sp>
          <p:nvSpPr>
            <p:cNvPr id="282" name="Weave text 318: ○"/>
            <p:cNvSpPr txBox="1"/>
            <p:nvPr/>
          </p:nvSpPr>
          <p:spPr>
            <a:xfrm>
              <a:off x="10387608" y="5154216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83" name="Line 319: 상황에 맞춰 먼저 알림"/>
          <p:cNvGrpSpPr/>
          <p:nvPr/>
        </p:nvGrpSpPr>
        <p:grpSpPr>
          <a:xfrm>
            <a:off x="609600" y="5698331"/>
            <a:ext cx="1298823" cy="266700"/>
            <a:chOff x="609600" y="5698331"/>
            <a:chExt cx="1298823" cy="266700"/>
          </a:xfrm>
        </p:grpSpPr>
        <p:sp>
          <p:nvSpPr>
            <p:cNvPr id="284" name="Weave text 319: 상황에"/>
            <p:cNvSpPr txBox="1"/>
            <p:nvPr/>
          </p:nvSpPr>
          <p:spPr>
            <a:xfrm>
              <a:off x="609600" y="5698331"/>
              <a:ext cx="421779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상황에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5" name="Weave text 319:  "/>
            <p:cNvSpPr txBox="1"/>
            <p:nvPr/>
          </p:nvSpPr>
          <p:spPr>
            <a:xfrm>
              <a:off x="993130" y="569833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6" name="Weave text 319: 맞춰"/>
            <p:cNvSpPr txBox="1"/>
            <p:nvPr/>
          </p:nvSpPr>
          <p:spPr>
            <a:xfrm>
              <a:off x="1029742" y="5698331"/>
              <a:ext cx="294084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맞춰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7" name="Weave text 319:  "/>
            <p:cNvSpPr txBox="1"/>
            <p:nvPr/>
          </p:nvSpPr>
          <p:spPr>
            <a:xfrm>
              <a:off x="1285577" y="569833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88" name="Weave text 319: 먼저"/>
            <p:cNvSpPr txBox="1"/>
            <p:nvPr/>
          </p:nvSpPr>
          <p:spPr>
            <a:xfrm>
              <a:off x="1322189" y="569833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먼저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9" name="Weave text 319:  "/>
            <p:cNvSpPr txBox="1"/>
            <p:nvPr/>
          </p:nvSpPr>
          <p:spPr>
            <a:xfrm>
              <a:off x="1577876" y="5698331"/>
              <a:ext cx="74861" cy="2109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125" b="0" i="0" spc="-28" kern="0" lang="ko-KR" altLang="en-US" dirty="0">
                <a:solidFill>
                  <a:srgbClr val="C5CED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0" name="Weave text 319: 알림"/>
            <p:cNvSpPr txBox="1"/>
            <p:nvPr/>
          </p:nvSpPr>
          <p:spPr>
            <a:xfrm>
              <a:off x="1614488" y="5698331"/>
              <a:ext cx="293936" cy="244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125" b="0" i="0" spc="-28" kern="0" lang="ko-KR" altLang="en-US" dirty="0">
                  <a:solidFill>
                    <a:srgbClr val="C5CEDF"/>
                  </a:solidFill>
                  <a:latin typeface="Noto Sans KR"/>
                  <a:ea typeface="Noto Sans KR"/>
                  <a:cs typeface="Noto Sans KR"/>
                </a:rPr>
                <a:t xml:space="preserve">알림</a:t>
              </a:r>
              <a:endParaRPr sz="1125" b="0" i="0" spc="-28" kern="0" lang="ko-KR" altLang="en-US" dirty="0">
                <a:solidFill>
                  <a:srgbClr val="C5CED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291" name="Line 320: ×"/>
          <p:cNvGrpSpPr/>
          <p:nvPr/>
        </p:nvGrpSpPr>
        <p:grpSpPr>
          <a:xfrm>
            <a:off x="3902571" y="5639991"/>
            <a:ext cx="195709" cy="419100"/>
            <a:chOff x="3902571" y="5639991"/>
            <a:chExt cx="195709" cy="419100"/>
          </a:xfrm>
        </p:grpSpPr>
        <p:sp>
          <p:nvSpPr>
            <p:cNvPr id="292" name="Weave text 320: ×"/>
            <p:cNvSpPr txBox="1"/>
            <p:nvPr/>
          </p:nvSpPr>
          <p:spPr>
            <a:xfrm>
              <a:off x="3902571" y="5639991"/>
              <a:ext cx="195709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×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93" name="Line 321: ○"/>
          <p:cNvGrpSpPr/>
          <p:nvPr/>
        </p:nvGrpSpPr>
        <p:grpSpPr>
          <a:xfrm>
            <a:off x="6044208" y="5639991"/>
            <a:ext cx="255836" cy="419100"/>
            <a:chOff x="6044208" y="5639991"/>
            <a:chExt cx="255836" cy="419100"/>
          </a:xfrm>
        </p:grpSpPr>
        <p:sp>
          <p:nvSpPr>
            <p:cNvPr id="294" name="Weave text 321: ○"/>
            <p:cNvSpPr txBox="1"/>
            <p:nvPr/>
          </p:nvSpPr>
          <p:spPr>
            <a:xfrm>
              <a:off x="6044208" y="5639991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95" name="Line 322: ○"/>
          <p:cNvGrpSpPr/>
          <p:nvPr/>
        </p:nvGrpSpPr>
        <p:grpSpPr>
          <a:xfrm>
            <a:off x="8215908" y="5639991"/>
            <a:ext cx="255836" cy="419100"/>
            <a:chOff x="8215908" y="5639991"/>
            <a:chExt cx="255836" cy="419100"/>
          </a:xfrm>
        </p:grpSpPr>
        <p:sp>
          <p:nvSpPr>
            <p:cNvPr id="296" name="Weave text 322: ○"/>
            <p:cNvSpPr txBox="1"/>
            <p:nvPr/>
          </p:nvSpPr>
          <p:spPr>
            <a:xfrm>
              <a:off x="8215908" y="5639991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B9C4D8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B9C4D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97" name="Line 323: ○"/>
          <p:cNvGrpSpPr/>
          <p:nvPr/>
        </p:nvGrpSpPr>
        <p:grpSpPr>
          <a:xfrm>
            <a:off x="10387608" y="5639991"/>
            <a:ext cx="255836" cy="419100"/>
            <a:chOff x="10387608" y="5639991"/>
            <a:chExt cx="255836" cy="419100"/>
          </a:xfrm>
        </p:grpSpPr>
        <p:sp>
          <p:nvSpPr>
            <p:cNvPr id="298" name="Weave text 323: ○"/>
            <p:cNvSpPr txBox="1"/>
            <p:nvPr/>
          </p:nvSpPr>
          <p:spPr>
            <a:xfrm>
              <a:off x="10387608" y="5639991"/>
              <a:ext cx="25583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defRPr>
              </a:pPr>
              <a:r>
                <a:rPr sz="1875" b="0" i="0" spc="0" kern="0" lang="ko-KR" altLang="en-US" dirty="0">
                  <a:solidFill>
                    <a:srgbClr val="E2D5FF"/>
                  </a:solidFill>
                  <a:latin typeface="Inter"/>
                  <a:ea typeface="Inter"/>
                  <a:cs typeface="Inter"/>
                </a:rPr>
                <a:t xml:space="preserve">○</a:t>
              </a:r>
              <a:endParaRPr sz="1875" b="0" i="0" spc="0" kern="0" lang="ko-KR" altLang="en-US" dirty="0">
                <a:solidFill>
                  <a:srgbClr val="E2D5F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99" name="Line 324: ○ 해당 경험 지원 · △ 범위·흐름에 차이 · × 해당 UX 미안내(공"/>
          <p:cNvGrpSpPr/>
          <p:nvPr/>
        </p:nvGrpSpPr>
        <p:grpSpPr>
          <a:xfrm>
            <a:off x="609600" y="6096000"/>
            <a:ext cx="4129980" cy="190500"/>
            <a:chOff x="609600" y="6096000"/>
            <a:chExt cx="4129980" cy="190500"/>
          </a:xfrm>
        </p:grpSpPr>
        <p:sp>
          <p:nvSpPr>
            <p:cNvPr id="300" name="Weave text 324: ○ "/>
            <p:cNvSpPr txBox="1"/>
            <p:nvPr/>
          </p:nvSpPr>
          <p:spPr>
            <a:xfrm>
              <a:off x="609600" y="6096000"/>
              <a:ext cx="151954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○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1" name="Weave text 324: 해당"/>
            <p:cNvSpPr txBox="1"/>
            <p:nvPr/>
          </p:nvSpPr>
          <p:spPr>
            <a:xfrm>
              <a:off x="723454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해당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2" name="Weave text 324:  "/>
            <p:cNvSpPr txBox="1"/>
            <p:nvPr/>
          </p:nvSpPr>
          <p:spPr>
            <a:xfrm>
              <a:off x="898624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3" name="Weave text 324: 경험"/>
            <p:cNvSpPr txBox="1"/>
            <p:nvPr/>
          </p:nvSpPr>
          <p:spPr>
            <a:xfrm>
              <a:off x="925413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경험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4" name="Weave text 324:  "/>
            <p:cNvSpPr txBox="1"/>
            <p:nvPr/>
          </p:nvSpPr>
          <p:spPr>
            <a:xfrm>
              <a:off x="1100733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5" name="Weave text 324: 지원"/>
            <p:cNvSpPr txBox="1"/>
            <p:nvPr/>
          </p:nvSpPr>
          <p:spPr>
            <a:xfrm>
              <a:off x="1127522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지원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6" name="Weave text 324:  · △ "/>
            <p:cNvSpPr txBox="1"/>
            <p:nvPr/>
          </p:nvSpPr>
          <p:spPr>
            <a:xfrm>
              <a:off x="1302693" y="6096000"/>
              <a:ext cx="24244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· △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7" name="Weave text 324: 범위"/>
            <p:cNvSpPr txBox="1"/>
            <p:nvPr/>
          </p:nvSpPr>
          <p:spPr>
            <a:xfrm>
              <a:off x="1506885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범위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8" name="Weave text 324: ·"/>
            <p:cNvSpPr txBox="1"/>
            <p:nvPr/>
          </p:nvSpPr>
          <p:spPr>
            <a:xfrm>
              <a:off x="1682055" y="6096000"/>
              <a:ext cx="6578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09" name="Weave text 324: 흐름에"/>
            <p:cNvSpPr txBox="1"/>
            <p:nvPr/>
          </p:nvSpPr>
          <p:spPr>
            <a:xfrm>
              <a:off x="1709589" y="6096000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흐름에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0" name="Weave text 324:  "/>
            <p:cNvSpPr txBox="1"/>
            <p:nvPr/>
          </p:nvSpPr>
          <p:spPr>
            <a:xfrm>
              <a:off x="1972419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1" name="Weave text 324: 차이"/>
            <p:cNvSpPr txBox="1"/>
            <p:nvPr/>
          </p:nvSpPr>
          <p:spPr>
            <a:xfrm>
              <a:off x="1999208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차이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2" name="Weave text 324:  · × "/>
            <p:cNvSpPr txBox="1"/>
            <p:nvPr/>
          </p:nvSpPr>
          <p:spPr>
            <a:xfrm>
              <a:off x="2174528" y="6096000"/>
              <a:ext cx="208955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· ×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3" name="Weave text 324: 해당"/>
            <p:cNvSpPr txBox="1"/>
            <p:nvPr/>
          </p:nvSpPr>
          <p:spPr>
            <a:xfrm>
              <a:off x="2345234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해당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4" name="Weave text 324:  UX "/>
            <p:cNvSpPr txBox="1"/>
            <p:nvPr/>
          </p:nvSpPr>
          <p:spPr>
            <a:xfrm>
              <a:off x="2520553" y="6096000"/>
              <a:ext cx="22770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UX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5" name="Weave text 324: 미안내"/>
            <p:cNvSpPr txBox="1"/>
            <p:nvPr/>
          </p:nvSpPr>
          <p:spPr>
            <a:xfrm>
              <a:off x="2710011" y="6096000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미안내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6" name="Weave text 324: ("/>
            <p:cNvSpPr txBox="1"/>
            <p:nvPr/>
          </p:nvSpPr>
          <p:spPr>
            <a:xfrm>
              <a:off x="2972842" y="6096000"/>
              <a:ext cx="73075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(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7" name="Weave text 324: 공개"/>
            <p:cNvSpPr txBox="1"/>
            <p:nvPr/>
          </p:nvSpPr>
          <p:spPr>
            <a:xfrm>
              <a:off x="3007668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공개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18" name="Weave text 324:  "/>
            <p:cNvSpPr txBox="1"/>
            <p:nvPr/>
          </p:nvSpPr>
          <p:spPr>
            <a:xfrm>
              <a:off x="3182838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19" name="Weave text 324: 자료"/>
            <p:cNvSpPr txBox="1"/>
            <p:nvPr/>
          </p:nvSpPr>
          <p:spPr>
            <a:xfrm>
              <a:off x="3209627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자료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0" name="Weave text 324:  "/>
            <p:cNvSpPr txBox="1"/>
            <p:nvPr/>
          </p:nvSpPr>
          <p:spPr>
            <a:xfrm>
              <a:off x="3384947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1" name="Weave text 324: 기준"/>
            <p:cNvSpPr txBox="1"/>
            <p:nvPr/>
          </p:nvSpPr>
          <p:spPr>
            <a:xfrm>
              <a:off x="3411736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기준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2" name="Weave text 324: ) · Weave"/>
            <p:cNvSpPr txBox="1"/>
            <p:nvPr/>
          </p:nvSpPr>
          <p:spPr>
            <a:xfrm>
              <a:off x="3586907" y="6096000"/>
              <a:ext cx="458837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) · Weave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3" name="Weave text 324: 는"/>
            <p:cNvSpPr txBox="1"/>
            <p:nvPr/>
          </p:nvSpPr>
          <p:spPr>
            <a:xfrm>
              <a:off x="4007495" y="6096000"/>
              <a:ext cx="12590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는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4" name="Weave text 324:  "/>
            <p:cNvSpPr txBox="1"/>
            <p:nvPr/>
          </p:nvSpPr>
          <p:spPr>
            <a:xfrm>
              <a:off x="4095155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5" name="Weave text 324: 제안"/>
            <p:cNvSpPr txBox="1"/>
            <p:nvPr/>
          </p:nvSpPr>
          <p:spPr>
            <a:xfrm>
              <a:off x="4121944" y="6096000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제안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6" name="Weave text 324:  "/>
            <p:cNvSpPr txBox="1"/>
            <p:nvPr/>
          </p:nvSpPr>
          <p:spPr>
            <a:xfrm>
              <a:off x="4297114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7" name="Weave text 324: 설계"/>
            <p:cNvSpPr txBox="1"/>
            <p:nvPr/>
          </p:nvSpPr>
          <p:spPr>
            <a:xfrm>
              <a:off x="4323904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설계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28" name="Weave text 324:  "/>
            <p:cNvSpPr txBox="1"/>
            <p:nvPr/>
          </p:nvSpPr>
          <p:spPr>
            <a:xfrm>
              <a:off x="4499223" y="6096000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29" name="Weave text 324: 기준"/>
            <p:cNvSpPr txBox="1"/>
            <p:nvPr/>
          </p:nvSpPr>
          <p:spPr>
            <a:xfrm>
              <a:off x="4526012" y="6096000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기준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30" name="Line 325: ¹ 전신 Chat Assist 최초 탑재 기기 출시일. "/>
          <p:cNvGrpSpPr/>
          <p:nvPr/>
        </p:nvGrpSpPr>
        <p:grpSpPr>
          <a:xfrm>
            <a:off x="609600" y="6262688"/>
            <a:ext cx="1754088" cy="190500"/>
            <a:chOff x="609600" y="6262688"/>
            <a:chExt cx="1754088" cy="190500"/>
          </a:xfrm>
        </p:grpSpPr>
        <p:sp>
          <p:nvSpPr>
            <p:cNvPr id="331" name="Weave text 325: ¹ "/>
            <p:cNvSpPr txBox="1"/>
            <p:nvPr/>
          </p:nvSpPr>
          <p:spPr>
            <a:xfrm>
              <a:off x="609600" y="6262688"/>
              <a:ext cx="9391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¹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2" name="Weave text 325: 전신"/>
            <p:cNvSpPr txBox="1"/>
            <p:nvPr/>
          </p:nvSpPr>
          <p:spPr>
            <a:xfrm>
              <a:off x="665262" y="6262688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전신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3" name="Weave text 325:  Chat Assist "/>
            <p:cNvSpPr txBox="1"/>
            <p:nvPr/>
          </p:nvSpPr>
          <p:spPr>
            <a:xfrm>
              <a:off x="840581" y="6262688"/>
              <a:ext cx="599926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Chat Assist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4" name="Weave text 325: 최초"/>
            <p:cNvSpPr txBox="1"/>
            <p:nvPr/>
          </p:nvSpPr>
          <p:spPr>
            <a:xfrm>
              <a:off x="1402259" y="6262688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최초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5" name="Weave text 325:  "/>
            <p:cNvSpPr txBox="1"/>
            <p:nvPr/>
          </p:nvSpPr>
          <p:spPr>
            <a:xfrm>
              <a:off x="1577429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6" name="Weave text 325: 탑재"/>
            <p:cNvSpPr txBox="1"/>
            <p:nvPr/>
          </p:nvSpPr>
          <p:spPr>
            <a:xfrm>
              <a:off x="1604218" y="6262688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탑재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7" name="Weave text 325:  "/>
            <p:cNvSpPr txBox="1"/>
            <p:nvPr/>
          </p:nvSpPr>
          <p:spPr>
            <a:xfrm>
              <a:off x="1779538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38" name="Weave text 325: 기기"/>
            <p:cNvSpPr txBox="1"/>
            <p:nvPr/>
          </p:nvSpPr>
          <p:spPr>
            <a:xfrm>
              <a:off x="1806327" y="6262688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기기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9" name="Weave text 325:  "/>
            <p:cNvSpPr txBox="1"/>
            <p:nvPr/>
          </p:nvSpPr>
          <p:spPr>
            <a:xfrm>
              <a:off x="1981646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0" name="Weave text 325: 출시일"/>
            <p:cNvSpPr txBox="1"/>
            <p:nvPr/>
          </p:nvSpPr>
          <p:spPr>
            <a:xfrm>
              <a:off x="2008436" y="6262688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출시일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41" name="Weave text 325: . "/>
            <p:cNvSpPr txBox="1"/>
            <p:nvPr/>
          </p:nvSpPr>
          <p:spPr>
            <a:xfrm>
              <a:off x="2271266" y="6262688"/>
              <a:ext cx="92422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.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42" name="Line 326: 삼성">
            <a:hlinkClick r:id="rIdWeaveLink326"/>
          </p:cNvPr>
          <p:cNvGrpSpPr/>
          <p:nvPr/>
        </p:nvGrpSpPr>
        <p:grpSpPr>
          <a:xfrm>
            <a:off x="2325588" y="6262688"/>
            <a:ext cx="213420" cy="190500"/>
            <a:chOff x="2325588" y="6262688"/>
            <a:chExt cx="213420" cy="190500"/>
          </a:xfrm>
        </p:grpSpPr>
        <p:sp>
          <p:nvSpPr>
            <p:cNvPr id="343" name="Weave text 326: 삼성">
              <a:hlinkClick r:id="rIdWeaveLink326"/>
            </p:cNvPr>
            <p:cNvSpPr txBox="1"/>
            <p:nvPr/>
          </p:nvSpPr>
          <p:spPr>
            <a:xfrm>
              <a:off x="2325588" y="6262688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삼성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44" name="Line 327: ·"/>
          <p:cNvGrpSpPr/>
          <p:nvPr/>
        </p:nvGrpSpPr>
        <p:grpSpPr>
          <a:xfrm>
            <a:off x="2500908" y="6262688"/>
            <a:ext cx="65633" cy="190500"/>
            <a:chOff x="2500908" y="6262688"/>
            <a:chExt cx="65633" cy="190500"/>
          </a:xfrm>
        </p:grpSpPr>
        <p:sp>
          <p:nvSpPr>
            <p:cNvPr id="345" name="Weave text 327: ·"/>
            <p:cNvSpPr txBox="1"/>
            <p:nvPr/>
          </p:nvSpPr>
          <p:spPr>
            <a:xfrm>
              <a:off x="2500908" y="6262688"/>
              <a:ext cx="65633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46" name="Line 328: 카카오">
            <a:hlinkClick r:id="rIdWeaveLink328"/>
          </p:cNvPr>
          <p:cNvGrpSpPr/>
          <p:nvPr/>
        </p:nvGrpSpPr>
        <p:grpSpPr>
          <a:xfrm>
            <a:off x="2528441" y="6262688"/>
            <a:ext cx="301079" cy="190500"/>
            <a:chOff x="2528441" y="6262688"/>
            <a:chExt cx="301079" cy="190500"/>
          </a:xfrm>
        </p:grpSpPr>
        <p:sp>
          <p:nvSpPr>
            <p:cNvPr id="347" name="Weave text 328: 카카오">
              <a:hlinkClick r:id="rIdWeaveLink328"/>
            </p:cNvPr>
            <p:cNvSpPr txBox="1"/>
            <p:nvPr/>
          </p:nvSpPr>
          <p:spPr>
            <a:xfrm>
              <a:off x="2528441" y="6262688"/>
              <a:ext cx="30107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카카오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348" name="Line 329:  공식 안내 기준 / △는 해당 기술이 불가능하다는 의미가 아닙니다."/>
          <p:cNvGrpSpPr/>
          <p:nvPr/>
        </p:nvGrpSpPr>
        <p:grpSpPr>
          <a:xfrm>
            <a:off x="2791420" y="6262688"/>
            <a:ext cx="2654796" cy="190500"/>
            <a:chOff x="2791420" y="6262688"/>
            <a:chExt cx="2654796" cy="190500"/>
          </a:xfrm>
        </p:grpSpPr>
        <p:sp>
          <p:nvSpPr>
            <p:cNvPr id="349" name="Weave text 329:  "/>
            <p:cNvSpPr txBox="1"/>
            <p:nvPr/>
          </p:nvSpPr>
          <p:spPr>
            <a:xfrm>
              <a:off x="2791420" y="6262688"/>
              <a:ext cx="64889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0" name="Weave text 329: 공식"/>
            <p:cNvSpPr txBox="1"/>
            <p:nvPr/>
          </p:nvSpPr>
          <p:spPr>
            <a:xfrm>
              <a:off x="2818209" y="6262688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공식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1" name="Weave text 329:  "/>
            <p:cNvSpPr txBox="1"/>
            <p:nvPr/>
          </p:nvSpPr>
          <p:spPr>
            <a:xfrm>
              <a:off x="2993380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2" name="Weave text 329: 안내"/>
            <p:cNvSpPr txBox="1"/>
            <p:nvPr/>
          </p:nvSpPr>
          <p:spPr>
            <a:xfrm>
              <a:off x="3020169" y="6262688"/>
              <a:ext cx="21356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안내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3" name="Weave text 329:  "/>
            <p:cNvSpPr txBox="1"/>
            <p:nvPr/>
          </p:nvSpPr>
          <p:spPr>
            <a:xfrm>
              <a:off x="3195489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4" name="Weave text 329: 기준"/>
            <p:cNvSpPr txBox="1"/>
            <p:nvPr/>
          </p:nvSpPr>
          <p:spPr>
            <a:xfrm>
              <a:off x="3222278" y="6262688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기준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5" name="Weave text 329:  / △"/>
            <p:cNvSpPr txBox="1"/>
            <p:nvPr/>
          </p:nvSpPr>
          <p:spPr>
            <a:xfrm>
              <a:off x="3397448" y="6262688"/>
              <a:ext cx="22249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/ △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6" name="Weave text 329: 는"/>
            <p:cNvSpPr txBox="1"/>
            <p:nvPr/>
          </p:nvSpPr>
          <p:spPr>
            <a:xfrm>
              <a:off x="3581698" y="6262688"/>
              <a:ext cx="12590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는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7" name="Weave text 329:  "/>
            <p:cNvSpPr txBox="1"/>
            <p:nvPr/>
          </p:nvSpPr>
          <p:spPr>
            <a:xfrm>
              <a:off x="3669357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58" name="Weave text 329: 해당"/>
            <p:cNvSpPr txBox="1"/>
            <p:nvPr/>
          </p:nvSpPr>
          <p:spPr>
            <a:xfrm>
              <a:off x="3696146" y="6262688"/>
              <a:ext cx="21342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해당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9" name="Weave text 329:  "/>
            <p:cNvSpPr txBox="1"/>
            <p:nvPr/>
          </p:nvSpPr>
          <p:spPr>
            <a:xfrm>
              <a:off x="3871317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0" name="Weave text 329: 기술이"/>
            <p:cNvSpPr txBox="1"/>
            <p:nvPr/>
          </p:nvSpPr>
          <p:spPr>
            <a:xfrm>
              <a:off x="3898106" y="6262688"/>
              <a:ext cx="30122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기술이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1" name="Weave text 329:  "/>
            <p:cNvSpPr txBox="1"/>
            <p:nvPr/>
          </p:nvSpPr>
          <p:spPr>
            <a:xfrm>
              <a:off x="4161086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2" name="Weave text 329: 불가능하다는"/>
            <p:cNvSpPr txBox="1"/>
            <p:nvPr/>
          </p:nvSpPr>
          <p:spPr>
            <a:xfrm>
              <a:off x="4187875" y="6262688"/>
              <a:ext cx="563910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불가능하다는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3" name="Weave text 329:  "/>
            <p:cNvSpPr txBox="1"/>
            <p:nvPr/>
          </p:nvSpPr>
          <p:spPr>
            <a:xfrm>
              <a:off x="4713536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4" name="Weave text 329: 의미가"/>
            <p:cNvSpPr txBox="1"/>
            <p:nvPr/>
          </p:nvSpPr>
          <p:spPr>
            <a:xfrm>
              <a:off x="4740325" y="6262688"/>
              <a:ext cx="301228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의미가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5" name="Weave text 329:  "/>
            <p:cNvSpPr txBox="1"/>
            <p:nvPr/>
          </p:nvSpPr>
          <p:spPr>
            <a:xfrm>
              <a:off x="5003304" y="6262688"/>
              <a:ext cx="65038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6" name="Weave text 329: 아닙니다"/>
            <p:cNvSpPr txBox="1"/>
            <p:nvPr/>
          </p:nvSpPr>
          <p:spPr>
            <a:xfrm>
              <a:off x="5030093" y="6262688"/>
              <a:ext cx="388739" cy="1760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Noto Sans KR"/>
                  <a:ea typeface="Noto Sans KR"/>
                  <a:cs typeface="Noto Sans KR"/>
                </a:rPr>
                <a:t xml:space="preserve">아닙니다</a:t>
              </a:r>
              <a:endParaRPr sz="750" b="0" i="0" spc="0" kern="0" lang="ko-KR" altLang="en-US" dirty="0">
                <a:solidFill>
                  <a:srgbClr val="75859F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67" name="Weave text 329: ."/>
            <p:cNvSpPr txBox="1"/>
            <p:nvPr/>
          </p:nvSpPr>
          <p:spPr>
            <a:xfrm>
              <a:off x="5380583" y="6262688"/>
              <a:ext cx="65633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0" kern="0" lang="ko-KR" altLang="en-US" dirty="0">
                  <a:solidFill>
                    <a:srgbClr val="75859F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750" b="0" i="0" spc="0" kern="0" lang="ko-KR" altLang="en-US" dirty="0">
                <a:solidFill>
                  <a:srgbClr val="75859F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68" name="Line 330: 10 / 11"/>
          <p:cNvGrpSpPr/>
          <p:nvPr/>
        </p:nvGrpSpPr>
        <p:grpSpPr>
          <a:xfrm>
            <a:off x="11191429" y="6486525"/>
            <a:ext cx="429071" cy="190500"/>
            <a:chOff x="11191429" y="6486525"/>
            <a:chExt cx="429071" cy="190500"/>
          </a:xfrm>
        </p:grpSpPr>
        <p:sp>
          <p:nvSpPr>
            <p:cNvPr id="369" name="Weave text 330: 10 / 11"/>
            <p:cNvSpPr txBox="1"/>
            <p:nvPr/>
          </p:nvSpPr>
          <p:spPr>
            <a:xfrm>
              <a:off x="11191429" y="6486525"/>
              <a:ext cx="429071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10 / 11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 visual layer (text is separately editable)"/>
          <p:cNvPicPr>
            <a:picLocks noChangeAspect="1"/>
          </p:cNvPicPr>
          <p:nvPr/>
        </p:nvPicPr>
        <p:blipFill>
          <a:blip r:embed="rIdWeaveVisualLayer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Line 331: 11 / THE IMPACT"/>
          <p:cNvGrpSpPr/>
          <p:nvPr/>
        </p:nvGrpSpPr>
        <p:grpSpPr>
          <a:xfrm>
            <a:off x="609600" y="371475"/>
            <a:ext cx="1142554" cy="205740"/>
            <a:chOff x="609600" y="371475"/>
            <a:chExt cx="1142554" cy="205740"/>
          </a:xfrm>
        </p:grpSpPr>
        <p:sp>
          <p:nvSpPr>
            <p:cNvPr id="4" name="Weave text 331: 11 / THE IMPACT"/>
            <p:cNvSpPr txBox="1"/>
            <p:nvPr/>
          </p:nvSpPr>
          <p:spPr>
            <a:xfrm>
              <a:off x="609600" y="371475"/>
              <a:ext cx="1142554" cy="1648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825" b="0" i="0" spc="148" kern="0" lang="ko-KR" altLang="en-US" dirty="0">
                  <a:solidFill>
                    <a:srgbClr val="B8A2FF"/>
                  </a:solidFill>
                  <a:latin typeface="Inter SemiBold"/>
                  <a:ea typeface="Inter SemiBold"/>
                  <a:cs typeface="Inter SemiBold"/>
                </a:rPr>
                <a:t xml:space="preserve">11 / THE IMPACT</a:t>
              </a:r>
              <a:endParaRPr sz="825" b="0" i="0" spc="148" kern="0" lang="ko-KR" altLang="en-US" dirty="0">
                <a:solidFill>
                  <a:srgbClr val="B8A2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5" name="Line 332: 흩어진 기억과"/>
          <p:cNvGrpSpPr/>
          <p:nvPr/>
        </p:nvGrpSpPr>
        <p:grpSpPr>
          <a:xfrm>
            <a:off x="609600" y="895350"/>
            <a:ext cx="2244477" cy="693420"/>
            <a:chOff x="609600" y="895350"/>
            <a:chExt cx="2244477" cy="693420"/>
          </a:xfrm>
        </p:grpSpPr>
        <p:sp>
          <p:nvSpPr>
            <p:cNvPr id="6" name="Weave text 332: 흩어진"/>
            <p:cNvSpPr txBox="1"/>
            <p:nvPr/>
          </p:nvSpPr>
          <p:spPr>
            <a:xfrm>
              <a:off x="609600" y="895350"/>
              <a:ext cx="110103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흩어진</a:t>
              </a:r>
              <a:endParaRPr sz="3225" b="0" i="0" spc="-17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" name="Weave text 332:  "/>
            <p:cNvSpPr txBox="1"/>
            <p:nvPr/>
          </p:nvSpPr>
          <p:spPr>
            <a:xfrm>
              <a:off x="1672382" y="895350"/>
              <a:ext cx="118914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225" b="0" i="0" spc="-17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8" name="Weave text 332: 기억과"/>
            <p:cNvSpPr txBox="1"/>
            <p:nvPr/>
          </p:nvSpPr>
          <p:spPr>
            <a:xfrm>
              <a:off x="1753046" y="895350"/>
              <a:ext cx="110103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기억과</a:t>
              </a:r>
              <a:endParaRPr sz="3225" b="0" i="0" spc="-17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</p:grpSp>
      <p:grpSp>
        <p:nvGrpSpPr>
          <p:cNvPr id="9" name="Line 333: 우리의 대화,"/>
          <p:cNvGrpSpPr/>
          <p:nvPr/>
        </p:nvGrpSpPr>
        <p:grpSpPr>
          <a:xfrm>
            <a:off x="609600" y="1480989"/>
            <a:ext cx="1998315" cy="693420"/>
            <a:chOff x="609600" y="1480989"/>
            <a:chExt cx="1998315" cy="693420"/>
          </a:xfrm>
        </p:grpSpPr>
        <p:sp>
          <p:nvSpPr>
            <p:cNvPr id="10" name="Weave text 333: 우리의"/>
            <p:cNvSpPr txBox="1"/>
            <p:nvPr/>
          </p:nvSpPr>
          <p:spPr>
            <a:xfrm>
              <a:off x="609600" y="1480989"/>
              <a:ext cx="110103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우리의</a:t>
              </a:r>
              <a:endParaRPr sz="3225" b="0" i="0" spc="-17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" name="Weave text 333:  "/>
            <p:cNvSpPr txBox="1"/>
            <p:nvPr/>
          </p:nvSpPr>
          <p:spPr>
            <a:xfrm>
              <a:off x="1672382" y="1480989"/>
              <a:ext cx="118914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225" b="0" i="0" spc="-17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" name="Weave text 333: 대화"/>
            <p:cNvSpPr txBox="1"/>
            <p:nvPr/>
          </p:nvSpPr>
          <p:spPr>
            <a:xfrm>
              <a:off x="1753046" y="1480989"/>
              <a:ext cx="74682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대화</a:t>
              </a:r>
              <a:endParaRPr sz="3225" b="0" i="0" spc="-177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3" name="Weave text 333: ,"/>
            <p:cNvSpPr txBox="1"/>
            <p:nvPr/>
          </p:nvSpPr>
          <p:spPr>
            <a:xfrm>
              <a:off x="2461617" y="1480989"/>
              <a:ext cx="146298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</a:t>
              </a:r>
              <a:endParaRPr sz="3225" b="0" i="0" spc="-177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4" name="Line 334: Weave가 잇습니다."/>
          <p:cNvGrpSpPr/>
          <p:nvPr/>
        </p:nvGrpSpPr>
        <p:grpSpPr>
          <a:xfrm>
            <a:off x="609600" y="2066627"/>
            <a:ext cx="3232398" cy="693420"/>
            <a:chOff x="609600" y="2066627"/>
            <a:chExt cx="3232398" cy="693420"/>
          </a:xfrm>
        </p:grpSpPr>
        <p:sp>
          <p:nvSpPr>
            <p:cNvPr id="15" name="Weave text 334: Weave"/>
            <p:cNvSpPr txBox="1"/>
            <p:nvPr/>
          </p:nvSpPr>
          <p:spPr>
            <a:xfrm>
              <a:off x="609600" y="2066627"/>
              <a:ext cx="1272332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rPr>
                <a:t xml:space="preserve">Weave</a:t>
              </a:r>
              <a:endParaRPr sz="3225" b="0" i="0" spc="-177" kern="0" lang="ko-KR" altLang="en-US" dirty="0">
                <a:solidFill>
                  <a:srgbClr val="C9B4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" name="Weave text 334: 가"/>
            <p:cNvSpPr txBox="1"/>
            <p:nvPr/>
          </p:nvSpPr>
          <p:spPr>
            <a:xfrm>
              <a:off x="1843683" y="2066627"/>
              <a:ext cx="39246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C9B4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C9B4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가</a:t>
              </a:r>
              <a:endParaRPr sz="3225" b="0" i="0" spc="-177" kern="0" lang="ko-KR" altLang="en-US" dirty="0">
                <a:solidFill>
                  <a:srgbClr val="C9B4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" name="Weave text 334:  "/>
            <p:cNvSpPr txBox="1"/>
            <p:nvPr/>
          </p:nvSpPr>
          <p:spPr>
            <a:xfrm>
              <a:off x="2197894" y="2066627"/>
              <a:ext cx="118914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3225" b="0" i="0" spc="-177" kern="0" lang="ko-KR" altLang="en-US" dirty="0">
                <a:solidFill>
                  <a:srgbClr val="C9B4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8" name="Weave text 334: 잇습니다"/>
            <p:cNvSpPr txBox="1"/>
            <p:nvPr/>
          </p:nvSpPr>
          <p:spPr>
            <a:xfrm>
              <a:off x="2278559" y="2066627"/>
              <a:ext cx="1455390" cy="631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C9B4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3225" b="0" i="0" spc="-177" kern="0" lang="ko-KR" altLang="en-US" dirty="0">
                  <a:solidFill>
                    <a:srgbClr val="C9B4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잇습니다</a:t>
              </a:r>
              <a:endParaRPr sz="3225" b="0" i="0" spc="-177" kern="0" lang="ko-KR" altLang="en-US" dirty="0">
                <a:solidFill>
                  <a:srgbClr val="C9B4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9" name="Weave text 334: ."/>
            <p:cNvSpPr txBox="1"/>
            <p:nvPr/>
          </p:nvSpPr>
          <p:spPr>
            <a:xfrm>
              <a:off x="3695700" y="2066627"/>
              <a:ext cx="146298" cy="5336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3225" b="0" i="0" spc="-177" kern="0" lang="ko-KR" altLang="en-US" dirty="0">
                  <a:solidFill>
                    <a:srgbClr val="C9B4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3225" b="0" i="0" spc="-177" kern="0" lang="ko-KR" altLang="en-US" dirty="0">
                <a:solidFill>
                  <a:srgbClr val="C9B4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20" name="Line 335: 덜 찾고, 더 잘 챙기고."/>
          <p:cNvGrpSpPr/>
          <p:nvPr/>
        </p:nvGrpSpPr>
        <p:grpSpPr>
          <a:xfrm>
            <a:off x="609600" y="3257550"/>
            <a:ext cx="1591717" cy="312420"/>
            <a:chOff x="609600" y="3257550"/>
            <a:chExt cx="1591717" cy="312420"/>
          </a:xfrm>
        </p:grpSpPr>
        <p:sp>
          <p:nvSpPr>
            <p:cNvPr id="21" name="Weave text 335: 덜"/>
            <p:cNvSpPr txBox="1"/>
            <p:nvPr/>
          </p:nvSpPr>
          <p:spPr>
            <a:xfrm>
              <a:off x="609600" y="3257550"/>
              <a:ext cx="195858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덜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2" name="Weave text 335:  "/>
            <p:cNvSpPr txBox="1"/>
            <p:nvPr/>
          </p:nvSpPr>
          <p:spPr>
            <a:xfrm>
              <a:off x="767209" y="3257550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3" name="Weave text 335: 찾고"/>
            <p:cNvSpPr txBox="1"/>
            <p:nvPr/>
          </p:nvSpPr>
          <p:spPr>
            <a:xfrm>
              <a:off x="815429" y="3257550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찾고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4" name="Weave text 335: , "/>
            <p:cNvSpPr txBox="1"/>
            <p:nvPr/>
          </p:nvSpPr>
          <p:spPr>
            <a:xfrm>
              <a:off x="1130945" y="3257550"/>
              <a:ext cx="13588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,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5" name="Weave text 335: 더"/>
            <p:cNvSpPr txBox="1"/>
            <p:nvPr/>
          </p:nvSpPr>
          <p:spPr>
            <a:xfrm>
              <a:off x="1228576" y="3257550"/>
              <a:ext cx="196007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더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6" name="Weave text 335:  "/>
            <p:cNvSpPr txBox="1"/>
            <p:nvPr/>
          </p:nvSpPr>
          <p:spPr>
            <a:xfrm>
              <a:off x="1386334" y="3257550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7" name="Weave text 335: 잘"/>
            <p:cNvSpPr txBox="1"/>
            <p:nvPr/>
          </p:nvSpPr>
          <p:spPr>
            <a:xfrm>
              <a:off x="1434554" y="3257550"/>
              <a:ext cx="196007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잘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8" name="Weave text 335:  "/>
            <p:cNvSpPr txBox="1"/>
            <p:nvPr/>
          </p:nvSpPr>
          <p:spPr>
            <a:xfrm>
              <a:off x="1592312" y="3257550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9" name="Weave text 335: 챙기고"/>
            <p:cNvSpPr txBox="1"/>
            <p:nvPr/>
          </p:nvSpPr>
          <p:spPr>
            <a:xfrm>
              <a:off x="1640532" y="3257550"/>
              <a:ext cx="51137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챙기고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0" name="Weave text 335: ."/>
            <p:cNvSpPr txBox="1"/>
            <p:nvPr/>
          </p:nvSpPr>
          <p:spPr>
            <a:xfrm>
              <a:off x="2113657" y="3257550"/>
              <a:ext cx="876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31" name="Line 336: 쌓인 기록이 오늘의 도움이 되는"/>
          <p:cNvGrpSpPr/>
          <p:nvPr/>
        </p:nvGrpSpPr>
        <p:grpSpPr>
          <a:xfrm>
            <a:off x="609600" y="3583186"/>
            <a:ext cx="2281535" cy="312420"/>
            <a:chOff x="609600" y="3583186"/>
            <a:chExt cx="2281535" cy="312420"/>
          </a:xfrm>
        </p:grpSpPr>
        <p:sp>
          <p:nvSpPr>
            <p:cNvPr id="32" name="Weave text 336: 쌓인"/>
            <p:cNvSpPr txBox="1"/>
            <p:nvPr/>
          </p:nvSpPr>
          <p:spPr>
            <a:xfrm>
              <a:off x="609600" y="3583186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쌓인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3" name="Weave text 336:  "/>
            <p:cNvSpPr txBox="1"/>
            <p:nvPr/>
          </p:nvSpPr>
          <p:spPr>
            <a:xfrm>
              <a:off x="924967" y="3583186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4" name="Weave text 336: 기록이"/>
            <p:cNvSpPr txBox="1"/>
            <p:nvPr/>
          </p:nvSpPr>
          <p:spPr>
            <a:xfrm>
              <a:off x="973187" y="3583186"/>
              <a:ext cx="51152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기록이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5" name="Weave text 336:  "/>
            <p:cNvSpPr txBox="1"/>
            <p:nvPr/>
          </p:nvSpPr>
          <p:spPr>
            <a:xfrm>
              <a:off x="1446461" y="3583186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6" name="Weave text 336: 오늘의"/>
            <p:cNvSpPr txBox="1"/>
            <p:nvPr/>
          </p:nvSpPr>
          <p:spPr>
            <a:xfrm>
              <a:off x="1494681" y="3583186"/>
              <a:ext cx="51137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오늘의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7" name="Weave text 336:  "/>
            <p:cNvSpPr txBox="1"/>
            <p:nvPr/>
          </p:nvSpPr>
          <p:spPr>
            <a:xfrm>
              <a:off x="1967805" y="3583186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38" name="Weave text 336: 도움이"/>
            <p:cNvSpPr txBox="1"/>
            <p:nvPr/>
          </p:nvSpPr>
          <p:spPr>
            <a:xfrm>
              <a:off x="2016026" y="3583186"/>
              <a:ext cx="511522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도움이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39" name="Weave text 336:  "/>
            <p:cNvSpPr txBox="1"/>
            <p:nvPr/>
          </p:nvSpPr>
          <p:spPr>
            <a:xfrm>
              <a:off x="2489299" y="3583186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0" name="Weave text 336: 되는"/>
            <p:cNvSpPr txBox="1"/>
            <p:nvPr/>
          </p:nvSpPr>
          <p:spPr>
            <a:xfrm>
              <a:off x="2537520" y="3583186"/>
              <a:ext cx="353616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되는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</p:grpSp>
      <p:grpSp>
        <p:nvGrpSpPr>
          <p:cNvPr id="41" name="Line 337: 갤럭시의 새로운 사용 경험."/>
          <p:cNvGrpSpPr/>
          <p:nvPr/>
        </p:nvGrpSpPr>
        <p:grpSpPr>
          <a:xfrm>
            <a:off x="609600" y="3908822"/>
            <a:ext cx="1967359" cy="312420"/>
            <a:chOff x="609600" y="3908822"/>
            <a:chExt cx="1967359" cy="312420"/>
          </a:xfrm>
        </p:grpSpPr>
        <p:sp>
          <p:nvSpPr>
            <p:cNvPr id="42" name="Weave text 337: 갤럭시의"/>
            <p:cNvSpPr txBox="1"/>
            <p:nvPr/>
          </p:nvSpPr>
          <p:spPr>
            <a:xfrm>
              <a:off x="609600" y="3908822"/>
              <a:ext cx="669131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갤럭시의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3" name="Weave text 337:  "/>
            <p:cNvSpPr txBox="1"/>
            <p:nvPr/>
          </p:nvSpPr>
          <p:spPr>
            <a:xfrm>
              <a:off x="1240482" y="3908822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4" name="Weave text 337: 새로운"/>
            <p:cNvSpPr txBox="1"/>
            <p:nvPr/>
          </p:nvSpPr>
          <p:spPr>
            <a:xfrm>
              <a:off x="1288703" y="3908822"/>
              <a:ext cx="511373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새로운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5" name="Weave text 337:  "/>
            <p:cNvSpPr txBox="1"/>
            <p:nvPr/>
          </p:nvSpPr>
          <p:spPr>
            <a:xfrm>
              <a:off x="1761827" y="3908822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6" name="Weave text 337: 사용"/>
            <p:cNvSpPr txBox="1"/>
            <p:nvPr/>
          </p:nvSpPr>
          <p:spPr>
            <a:xfrm>
              <a:off x="1810048" y="3908822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사용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7" name="Weave text 337:  "/>
            <p:cNvSpPr txBox="1"/>
            <p:nvPr/>
          </p:nvSpPr>
          <p:spPr>
            <a:xfrm>
              <a:off x="2125563" y="3908822"/>
              <a:ext cx="86469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48" name="Weave text 337: 경험"/>
            <p:cNvSpPr txBox="1"/>
            <p:nvPr/>
          </p:nvSpPr>
          <p:spPr>
            <a:xfrm>
              <a:off x="2173784" y="3908822"/>
              <a:ext cx="353764" cy="286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경험</a:t>
              </a:r>
              <a:endParaRPr sz="135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49" name="Weave text 337: ."/>
            <p:cNvSpPr txBox="1"/>
            <p:nvPr/>
          </p:nvSpPr>
          <p:spPr>
            <a:xfrm>
              <a:off x="2489299" y="3908822"/>
              <a:ext cx="87660" cy="24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35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35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50" name="Line 338: 01 · 하던 일을 이어가는 경험"/>
          <p:cNvGrpSpPr/>
          <p:nvPr/>
        </p:nvGrpSpPr>
        <p:grpSpPr>
          <a:xfrm>
            <a:off x="5695950" y="1190625"/>
            <a:ext cx="1397943" cy="220980"/>
            <a:chOff x="5695950" y="1190625"/>
            <a:chExt cx="1397943" cy="220980"/>
          </a:xfrm>
        </p:grpSpPr>
        <p:sp>
          <p:nvSpPr>
            <p:cNvPr id="51" name="Weave text 338: 01 · "/>
            <p:cNvSpPr txBox="1"/>
            <p:nvPr/>
          </p:nvSpPr>
          <p:spPr>
            <a:xfrm>
              <a:off x="5695950" y="1190625"/>
              <a:ext cx="254943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01 ·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2" name="Weave text 338: 하던"/>
            <p:cNvSpPr txBox="1"/>
            <p:nvPr/>
          </p:nvSpPr>
          <p:spPr>
            <a:xfrm>
              <a:off x="5912644" y="1190625"/>
              <a:ext cx="248692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하던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3" name="Weave text 338:  "/>
            <p:cNvSpPr txBox="1"/>
            <p:nvPr/>
          </p:nvSpPr>
          <p:spPr>
            <a:xfrm>
              <a:off x="6123087" y="1190625"/>
              <a:ext cx="68610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4" name="Weave text 338: 일을"/>
            <p:cNvSpPr txBox="1"/>
            <p:nvPr/>
          </p:nvSpPr>
          <p:spPr>
            <a:xfrm>
              <a:off x="6153448" y="119062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일을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5" name="Weave text 338:  "/>
            <p:cNvSpPr txBox="1"/>
            <p:nvPr/>
          </p:nvSpPr>
          <p:spPr>
            <a:xfrm>
              <a:off x="6363742" y="1190625"/>
              <a:ext cx="6875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6" name="Weave text 338: 이어가는"/>
            <p:cNvSpPr txBox="1"/>
            <p:nvPr/>
          </p:nvSpPr>
          <p:spPr>
            <a:xfrm>
              <a:off x="6394252" y="1190625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이어가는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57" name="Weave text 338:  "/>
            <p:cNvSpPr txBox="1"/>
            <p:nvPr/>
          </p:nvSpPr>
          <p:spPr>
            <a:xfrm>
              <a:off x="6814840" y="1190625"/>
              <a:ext cx="6875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58" name="Weave text 338: 경험"/>
            <p:cNvSpPr txBox="1"/>
            <p:nvPr/>
          </p:nvSpPr>
          <p:spPr>
            <a:xfrm>
              <a:off x="6845350" y="119062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경험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59" name="Line 339: “잠깐만, 찾아볼게” 대신, 하던 일을 이어갑니다."/>
          <p:cNvGrpSpPr/>
          <p:nvPr/>
        </p:nvGrpSpPr>
        <p:grpSpPr>
          <a:xfrm>
            <a:off x="5695950" y="1476375"/>
            <a:ext cx="4295477" cy="403860"/>
            <a:chOff x="5695950" y="1476375"/>
            <a:chExt cx="4295477" cy="403860"/>
          </a:xfrm>
        </p:grpSpPr>
        <p:sp>
          <p:nvSpPr>
            <p:cNvPr id="60" name="Weave text 339: “"/>
            <p:cNvSpPr txBox="1"/>
            <p:nvPr/>
          </p:nvSpPr>
          <p:spPr>
            <a:xfrm>
              <a:off x="5695950" y="1476375"/>
              <a:ext cx="144959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“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61" name="Weave text 339: 잠깐만"/>
            <p:cNvSpPr txBox="1"/>
            <p:nvPr/>
          </p:nvSpPr>
          <p:spPr>
            <a:xfrm>
              <a:off x="5802660" y="1476375"/>
              <a:ext cx="641747" cy="369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잠깐만</a:t>
              </a:r>
              <a:endParaRPr sz="1800" b="0" i="0" spc="-7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62" name="Weave text 339: , "/>
            <p:cNvSpPr txBox="1"/>
            <p:nvPr/>
          </p:nvSpPr>
          <p:spPr>
            <a:xfrm>
              <a:off x="6406158" y="1476375"/>
              <a:ext cx="145703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63" name="Weave text 339: 찾아볼게"/>
            <p:cNvSpPr txBox="1"/>
            <p:nvPr/>
          </p:nvSpPr>
          <p:spPr>
            <a:xfrm>
              <a:off x="6513612" y="1476375"/>
              <a:ext cx="842962" cy="369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찾아볼게</a:t>
              </a:r>
              <a:endParaRPr sz="1800" b="0" i="0" spc="-7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64" name="Weave text 339: ” "/>
            <p:cNvSpPr txBox="1"/>
            <p:nvPr/>
          </p:nvSpPr>
          <p:spPr>
            <a:xfrm>
              <a:off x="7318325" y="1476375"/>
              <a:ext cx="192137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” 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65" name="Weave text 339: 대신"/>
            <p:cNvSpPr txBox="1"/>
            <p:nvPr/>
          </p:nvSpPr>
          <p:spPr>
            <a:xfrm>
              <a:off x="7472214" y="1476375"/>
              <a:ext cx="440531" cy="369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대신</a:t>
              </a:r>
              <a:endParaRPr sz="1800" b="0" i="0" spc="-7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66" name="Weave text 339: , "/>
            <p:cNvSpPr txBox="1"/>
            <p:nvPr/>
          </p:nvSpPr>
          <p:spPr>
            <a:xfrm>
              <a:off x="7874496" y="1476375"/>
              <a:ext cx="145852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67" name="Weave text 339: 하던"/>
            <p:cNvSpPr txBox="1"/>
            <p:nvPr/>
          </p:nvSpPr>
          <p:spPr>
            <a:xfrm>
              <a:off x="7982099" y="1476375"/>
              <a:ext cx="440531" cy="369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하던</a:t>
              </a:r>
              <a:endParaRPr sz="1800" b="0" i="0" spc="-7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68" name="Weave text 339:  "/>
            <p:cNvSpPr txBox="1"/>
            <p:nvPr/>
          </p:nvSpPr>
          <p:spPr>
            <a:xfrm>
              <a:off x="8384381" y="1476375"/>
              <a:ext cx="86767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69" name="Weave text 339: 일을"/>
            <p:cNvSpPr txBox="1"/>
            <p:nvPr/>
          </p:nvSpPr>
          <p:spPr>
            <a:xfrm>
              <a:off x="8432899" y="1476375"/>
              <a:ext cx="440531" cy="369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일을</a:t>
              </a:r>
              <a:endParaRPr sz="1800" b="0" i="0" spc="-7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0" name="Weave text 339:  "/>
            <p:cNvSpPr txBox="1"/>
            <p:nvPr/>
          </p:nvSpPr>
          <p:spPr>
            <a:xfrm>
              <a:off x="8835182" y="1476375"/>
              <a:ext cx="86767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71" name="Weave text 339: 이어갑니다"/>
            <p:cNvSpPr txBox="1"/>
            <p:nvPr/>
          </p:nvSpPr>
          <p:spPr>
            <a:xfrm>
              <a:off x="8883700" y="1476375"/>
              <a:ext cx="1044029" cy="369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이어갑니다</a:t>
              </a:r>
              <a:endParaRPr sz="1800" b="0" i="0" spc="-72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72" name="Weave text 339: ."/>
            <p:cNvSpPr txBox="1"/>
            <p:nvPr/>
          </p:nvSpPr>
          <p:spPr>
            <a:xfrm>
              <a:off x="9889480" y="1476375"/>
              <a:ext cx="101947" cy="3146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00" b="0" i="0" spc="-72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1800" b="0" i="0" spc="-72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73" name="Line 340: 앱을 오가며 찾고 다시 입력하는 수고를 줄여,"/>
          <p:cNvGrpSpPr/>
          <p:nvPr/>
        </p:nvGrpSpPr>
        <p:grpSpPr>
          <a:xfrm>
            <a:off x="5695950" y="1952625"/>
            <a:ext cx="2863007" cy="281940"/>
            <a:chOff x="5695950" y="1952625"/>
            <a:chExt cx="2863007" cy="281940"/>
          </a:xfrm>
        </p:grpSpPr>
        <p:sp>
          <p:nvSpPr>
            <p:cNvPr id="74" name="Weave text 340: 앱을"/>
            <p:cNvSpPr txBox="1"/>
            <p:nvPr/>
          </p:nvSpPr>
          <p:spPr>
            <a:xfrm>
              <a:off x="5695950" y="19526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앱을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5" name="Weave text 340:  "/>
            <p:cNvSpPr txBox="1"/>
            <p:nvPr/>
          </p:nvSpPr>
          <p:spPr>
            <a:xfrm>
              <a:off x="5976342" y="19526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6" name="Weave text 340: 오가며"/>
            <p:cNvSpPr txBox="1"/>
            <p:nvPr/>
          </p:nvSpPr>
          <p:spPr>
            <a:xfrm>
              <a:off x="6019205" y="19526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오가며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7" name="Weave text 340:  "/>
            <p:cNvSpPr txBox="1"/>
            <p:nvPr/>
          </p:nvSpPr>
          <p:spPr>
            <a:xfrm>
              <a:off x="6439793" y="19526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78" name="Weave text 340: 찾고"/>
            <p:cNvSpPr txBox="1"/>
            <p:nvPr/>
          </p:nvSpPr>
          <p:spPr>
            <a:xfrm>
              <a:off x="6482655" y="19526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찾고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79" name="Weave text 340:  "/>
            <p:cNvSpPr txBox="1"/>
            <p:nvPr/>
          </p:nvSpPr>
          <p:spPr>
            <a:xfrm>
              <a:off x="6763048" y="19526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0" name="Weave text 340: 다시"/>
            <p:cNvSpPr txBox="1"/>
            <p:nvPr/>
          </p:nvSpPr>
          <p:spPr>
            <a:xfrm>
              <a:off x="6805910" y="19526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다시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1" name="Weave text 340:  "/>
            <p:cNvSpPr txBox="1"/>
            <p:nvPr/>
          </p:nvSpPr>
          <p:spPr>
            <a:xfrm>
              <a:off x="7086302" y="19526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2" name="Weave text 340: 입력하는"/>
            <p:cNvSpPr txBox="1"/>
            <p:nvPr/>
          </p:nvSpPr>
          <p:spPr>
            <a:xfrm>
              <a:off x="7129165" y="1952625"/>
              <a:ext cx="599182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입력하는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3" name="Weave text 340:  "/>
            <p:cNvSpPr txBox="1"/>
            <p:nvPr/>
          </p:nvSpPr>
          <p:spPr>
            <a:xfrm>
              <a:off x="7690098" y="19526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4" name="Weave text 340: 수고를"/>
            <p:cNvSpPr txBox="1"/>
            <p:nvPr/>
          </p:nvSpPr>
          <p:spPr>
            <a:xfrm>
              <a:off x="7732961" y="19526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수고를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5" name="Weave text 340:  "/>
            <p:cNvSpPr txBox="1"/>
            <p:nvPr/>
          </p:nvSpPr>
          <p:spPr>
            <a:xfrm>
              <a:off x="8153549" y="19526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86" name="Weave text 340: 줄여"/>
            <p:cNvSpPr txBox="1"/>
            <p:nvPr/>
          </p:nvSpPr>
          <p:spPr>
            <a:xfrm>
              <a:off x="8196411" y="1952625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줄여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87" name="Weave text 340: ,"/>
            <p:cNvSpPr txBox="1"/>
            <p:nvPr/>
          </p:nvSpPr>
          <p:spPr>
            <a:xfrm>
              <a:off x="8476804" y="1952625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88" name="Line 341: 기억을 찾느라 멈췄던 대화와 업무가 자연스럽게 이어집니다."/>
          <p:cNvGrpSpPr/>
          <p:nvPr/>
        </p:nvGrpSpPr>
        <p:grpSpPr>
          <a:xfrm>
            <a:off x="5695950" y="2219325"/>
            <a:ext cx="3844528" cy="281940"/>
            <a:chOff x="5695950" y="2219325"/>
            <a:chExt cx="3844528" cy="281940"/>
          </a:xfrm>
        </p:grpSpPr>
        <p:sp>
          <p:nvSpPr>
            <p:cNvPr id="89" name="Weave text 341: 기억을"/>
            <p:cNvSpPr txBox="1"/>
            <p:nvPr/>
          </p:nvSpPr>
          <p:spPr>
            <a:xfrm>
              <a:off x="5695950" y="22193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기억을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0" name="Weave text 341:  "/>
            <p:cNvSpPr txBox="1"/>
            <p:nvPr/>
          </p:nvSpPr>
          <p:spPr>
            <a:xfrm>
              <a:off x="6116538" y="22193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1" name="Weave text 341: 찾느라"/>
            <p:cNvSpPr txBox="1"/>
            <p:nvPr/>
          </p:nvSpPr>
          <p:spPr>
            <a:xfrm>
              <a:off x="6159401" y="22193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찾느라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2" name="Weave text 341:  "/>
            <p:cNvSpPr txBox="1"/>
            <p:nvPr/>
          </p:nvSpPr>
          <p:spPr>
            <a:xfrm>
              <a:off x="6579989" y="22193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3" name="Weave text 341: 멈췄던"/>
            <p:cNvSpPr txBox="1"/>
            <p:nvPr/>
          </p:nvSpPr>
          <p:spPr>
            <a:xfrm>
              <a:off x="6622852" y="22193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멈췄던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4" name="Weave text 341:  "/>
            <p:cNvSpPr txBox="1"/>
            <p:nvPr/>
          </p:nvSpPr>
          <p:spPr>
            <a:xfrm>
              <a:off x="7043440" y="22193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5" name="Weave text 341: 대화와"/>
            <p:cNvSpPr txBox="1"/>
            <p:nvPr/>
          </p:nvSpPr>
          <p:spPr>
            <a:xfrm>
              <a:off x="7086302" y="2219325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대화와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6" name="Weave text 341:  "/>
            <p:cNvSpPr txBox="1"/>
            <p:nvPr/>
          </p:nvSpPr>
          <p:spPr>
            <a:xfrm>
              <a:off x="7506891" y="22193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7" name="Weave text 341: 업무가"/>
            <p:cNvSpPr txBox="1"/>
            <p:nvPr/>
          </p:nvSpPr>
          <p:spPr>
            <a:xfrm>
              <a:off x="7549753" y="2219325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업무가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98" name="Weave text 341:  "/>
            <p:cNvSpPr txBox="1"/>
            <p:nvPr/>
          </p:nvSpPr>
          <p:spPr>
            <a:xfrm>
              <a:off x="7970490" y="22193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99" name="Weave text 341: 자연스럽게"/>
            <p:cNvSpPr txBox="1"/>
            <p:nvPr/>
          </p:nvSpPr>
          <p:spPr>
            <a:xfrm>
              <a:off x="8013353" y="2219325"/>
              <a:ext cx="7392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자연스럽게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0" name="Weave text 341:  "/>
            <p:cNvSpPr txBox="1"/>
            <p:nvPr/>
          </p:nvSpPr>
          <p:spPr>
            <a:xfrm>
              <a:off x="8714333" y="2219325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01" name="Weave text 341: 이어집니다"/>
            <p:cNvSpPr txBox="1"/>
            <p:nvPr/>
          </p:nvSpPr>
          <p:spPr>
            <a:xfrm>
              <a:off x="8757196" y="2219325"/>
              <a:ext cx="739378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이어집니다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02" name="Weave text 341: ."/>
            <p:cNvSpPr txBox="1"/>
            <p:nvPr/>
          </p:nvSpPr>
          <p:spPr>
            <a:xfrm>
              <a:off x="9458325" y="2219325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03" name="Line 342: 02 · 관계를 챙기는 경험"/>
          <p:cNvGrpSpPr/>
          <p:nvPr/>
        </p:nvGrpSpPr>
        <p:grpSpPr>
          <a:xfrm>
            <a:off x="5695950" y="2857500"/>
            <a:ext cx="1180207" cy="220980"/>
            <a:chOff x="5695950" y="2857500"/>
            <a:chExt cx="1180207" cy="220980"/>
          </a:xfrm>
        </p:grpSpPr>
        <p:sp>
          <p:nvSpPr>
            <p:cNvPr id="104" name="Weave text 342: 02 · "/>
            <p:cNvSpPr txBox="1"/>
            <p:nvPr/>
          </p:nvSpPr>
          <p:spPr>
            <a:xfrm>
              <a:off x="5695950" y="2857500"/>
              <a:ext cx="278011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02 ·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5" name="Weave text 342: 관계를"/>
            <p:cNvSpPr txBox="1"/>
            <p:nvPr/>
          </p:nvSpPr>
          <p:spPr>
            <a:xfrm>
              <a:off x="5935712" y="2857500"/>
              <a:ext cx="35376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관계를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6" name="Weave text 342:  "/>
            <p:cNvSpPr txBox="1"/>
            <p:nvPr/>
          </p:nvSpPr>
          <p:spPr>
            <a:xfrm>
              <a:off x="6251228" y="2857500"/>
              <a:ext cx="68610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7" name="Weave text 342: 챙기는"/>
            <p:cNvSpPr txBox="1"/>
            <p:nvPr/>
          </p:nvSpPr>
          <p:spPr>
            <a:xfrm>
              <a:off x="6281589" y="2857500"/>
              <a:ext cx="353764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챙기는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08" name="Weave text 342:  "/>
            <p:cNvSpPr txBox="1"/>
            <p:nvPr/>
          </p:nvSpPr>
          <p:spPr>
            <a:xfrm>
              <a:off x="6597104" y="2857500"/>
              <a:ext cx="6875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09" name="Weave text 342: 경험"/>
            <p:cNvSpPr txBox="1"/>
            <p:nvPr/>
          </p:nvSpPr>
          <p:spPr>
            <a:xfrm>
              <a:off x="6627614" y="2857500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경험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10" name="Line 343: “그걸 기억했어?”라는 순간을 만듭니다."/>
          <p:cNvGrpSpPr/>
          <p:nvPr/>
        </p:nvGrpSpPr>
        <p:grpSpPr>
          <a:xfrm>
            <a:off x="5695950" y="3143250"/>
            <a:ext cx="3740200" cy="419100"/>
            <a:chOff x="5695950" y="3143250"/>
            <a:chExt cx="3740200" cy="419100"/>
          </a:xfrm>
        </p:grpSpPr>
        <p:sp>
          <p:nvSpPr>
            <p:cNvPr id="111" name="Weave text 343: “"/>
            <p:cNvSpPr txBox="1"/>
            <p:nvPr/>
          </p:nvSpPr>
          <p:spPr>
            <a:xfrm>
              <a:off x="5695950" y="3143250"/>
              <a:ext cx="149275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“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12" name="Weave text 343: 그걸"/>
            <p:cNvSpPr txBox="1"/>
            <p:nvPr/>
          </p:nvSpPr>
          <p:spPr>
            <a:xfrm>
              <a:off x="5806976" y="3143250"/>
              <a:ext cx="4573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그걸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3" name="Weave text 343:  "/>
            <p:cNvSpPr txBox="1"/>
            <p:nvPr/>
          </p:nvSpPr>
          <p:spPr>
            <a:xfrm>
              <a:off x="6226076" y="3143250"/>
              <a:ext cx="88850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14" name="Weave text 343: 기억했어"/>
            <p:cNvSpPr txBox="1"/>
            <p:nvPr/>
          </p:nvSpPr>
          <p:spPr>
            <a:xfrm>
              <a:off x="6276677" y="3143250"/>
              <a:ext cx="8764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기억했어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5" name="Weave text 343: ?”"/>
            <p:cNvSpPr txBox="1"/>
            <p:nvPr/>
          </p:nvSpPr>
          <p:spPr>
            <a:xfrm>
              <a:off x="7114877" y="3143250"/>
              <a:ext cx="267891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?”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16" name="Weave text 343: 라는"/>
            <p:cNvSpPr txBox="1"/>
            <p:nvPr/>
          </p:nvSpPr>
          <p:spPr>
            <a:xfrm>
              <a:off x="7344519" y="3143250"/>
              <a:ext cx="4573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라는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7" name="Weave text 343:  "/>
            <p:cNvSpPr txBox="1"/>
            <p:nvPr/>
          </p:nvSpPr>
          <p:spPr>
            <a:xfrm>
              <a:off x="7763619" y="3143250"/>
              <a:ext cx="88850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18" name="Weave text 343: 순간을"/>
            <p:cNvSpPr txBox="1"/>
            <p:nvPr/>
          </p:nvSpPr>
          <p:spPr>
            <a:xfrm>
              <a:off x="7814221" y="3143250"/>
              <a:ext cx="66689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순간을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19" name="Weave text 343:  "/>
            <p:cNvSpPr txBox="1"/>
            <p:nvPr/>
          </p:nvSpPr>
          <p:spPr>
            <a:xfrm>
              <a:off x="8442871" y="3143250"/>
              <a:ext cx="88702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20" name="Weave text 343: 만듭니다"/>
            <p:cNvSpPr txBox="1"/>
            <p:nvPr/>
          </p:nvSpPr>
          <p:spPr>
            <a:xfrm>
              <a:off x="8493323" y="3143250"/>
              <a:ext cx="8764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만듭니다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21" name="Weave text 343: ."/>
            <p:cNvSpPr txBox="1"/>
            <p:nvPr/>
          </p:nvSpPr>
          <p:spPr>
            <a:xfrm>
              <a:off x="9331523" y="3143250"/>
              <a:ext cx="10462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22" name="Line 344: 스쳐 간 한마디와 잊었던 약속을 제때 떠올려,"/>
          <p:cNvGrpSpPr/>
          <p:nvPr/>
        </p:nvGrpSpPr>
        <p:grpSpPr>
          <a:xfrm>
            <a:off x="5695950" y="3633788"/>
            <a:ext cx="2863007" cy="281940"/>
            <a:chOff x="5695950" y="3633788"/>
            <a:chExt cx="2863007" cy="281940"/>
          </a:xfrm>
        </p:grpSpPr>
        <p:sp>
          <p:nvSpPr>
            <p:cNvPr id="123" name="Weave text 344: 스쳐"/>
            <p:cNvSpPr txBox="1"/>
            <p:nvPr/>
          </p:nvSpPr>
          <p:spPr>
            <a:xfrm>
              <a:off x="5695950" y="363378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스쳐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4" name="Weave text 344:  "/>
            <p:cNvSpPr txBox="1"/>
            <p:nvPr/>
          </p:nvSpPr>
          <p:spPr>
            <a:xfrm>
              <a:off x="5976342" y="36337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5" name="Weave text 344: 간"/>
            <p:cNvSpPr txBox="1"/>
            <p:nvPr/>
          </p:nvSpPr>
          <p:spPr>
            <a:xfrm>
              <a:off x="6019205" y="3633788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6" name="Weave text 344:  "/>
            <p:cNvSpPr txBox="1"/>
            <p:nvPr/>
          </p:nvSpPr>
          <p:spPr>
            <a:xfrm>
              <a:off x="6159401" y="36337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7" name="Weave text 344: 한마디와"/>
            <p:cNvSpPr txBox="1"/>
            <p:nvPr/>
          </p:nvSpPr>
          <p:spPr>
            <a:xfrm>
              <a:off x="6202263" y="3633788"/>
              <a:ext cx="599033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한마디와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28" name="Weave text 344:  "/>
            <p:cNvSpPr txBox="1"/>
            <p:nvPr/>
          </p:nvSpPr>
          <p:spPr>
            <a:xfrm>
              <a:off x="6763048" y="36337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29" name="Weave text 344: 잊었던"/>
            <p:cNvSpPr txBox="1"/>
            <p:nvPr/>
          </p:nvSpPr>
          <p:spPr>
            <a:xfrm>
              <a:off x="6805910" y="36337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잊었던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0" name="Weave text 344:  "/>
            <p:cNvSpPr txBox="1"/>
            <p:nvPr/>
          </p:nvSpPr>
          <p:spPr>
            <a:xfrm>
              <a:off x="7226498" y="36337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1" name="Weave text 344: 약속을"/>
            <p:cNvSpPr txBox="1"/>
            <p:nvPr/>
          </p:nvSpPr>
          <p:spPr>
            <a:xfrm>
              <a:off x="7269361" y="3633788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약속을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2" name="Weave text 344:  "/>
            <p:cNvSpPr txBox="1"/>
            <p:nvPr/>
          </p:nvSpPr>
          <p:spPr>
            <a:xfrm>
              <a:off x="7690098" y="36337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3" name="Weave text 344: 제때"/>
            <p:cNvSpPr txBox="1"/>
            <p:nvPr/>
          </p:nvSpPr>
          <p:spPr>
            <a:xfrm>
              <a:off x="7732961" y="363378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제때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4" name="Weave text 344:  "/>
            <p:cNvSpPr txBox="1"/>
            <p:nvPr/>
          </p:nvSpPr>
          <p:spPr>
            <a:xfrm>
              <a:off x="8013353" y="36337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35" name="Weave text 344: 떠올려"/>
            <p:cNvSpPr txBox="1"/>
            <p:nvPr/>
          </p:nvSpPr>
          <p:spPr>
            <a:xfrm>
              <a:off x="8056215" y="36337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떠올려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6" name="Weave text 344: ,"/>
            <p:cNvSpPr txBox="1"/>
            <p:nvPr/>
          </p:nvSpPr>
          <p:spPr>
            <a:xfrm>
              <a:off x="8476804" y="3633788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,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37" name="Line 345: 무심코 지나칠 수 있었던 말을 작은 배려로 이어줍니다."/>
          <p:cNvGrpSpPr/>
          <p:nvPr/>
        </p:nvGrpSpPr>
        <p:grpSpPr>
          <a:xfrm>
            <a:off x="5695950" y="3900488"/>
            <a:ext cx="3466654" cy="281940"/>
            <a:chOff x="5695950" y="3900488"/>
            <a:chExt cx="3466654" cy="281940"/>
          </a:xfrm>
        </p:grpSpPr>
        <p:sp>
          <p:nvSpPr>
            <p:cNvPr id="138" name="Weave text 345: 무심코"/>
            <p:cNvSpPr txBox="1"/>
            <p:nvPr/>
          </p:nvSpPr>
          <p:spPr>
            <a:xfrm>
              <a:off x="5695950" y="39004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무심코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39" name="Weave text 345:  "/>
            <p:cNvSpPr txBox="1"/>
            <p:nvPr/>
          </p:nvSpPr>
          <p:spPr>
            <a:xfrm>
              <a:off x="6116538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0" name="Weave text 345: 지나칠"/>
            <p:cNvSpPr txBox="1"/>
            <p:nvPr/>
          </p:nvSpPr>
          <p:spPr>
            <a:xfrm>
              <a:off x="6159401" y="39004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지나칠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1" name="Weave text 345:  "/>
            <p:cNvSpPr txBox="1"/>
            <p:nvPr/>
          </p:nvSpPr>
          <p:spPr>
            <a:xfrm>
              <a:off x="6579989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2" name="Weave text 345: 수"/>
            <p:cNvSpPr txBox="1"/>
            <p:nvPr/>
          </p:nvSpPr>
          <p:spPr>
            <a:xfrm>
              <a:off x="6622852" y="3900488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3" name="Weave text 345:  "/>
            <p:cNvSpPr txBox="1"/>
            <p:nvPr/>
          </p:nvSpPr>
          <p:spPr>
            <a:xfrm>
              <a:off x="6763048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4" name="Weave text 345: 있었던"/>
            <p:cNvSpPr txBox="1"/>
            <p:nvPr/>
          </p:nvSpPr>
          <p:spPr>
            <a:xfrm>
              <a:off x="6805910" y="39004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있었던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5" name="Weave text 345:  "/>
            <p:cNvSpPr txBox="1"/>
            <p:nvPr/>
          </p:nvSpPr>
          <p:spPr>
            <a:xfrm>
              <a:off x="7226498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6" name="Weave text 345: 말을"/>
            <p:cNvSpPr txBox="1"/>
            <p:nvPr/>
          </p:nvSpPr>
          <p:spPr>
            <a:xfrm>
              <a:off x="7269361" y="3900488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말을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7" name="Weave text 345:  "/>
            <p:cNvSpPr txBox="1"/>
            <p:nvPr/>
          </p:nvSpPr>
          <p:spPr>
            <a:xfrm>
              <a:off x="7549753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48" name="Weave text 345: 작은"/>
            <p:cNvSpPr txBox="1"/>
            <p:nvPr/>
          </p:nvSpPr>
          <p:spPr>
            <a:xfrm>
              <a:off x="7592616" y="3900488"/>
              <a:ext cx="318790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작은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49" name="Weave text 345:  "/>
            <p:cNvSpPr txBox="1"/>
            <p:nvPr/>
          </p:nvSpPr>
          <p:spPr>
            <a:xfrm>
              <a:off x="7873157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0" name="Weave text 345: 배려로"/>
            <p:cNvSpPr txBox="1"/>
            <p:nvPr/>
          </p:nvSpPr>
          <p:spPr>
            <a:xfrm>
              <a:off x="7916019" y="3900488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배려로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1" name="Weave text 345:  "/>
            <p:cNvSpPr txBox="1"/>
            <p:nvPr/>
          </p:nvSpPr>
          <p:spPr>
            <a:xfrm>
              <a:off x="8336607" y="3900488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52" name="Weave text 345: 이어줍니다"/>
            <p:cNvSpPr txBox="1"/>
            <p:nvPr/>
          </p:nvSpPr>
          <p:spPr>
            <a:xfrm>
              <a:off x="8379470" y="3900488"/>
              <a:ext cx="739229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이어줍니다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53" name="Weave text 345: ."/>
            <p:cNvSpPr txBox="1"/>
            <p:nvPr/>
          </p:nvSpPr>
          <p:spPr>
            <a:xfrm>
              <a:off x="9080450" y="3900488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54" name="Line 346: 03 · 갤럭시를 계속 쓰는 이유"/>
          <p:cNvGrpSpPr/>
          <p:nvPr/>
        </p:nvGrpSpPr>
        <p:grpSpPr>
          <a:xfrm>
            <a:off x="5695950" y="4524375"/>
            <a:ext cx="1422202" cy="220980"/>
            <a:chOff x="5695950" y="4524375"/>
            <a:chExt cx="1422202" cy="220980"/>
          </a:xfrm>
        </p:grpSpPr>
        <p:sp>
          <p:nvSpPr>
            <p:cNvPr id="155" name="Weave text 346: 03 · "/>
            <p:cNvSpPr txBox="1"/>
            <p:nvPr/>
          </p:nvSpPr>
          <p:spPr>
            <a:xfrm>
              <a:off x="5695950" y="4524375"/>
              <a:ext cx="279202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03 ·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56" name="Weave text 346: 갤럭시를"/>
            <p:cNvSpPr txBox="1"/>
            <p:nvPr/>
          </p:nvSpPr>
          <p:spPr>
            <a:xfrm>
              <a:off x="5936903" y="4524375"/>
              <a:ext cx="458837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갤럭시를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57" name="Weave text 346:  "/>
            <p:cNvSpPr txBox="1"/>
            <p:nvPr/>
          </p:nvSpPr>
          <p:spPr>
            <a:xfrm>
              <a:off x="6357491" y="4524375"/>
              <a:ext cx="6875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58" name="Weave text 346: 계속"/>
            <p:cNvSpPr txBox="1"/>
            <p:nvPr/>
          </p:nvSpPr>
          <p:spPr>
            <a:xfrm>
              <a:off x="6388001" y="452437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계속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59" name="Weave text 346:  "/>
            <p:cNvSpPr txBox="1"/>
            <p:nvPr/>
          </p:nvSpPr>
          <p:spPr>
            <a:xfrm>
              <a:off x="6598295" y="4524375"/>
              <a:ext cx="6875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60" name="Weave text 346: 쓰는"/>
            <p:cNvSpPr txBox="1"/>
            <p:nvPr/>
          </p:nvSpPr>
          <p:spPr>
            <a:xfrm>
              <a:off x="6628805" y="452437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쓰는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  <p:sp>
          <p:nvSpPr>
            <p:cNvPr id="161" name="Weave text 346:  "/>
            <p:cNvSpPr txBox="1"/>
            <p:nvPr/>
          </p:nvSpPr>
          <p:spPr>
            <a:xfrm>
              <a:off x="6839099" y="4524375"/>
              <a:ext cx="68759" cy="1763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Inter Medium"/>
                  <a:ea typeface="Inter Medium"/>
                  <a:cs typeface="Inter Medium"/>
                </a:rPr>
                <a:t xml:space="preserve"> </a:t>
              </a:r>
              <a:endParaRPr sz="900" b="0" i="0" spc="0" kern="0" lang="ko-KR" altLang="en-US" dirty="0">
                <a:solidFill>
                  <a:srgbClr val="B8A2FF"/>
                </a:solidFill>
                <a:latin typeface="Inter Medium"/>
                <a:ea typeface="Inter Medium"/>
                <a:cs typeface="Inter Medium"/>
              </a:endParaRPr>
            </a:p>
          </p:txBody>
        </p:sp>
        <p:sp>
          <p:nvSpPr>
            <p:cNvPr id="162" name="Weave text 346: 이유"/>
            <p:cNvSpPr txBox="1"/>
            <p:nvPr/>
          </p:nvSpPr>
          <p:spPr>
            <a:xfrm>
              <a:off x="6869609" y="4524375"/>
              <a:ext cx="248543" cy="2036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defRPr>
              </a:pPr>
              <a:r>
                <a:rPr sz="900" b="0" i="0" spc="0" kern="0" lang="ko-KR" altLang="en-US" dirty="0">
                  <a:solidFill>
                    <a:srgbClr val="B8A2FF"/>
                  </a:solidFill>
                  <a:latin typeface="Noto Sans KR Medium"/>
                  <a:ea typeface="Noto Sans KR Medium"/>
                  <a:cs typeface="Noto Sans KR Medium"/>
                </a:rPr>
                <a:t xml:space="preserve">이유</a:t>
              </a:r>
              <a:endParaRPr sz="900" b="0" i="0" spc="0" kern="0" lang="ko-KR" altLang="en-US" dirty="0">
                <a:solidFill>
                  <a:srgbClr val="B8A2FF"/>
                </a:solidFill>
                <a:latin typeface="Noto Sans KR Medium"/>
                <a:ea typeface="Noto Sans KR Medium"/>
                <a:cs typeface="Noto Sans KR Medium"/>
              </a:endParaRPr>
            </a:p>
          </p:txBody>
        </p:sp>
      </p:grpSp>
      <p:grpSp>
        <p:nvGrpSpPr>
          <p:cNvPr id="163" name="Line 347: 쌓인 기록이, 갤럭시를 계속 쓰는 이유가 됩니다."/>
          <p:cNvGrpSpPr/>
          <p:nvPr/>
        </p:nvGrpSpPr>
        <p:grpSpPr>
          <a:xfrm>
            <a:off x="5695950" y="4810125"/>
            <a:ext cx="4450407" cy="419100"/>
            <a:chOff x="5695950" y="4810125"/>
            <a:chExt cx="4450407" cy="419100"/>
          </a:xfrm>
        </p:grpSpPr>
        <p:sp>
          <p:nvSpPr>
            <p:cNvPr id="164" name="Weave text 347: 쌓인"/>
            <p:cNvSpPr txBox="1"/>
            <p:nvPr/>
          </p:nvSpPr>
          <p:spPr>
            <a:xfrm>
              <a:off x="5695950" y="4810125"/>
              <a:ext cx="4573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쌓인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65" name="Weave text 347:  "/>
            <p:cNvSpPr txBox="1"/>
            <p:nvPr/>
          </p:nvSpPr>
          <p:spPr>
            <a:xfrm>
              <a:off x="6115050" y="4810125"/>
              <a:ext cx="88702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6" name="Weave text 347: 기록이"/>
            <p:cNvSpPr txBox="1"/>
            <p:nvPr/>
          </p:nvSpPr>
          <p:spPr>
            <a:xfrm>
              <a:off x="6165503" y="4810125"/>
              <a:ext cx="66689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기록이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67" name="Weave text 347: , "/>
            <p:cNvSpPr txBox="1"/>
            <p:nvPr/>
          </p:nvSpPr>
          <p:spPr>
            <a:xfrm>
              <a:off x="6794153" y="4810125"/>
              <a:ext cx="150168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,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68" name="Weave text 347: 갤럭시를"/>
            <p:cNvSpPr txBox="1"/>
            <p:nvPr/>
          </p:nvSpPr>
          <p:spPr>
            <a:xfrm>
              <a:off x="6906071" y="4810125"/>
              <a:ext cx="8764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갤럭시를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69" name="Weave text 347:  "/>
            <p:cNvSpPr txBox="1"/>
            <p:nvPr/>
          </p:nvSpPr>
          <p:spPr>
            <a:xfrm>
              <a:off x="7744271" y="4810125"/>
              <a:ext cx="88702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0" name="Weave text 347: 계속"/>
            <p:cNvSpPr txBox="1"/>
            <p:nvPr/>
          </p:nvSpPr>
          <p:spPr>
            <a:xfrm>
              <a:off x="7794724" y="4810125"/>
              <a:ext cx="4573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계속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1" name="Weave text 347:  "/>
            <p:cNvSpPr txBox="1"/>
            <p:nvPr/>
          </p:nvSpPr>
          <p:spPr>
            <a:xfrm>
              <a:off x="8213824" y="4810125"/>
              <a:ext cx="88702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2" name="Weave text 347: 쓰는"/>
            <p:cNvSpPr txBox="1"/>
            <p:nvPr/>
          </p:nvSpPr>
          <p:spPr>
            <a:xfrm>
              <a:off x="8264277" y="4810125"/>
              <a:ext cx="45734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쓰는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3" name="Weave text 347:  "/>
            <p:cNvSpPr txBox="1"/>
            <p:nvPr/>
          </p:nvSpPr>
          <p:spPr>
            <a:xfrm>
              <a:off x="8683377" y="4810125"/>
              <a:ext cx="88850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4" name="Weave text 347: 이유가"/>
            <p:cNvSpPr txBox="1"/>
            <p:nvPr/>
          </p:nvSpPr>
          <p:spPr>
            <a:xfrm>
              <a:off x="8733979" y="4810125"/>
              <a:ext cx="66689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이유가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5" name="Weave text 347:  "/>
            <p:cNvSpPr txBox="1"/>
            <p:nvPr/>
          </p:nvSpPr>
          <p:spPr>
            <a:xfrm>
              <a:off x="9362629" y="4810125"/>
              <a:ext cx="88702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 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  <p:sp>
          <p:nvSpPr>
            <p:cNvPr id="176" name="Weave text 347: 됩니다"/>
            <p:cNvSpPr txBox="1"/>
            <p:nvPr/>
          </p:nvSpPr>
          <p:spPr>
            <a:xfrm>
              <a:off x="9413081" y="4810125"/>
              <a:ext cx="666899" cy="3829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Noto Sans KR SemiBold"/>
                  <a:ea typeface="Noto Sans KR SemiBold"/>
                  <a:cs typeface="Noto Sans KR SemiBold"/>
                </a:rPr>
                <a:t xml:space="preserve">됩니다</a:t>
              </a:r>
              <a:endParaRPr sz="1875" b="0" i="0" spc="-75" kern="0" lang="ko-KR" altLang="en-US" dirty="0">
                <a:solidFill>
                  <a:srgbClr val="F7F7FF"/>
                </a:solidFill>
                <a:latin typeface="Noto Sans KR SemiBold"/>
                <a:ea typeface="Noto Sans KR SemiBold"/>
                <a:cs typeface="Noto Sans KR SemiBold"/>
              </a:endParaRPr>
            </a:p>
          </p:txBody>
        </p:sp>
        <p:sp>
          <p:nvSpPr>
            <p:cNvPr id="177" name="Weave text 347: ."/>
            <p:cNvSpPr txBox="1"/>
            <p:nvPr/>
          </p:nvSpPr>
          <p:spPr>
            <a:xfrm>
              <a:off x="10041731" y="4810125"/>
              <a:ext cx="104626" cy="3262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defRPr>
              </a:pPr>
              <a:r>
                <a:rPr sz="1875" b="0" i="0" spc="-75" kern="0" lang="ko-KR" altLang="en-US" dirty="0">
                  <a:solidFill>
                    <a:srgbClr val="F7F7FF"/>
                  </a:solidFill>
                  <a:latin typeface="Inter SemiBold"/>
                  <a:ea typeface="Inter SemiBold"/>
                  <a:cs typeface="Inter SemiBold"/>
                </a:rPr>
                <a:t xml:space="preserve">.</a:t>
              </a:r>
              <a:endParaRPr sz="1875" b="0" i="0" spc="-75" kern="0" lang="ko-KR" altLang="en-US" dirty="0">
                <a:solidFill>
                  <a:srgbClr val="F7F7FF"/>
                </a:solidFill>
                <a:latin typeface="Inter SemiBold"/>
                <a:ea typeface="Inter SemiBold"/>
                <a:cs typeface="Inter SemiBold"/>
              </a:endParaRPr>
            </a:p>
          </p:txBody>
        </p:sp>
      </p:grpSp>
      <p:grpSp>
        <p:nvGrpSpPr>
          <p:cNvPr id="178" name="Line 348: 저장만 했던 대화·사진·메모가 오늘의 검색과 답장에 쓰입니다."/>
          <p:cNvGrpSpPr/>
          <p:nvPr/>
        </p:nvGrpSpPr>
        <p:grpSpPr>
          <a:xfrm>
            <a:off x="5695950" y="5300662"/>
            <a:ext cx="3932337" cy="281940"/>
            <a:chOff x="5695950" y="5300662"/>
            <a:chExt cx="3932337" cy="281940"/>
          </a:xfrm>
        </p:grpSpPr>
        <p:sp>
          <p:nvSpPr>
            <p:cNvPr id="179" name="Weave text 348: 저장만"/>
            <p:cNvSpPr txBox="1"/>
            <p:nvPr/>
          </p:nvSpPr>
          <p:spPr>
            <a:xfrm>
              <a:off x="5695950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저장만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0" name="Weave text 348:  "/>
            <p:cNvSpPr txBox="1"/>
            <p:nvPr/>
          </p:nvSpPr>
          <p:spPr>
            <a:xfrm>
              <a:off x="6116538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1" name="Weave text 348: 했던"/>
            <p:cNvSpPr txBox="1"/>
            <p:nvPr/>
          </p:nvSpPr>
          <p:spPr>
            <a:xfrm>
              <a:off x="6159401" y="53006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했던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2" name="Weave text 348:  "/>
            <p:cNvSpPr txBox="1"/>
            <p:nvPr/>
          </p:nvSpPr>
          <p:spPr>
            <a:xfrm>
              <a:off x="6439793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3" name="Weave text 348: 대화"/>
            <p:cNvSpPr txBox="1"/>
            <p:nvPr/>
          </p:nvSpPr>
          <p:spPr>
            <a:xfrm>
              <a:off x="6482655" y="53006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대화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4" name="Weave text 348: ·"/>
            <p:cNvSpPr txBox="1"/>
            <p:nvPr/>
          </p:nvSpPr>
          <p:spPr>
            <a:xfrm>
              <a:off x="6763048" y="53006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5" name="Weave text 348: 사진"/>
            <p:cNvSpPr txBox="1"/>
            <p:nvPr/>
          </p:nvSpPr>
          <p:spPr>
            <a:xfrm>
              <a:off x="6806952" y="53006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사진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6" name="Weave text 348: ·"/>
            <p:cNvSpPr txBox="1"/>
            <p:nvPr/>
          </p:nvSpPr>
          <p:spPr>
            <a:xfrm>
              <a:off x="7087344" y="53006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·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7" name="Weave text 348: 메모가"/>
            <p:cNvSpPr txBox="1"/>
            <p:nvPr/>
          </p:nvSpPr>
          <p:spPr>
            <a:xfrm>
              <a:off x="7131248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메모가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88" name="Weave text 348:  "/>
            <p:cNvSpPr txBox="1"/>
            <p:nvPr/>
          </p:nvSpPr>
          <p:spPr>
            <a:xfrm>
              <a:off x="7551837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89" name="Weave text 348: 오늘의"/>
            <p:cNvSpPr txBox="1"/>
            <p:nvPr/>
          </p:nvSpPr>
          <p:spPr>
            <a:xfrm>
              <a:off x="7594699" y="53006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오늘의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0" name="Weave text 348:  "/>
            <p:cNvSpPr txBox="1"/>
            <p:nvPr/>
          </p:nvSpPr>
          <p:spPr>
            <a:xfrm>
              <a:off x="8015436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1" name="Weave text 348: 검색과"/>
            <p:cNvSpPr txBox="1"/>
            <p:nvPr/>
          </p:nvSpPr>
          <p:spPr>
            <a:xfrm>
              <a:off x="8058299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검색과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2" name="Weave text 348:  "/>
            <p:cNvSpPr txBox="1"/>
            <p:nvPr/>
          </p:nvSpPr>
          <p:spPr>
            <a:xfrm>
              <a:off x="8478887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3" name="Weave text 348: 답장에"/>
            <p:cNvSpPr txBox="1"/>
            <p:nvPr/>
          </p:nvSpPr>
          <p:spPr>
            <a:xfrm>
              <a:off x="8521750" y="53006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답장에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4" name="Weave text 348:  "/>
            <p:cNvSpPr txBox="1"/>
            <p:nvPr/>
          </p:nvSpPr>
          <p:spPr>
            <a:xfrm>
              <a:off x="8942338" y="53006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195" name="Weave text 348: 쓰입니다"/>
            <p:cNvSpPr txBox="1"/>
            <p:nvPr/>
          </p:nvSpPr>
          <p:spPr>
            <a:xfrm>
              <a:off x="8985200" y="5300662"/>
              <a:ext cx="599182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쓰입니다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6" name="Weave text 348: ."/>
            <p:cNvSpPr txBox="1"/>
            <p:nvPr/>
          </p:nvSpPr>
          <p:spPr>
            <a:xfrm>
              <a:off x="9546134" y="53006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197" name="Line 349: 내 기록을 잘 활용해 주는 경험이 지속 사용의 이유가 됩니다."/>
          <p:cNvGrpSpPr/>
          <p:nvPr/>
        </p:nvGrpSpPr>
        <p:grpSpPr>
          <a:xfrm>
            <a:off x="5695950" y="5567362"/>
            <a:ext cx="3832771" cy="281940"/>
            <a:chOff x="5695950" y="5567362"/>
            <a:chExt cx="3832771" cy="281940"/>
          </a:xfrm>
        </p:grpSpPr>
        <p:sp>
          <p:nvSpPr>
            <p:cNvPr id="198" name="Weave text 349: 내"/>
            <p:cNvSpPr txBox="1"/>
            <p:nvPr/>
          </p:nvSpPr>
          <p:spPr>
            <a:xfrm>
              <a:off x="5695950" y="5567362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내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199" name="Weave text 349:  "/>
            <p:cNvSpPr txBox="1"/>
            <p:nvPr/>
          </p:nvSpPr>
          <p:spPr>
            <a:xfrm>
              <a:off x="5836146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0" name="Weave text 349: 기록을"/>
            <p:cNvSpPr txBox="1"/>
            <p:nvPr/>
          </p:nvSpPr>
          <p:spPr>
            <a:xfrm>
              <a:off x="5879009" y="55673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기록을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1" name="Weave text 349:  "/>
            <p:cNvSpPr txBox="1"/>
            <p:nvPr/>
          </p:nvSpPr>
          <p:spPr>
            <a:xfrm>
              <a:off x="6299597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2" name="Weave text 349: 잘"/>
            <p:cNvSpPr txBox="1"/>
            <p:nvPr/>
          </p:nvSpPr>
          <p:spPr>
            <a:xfrm>
              <a:off x="6342459" y="5567362"/>
              <a:ext cx="178445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3" name="Weave text 349:  "/>
            <p:cNvSpPr txBox="1"/>
            <p:nvPr/>
          </p:nvSpPr>
          <p:spPr>
            <a:xfrm>
              <a:off x="6482655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4" name="Weave text 349: 활용해"/>
            <p:cNvSpPr txBox="1"/>
            <p:nvPr/>
          </p:nvSpPr>
          <p:spPr>
            <a:xfrm>
              <a:off x="6525518" y="55673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활용해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5" name="Weave text 349:  "/>
            <p:cNvSpPr txBox="1"/>
            <p:nvPr/>
          </p:nvSpPr>
          <p:spPr>
            <a:xfrm>
              <a:off x="6946106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6" name="Weave text 349: 주는"/>
            <p:cNvSpPr txBox="1"/>
            <p:nvPr/>
          </p:nvSpPr>
          <p:spPr>
            <a:xfrm>
              <a:off x="6988969" y="55673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주는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7" name="Weave text 349:  "/>
            <p:cNvSpPr txBox="1"/>
            <p:nvPr/>
          </p:nvSpPr>
          <p:spPr>
            <a:xfrm>
              <a:off x="7269361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08" name="Weave text 349: 경험이"/>
            <p:cNvSpPr txBox="1"/>
            <p:nvPr/>
          </p:nvSpPr>
          <p:spPr>
            <a:xfrm>
              <a:off x="7312223" y="5567362"/>
              <a:ext cx="458986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경험이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09" name="Weave text 349:  "/>
            <p:cNvSpPr txBox="1"/>
            <p:nvPr/>
          </p:nvSpPr>
          <p:spPr>
            <a:xfrm>
              <a:off x="7732961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0" name="Weave text 349: 지속"/>
            <p:cNvSpPr txBox="1"/>
            <p:nvPr/>
          </p:nvSpPr>
          <p:spPr>
            <a:xfrm>
              <a:off x="7775823" y="5567362"/>
              <a:ext cx="318641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지속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1" name="Weave text 349:  "/>
            <p:cNvSpPr txBox="1"/>
            <p:nvPr/>
          </p:nvSpPr>
          <p:spPr>
            <a:xfrm>
              <a:off x="8056215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2" name="Weave text 349: 사용의"/>
            <p:cNvSpPr txBox="1"/>
            <p:nvPr/>
          </p:nvSpPr>
          <p:spPr>
            <a:xfrm>
              <a:off x="8099078" y="55673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사용의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3" name="Weave text 349:  "/>
            <p:cNvSpPr txBox="1"/>
            <p:nvPr/>
          </p:nvSpPr>
          <p:spPr>
            <a:xfrm>
              <a:off x="8519666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4" name="Weave text 349: 이유가"/>
            <p:cNvSpPr txBox="1"/>
            <p:nvPr/>
          </p:nvSpPr>
          <p:spPr>
            <a:xfrm>
              <a:off x="8562529" y="55673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이유가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5" name="Weave text 349:  "/>
            <p:cNvSpPr txBox="1"/>
            <p:nvPr/>
          </p:nvSpPr>
          <p:spPr>
            <a:xfrm>
              <a:off x="8983117" y="5567362"/>
              <a:ext cx="81111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 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  <p:sp>
          <p:nvSpPr>
            <p:cNvPr id="216" name="Weave text 349: 됩니다"/>
            <p:cNvSpPr txBox="1"/>
            <p:nvPr/>
          </p:nvSpPr>
          <p:spPr>
            <a:xfrm>
              <a:off x="9025979" y="5567362"/>
              <a:ext cx="458837" cy="258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Noto Sans KR"/>
                  <a:ea typeface="Noto Sans KR"/>
                  <a:cs typeface="Noto Sans KR"/>
                </a:rPr>
                <a:t xml:space="preserve">됩니다</a:t>
              </a:r>
              <a:endParaRPr sz="1200" b="0" i="0" spc="0" kern="0" lang="ko-KR" altLang="en-US" dirty="0">
                <a:solidFill>
                  <a:srgbClr val="A3B1C8"/>
                </a:solidFill>
                <a:latin typeface="Noto Sans KR"/>
                <a:ea typeface="Noto Sans KR"/>
                <a:cs typeface="Noto Sans KR"/>
              </a:endParaRPr>
            </a:p>
          </p:txBody>
        </p:sp>
        <p:sp>
          <p:nvSpPr>
            <p:cNvPr id="217" name="Weave text 349: ."/>
            <p:cNvSpPr txBox="1"/>
            <p:nvPr/>
          </p:nvSpPr>
          <p:spPr>
            <a:xfrm>
              <a:off x="9446568" y="5567362"/>
              <a:ext cx="82153" cy="222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defRPr>
              </a:pPr>
              <a:r>
                <a:rPr sz="1200" b="0" i="0" spc="0" kern="0" lang="ko-KR" altLang="en-US" dirty="0">
                  <a:solidFill>
                    <a:srgbClr val="A3B1C8"/>
                  </a:solidFill>
                  <a:latin typeface="Inter"/>
                  <a:ea typeface="Inter"/>
                  <a:cs typeface="Inter"/>
                </a:rPr>
                <a:t xml:space="preserve">.</a:t>
              </a:r>
              <a:endParaRPr sz="1200" b="0" i="0" spc="0" kern="0" lang="ko-KR" altLang="en-US" dirty="0">
                <a:solidFill>
                  <a:srgbClr val="A3B1C8"/>
                </a:solidFill>
                <a:latin typeface="Inter"/>
                <a:ea typeface="Inter"/>
                <a:cs typeface="Inter"/>
              </a:endParaRPr>
            </a:p>
          </p:txBody>
        </p:sp>
      </p:grpSp>
      <p:grpSp>
        <p:nvGrpSpPr>
          <p:cNvPr id="218" name="Line 350: 11 / 11"/>
          <p:cNvGrpSpPr/>
          <p:nvPr/>
        </p:nvGrpSpPr>
        <p:grpSpPr>
          <a:xfrm>
            <a:off x="11212711" y="6486525"/>
            <a:ext cx="407789" cy="190500"/>
            <a:chOff x="11212711" y="6486525"/>
            <a:chExt cx="407789" cy="190500"/>
          </a:xfrm>
        </p:grpSpPr>
        <p:sp>
          <p:nvSpPr>
            <p:cNvPr id="219" name="Weave text 350: 11 / 11"/>
            <p:cNvSpPr txBox="1"/>
            <p:nvPr/>
          </p:nvSpPr>
          <p:spPr>
            <a:xfrm>
              <a:off x="11212711" y="6486525"/>
              <a:ext cx="407789" cy="1533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t" lIns="0" rIns="0" tIns="0" bIns="0" horzOverflow="overflow" vertOverflow="overflow" spcFirstLastPara="0">
              <a:noAutofit/>
            </a:bodyPr>
            <a:lstStyle/>
            <a:p>
              <a:pPr algn="l" marL="0" indent="0" fontAlgn="base" eaLnBrk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defRPr>
              </a:pPr>
              <a:r>
                <a:rPr sz="750" b="0" i="0" spc="142" kern="0" lang="ko-KR" altLang="en-US" dirty="0">
                  <a:solidFill>
                    <a:srgbClr val="71809C"/>
                  </a:solidFill>
                  <a:latin typeface="Inter"/>
                  <a:ea typeface="Inter"/>
                  <a:cs typeface="Inter"/>
                </a:rPr>
                <a:t xml:space="preserve">11 / 11</a:t>
              </a:r>
              <a:endParaRPr sz="750" b="0" i="0" spc="142" kern="0" lang="ko-KR" altLang="en-US" dirty="0">
                <a:solidFill>
                  <a:srgbClr val="71809C"/>
                </a:solidFill>
                <a:latin typeface="Inter"/>
                <a:ea typeface="Inter"/>
                <a:cs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Inter" panose="020F0302020204030204"/>
        <a:ea typeface="Noto Sans KR"/>
        <a:cs typeface=""/>
        <a:font script="Hang" typeface="Noto Sans KR"/>
      </a:majorFont>
      <a:minorFont>
        <a:latin typeface="Inter" panose="020F0502020204030204"/>
        <a:ea typeface="Noto Sans KR"/>
        <a:cs typeface=""/>
        <a:font script="Hang" typeface="Noto Sans K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2000"/>
                <a:satMod val="103000"/>
                <a:tint val="94000"/>
              </a:schemeClr>
            </a:gs>
            <a:gs pos="50000">
              <a:schemeClr val="phClr">
                <a:lumMod val="100000"/>
                <a:satMod val="11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50000"/>
                <a:tint val="93000"/>
                <a:shade val="98000"/>
              </a:schemeClr>
            </a:gs>
            <a:gs pos="50000">
              <a:schemeClr val="phClr">
                <a:lumMod val="103000"/>
                <a:satMod val="130000"/>
                <a:tint val="98000"/>
                <a:shade val="90000"/>
              </a:schemeClr>
            </a:gs>
            <a:gs pos="100000">
              <a:schemeClr val="phClr">
                <a:satMod val="120000"/>
                <a:shade val="63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mitype="http://purl.org/dcmitype/" xmlns:dcterms="http://purl.org/dc/terms/" xmlns:xsi="http://www.w3.org/2001/XMLSchema-instance">
  <dc:title>Weave Assist — 흩어진 기억을 잇다</dc:title>
  <dc:subject>Generated by Presenton export-core</dc:subject>
  <dc:creator>Presenton</dc:creator>
  <cp:lastModifiedBy>Presenton</cp:lastModifiedBy>
  <dcterms:created xsi:type="dcterms:W3CDTF">2026-09-21T07:37:57.205Z</dcterms:created>
  <dcterms:modified xsi:type="dcterms:W3CDTF">2026-09-21T07:37:57.205Z</dcterms:modified>
</cp:coreProperties>
</file>