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Default Extension="svg" ContentType="image/svg+xml"/>
  <Override PartName="/ppt/slides/slide12.xml" ContentType="application/vnd.openxmlformats-officedocument.presentationml.slide+xml"/>
  <Default Extension="fntdata" ContentType="application/x-fontdata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WeaveAddedSlide12"/>
  </p:sldIdLst>
  <p:sldSz cx="12192000" cy="6858000"/>
  <p:notesSz cx="6858000" cy="9144000"/>
  <p:embeddedFontLst>
    <p:embeddedFont>
      <p:font typeface="Inter"/>
      <p:regular r:id="rIdWeaveFont1"/>
      <p:bold r:id="rIdWeaveFont4"/>
    </p:embeddedFont>
    <p:embeddedFont>
      <p:font typeface="Inter Medium"/>
      <p:regular r:id="rIdWeaveFont2"/>
    </p:embeddedFont>
    <p:embeddedFont>
      <p:font typeface="Inter SemiBold"/>
      <p:regular r:id="rIdWeaveFont3"/>
    </p:embeddedFont>
    <p:embeddedFont>
      <p:font typeface="Noto Sans KR"/>
      <p:regular r:id="rIdWeaveFont5"/>
      <p:bold r:id="rIdWeaveFont8"/>
    </p:embeddedFont>
    <p:embeddedFont>
      <p:font typeface="Noto Sans KR Medium"/>
      <p:regular r:id="rIdWeaveFont6"/>
    </p:embeddedFont>
    <p:embeddedFont>
      <p:font typeface="Noto Sans KR SemiBold"/>
      <p:regular r:id="rIdWeaveFont7"/>
    </p:embeddedFont>
  </p:embeddedFontLst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WeaveAddedSlide12" Type="http://schemas.openxmlformats.org/officeDocument/2006/relationships/slide" Target="slides/slide12.xml"/><Relationship Id="rIdWeaveFont1" Type="http://schemas.openxmlformats.org/officeDocument/2006/relationships/font" Target="fonts/weave-font-1.fntdata"/><Relationship Id="rIdWeaveFont2" Type="http://schemas.openxmlformats.org/officeDocument/2006/relationships/font" Target="fonts/weave-font-2.fntdata"/><Relationship Id="rIdWeaveFont3" Type="http://schemas.openxmlformats.org/officeDocument/2006/relationships/font" Target="fonts/weave-font-3.fntdata"/><Relationship Id="rIdWeaveFont4" Type="http://schemas.openxmlformats.org/officeDocument/2006/relationships/font" Target="fonts/weave-font-4.fntdata"/><Relationship Id="rIdWeaveFont5" Type="http://schemas.openxmlformats.org/officeDocument/2006/relationships/font" Target="fonts/weave-font-5.fntdata"/><Relationship Id="rIdWeaveFont6" Type="http://schemas.openxmlformats.org/officeDocument/2006/relationships/font" Target="fonts/weave-font-6.fntdata"/><Relationship Id="rIdWeaveFont7" Type="http://schemas.openxmlformats.org/officeDocument/2006/relationships/font" Target="fonts/weave-font-7.fntdata"/><Relationship Id="rIdWeaveFont8" Type="http://schemas.openxmlformats.org/officeDocument/2006/relationships/font" Target="fonts/weave-font-8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Native_Image_3.png"/><Relationship Id="rId6" Type="http://schemas.openxmlformats.org/officeDocument/2006/relationships/image" Target="../media/presenton-native-svg-1-1.svg"/><Relationship Id="rId7" Type="http://schemas.openxmlformats.org/officeDocument/2006/relationships/image" Target="../media/presenton-native-svg-2-1.svg"/><Relationship Id="rId8" Type="http://schemas.openxmlformats.org/officeDocument/2006/relationships/image" Target="../media/presenton-native-svg-3-1.svg"/><Relationship Id="rIdWeaveVisualLayer" Type="http://schemas.openxmlformats.org/officeDocument/2006/relationships/image" Target="../media/weave-0922-background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.png"/><Relationship Id="rId4" Type="http://schemas.openxmlformats.org/officeDocument/2006/relationships/image" Target="../media/Presenton_Native_Image_6.png"/><Relationship Id="rId7" Type="http://schemas.openxmlformats.org/officeDocument/2006/relationships/image" Target="../media/Presenton_Native_Image_12.png"/><Relationship Id="rId8" Type="http://schemas.openxmlformats.org/officeDocument/2006/relationships/image" Target="../media/presenton-native-svg-4-2.svg"/><Relationship Id="rId9" Type="http://schemas.openxmlformats.org/officeDocument/2006/relationships/image" Target="../media/presenton-native-svg-5-2.svg"/><Relationship Id="rId10" Type="http://schemas.openxmlformats.org/officeDocument/2006/relationships/image" Target="../media/presenton-native-svg-6-2.svg"/><Relationship Id="rIdWeaveVisualLayer" Type="http://schemas.openxmlformats.org/officeDocument/2006/relationships/image" Target="../media/weave-0922-background-2.png"/><Relationship Id="rIdWeaveLink33" Type="http://schemas.openxmlformats.org/officeDocument/2006/relationships/hyperlink" Target="https://www.microsoft.com/en-us/worklab/work-trend-index/will-ai-fix-wo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3.png"/><Relationship Id="rId3" Type="http://schemas.openxmlformats.org/officeDocument/2006/relationships/image" Target="../media/Presenton_Native_Image_15.png"/><Relationship Id="rId4" Type="http://schemas.openxmlformats.org/officeDocument/2006/relationships/image" Target="../media/Presenton_Native_Image_16.png"/><Relationship Id="rIdWeaveVisualLayer" Type="http://schemas.openxmlformats.org/officeDocument/2006/relationships/image" Target="../media/weave-0922-background-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Relationship Id="rId3" Type="http://schemas.openxmlformats.org/officeDocument/2006/relationships/image" Target="../media/Presenton_Native_Image_18.png"/><Relationship Id="rId4" Type="http://schemas.openxmlformats.org/officeDocument/2006/relationships/image" Target="../media/Presenton_Native_Image_19.png"/><Relationship Id="rIdWeaveVisualLayer" Type="http://schemas.openxmlformats.org/officeDocument/2006/relationships/image" Target="../media/weave-0922-background-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23.png"/><Relationship Id="rId6" Type="http://schemas.openxmlformats.org/officeDocument/2006/relationships/image" Target="../media/Presenton_Native_Image_24.png"/><Relationship Id="rId8" Type="http://schemas.openxmlformats.org/officeDocument/2006/relationships/image" Target="../media/Presenton_Native_Image_27.png"/><Relationship Id="rId10" Type="http://schemas.openxmlformats.org/officeDocument/2006/relationships/image" Target="../media/presenton-native-svg-7-5.svg"/><Relationship Id="rId11" Type="http://schemas.openxmlformats.org/officeDocument/2006/relationships/image" Target="../media/presenton-native-svg-8-5.svg"/><Relationship Id="rId12" Type="http://schemas.openxmlformats.org/officeDocument/2006/relationships/image" Target="../media/presenton-native-svg-9-5.svg"/><Relationship Id="rId13" Type="http://schemas.openxmlformats.org/officeDocument/2006/relationships/image" Target="../media/presenton-native-svg-10-5.svg"/><Relationship Id="rId14" Type="http://schemas.openxmlformats.org/officeDocument/2006/relationships/image" Target="../media/presenton-native-svg-11-5.svg"/><Relationship Id="rIdWeaveVisualLayer" Type="http://schemas.openxmlformats.org/officeDocument/2006/relationships/image" Target="../media/weave-0922-background-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image" Target="../media/presenton-native-svg-12-6.svg"/><Relationship Id="rId8" Type="http://schemas.openxmlformats.org/officeDocument/2006/relationships/image" Target="../media/presenton-native-svg-13-6.svg"/><Relationship Id="rId9" Type="http://schemas.openxmlformats.org/officeDocument/2006/relationships/image" Target="../media/presenton-native-svg-14-6.svg"/><Relationship Id="rId10" Type="http://schemas.openxmlformats.org/officeDocument/2006/relationships/image" Target="../media/presenton-native-svg-15-6.svg"/><Relationship Id="rId11" Type="http://schemas.openxmlformats.org/officeDocument/2006/relationships/image" Target="../media/presenton-native-svg-16-6.svg"/><Relationship Id="rIdWeaveVisualLayer" Type="http://schemas.openxmlformats.org/officeDocument/2006/relationships/image" Target="../media/weave-0922-background-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38.png"/><Relationship Id="rId6" Type="http://schemas.openxmlformats.org/officeDocument/2006/relationships/image" Target="../media/Presenton_Native_Image_39.png"/><Relationship Id="rId8" Type="http://schemas.openxmlformats.org/officeDocument/2006/relationships/image" Target="../media/Presenton_Native_Image_41.png"/><Relationship Id="rId9" Type="http://schemas.openxmlformats.org/officeDocument/2006/relationships/image" Target="../media/Presenton_Native_Image_42.png"/><Relationship Id="rId10" Type="http://schemas.openxmlformats.org/officeDocument/2006/relationships/image" Target="../media/presenton-native-svg-17-7.svg"/><Relationship Id="rId11" Type="http://schemas.openxmlformats.org/officeDocument/2006/relationships/image" Target="../media/presenton-native-svg-18-7.svg"/><Relationship Id="rId12" Type="http://schemas.openxmlformats.org/officeDocument/2006/relationships/image" Target="../media/presenton-native-svg-19-7.svg"/><Relationship Id="rId13" Type="http://schemas.openxmlformats.org/officeDocument/2006/relationships/image" Target="../media/presenton-native-svg-20-7.svg"/><Relationship Id="rIdWeaveVisualLayer" Type="http://schemas.openxmlformats.org/officeDocument/2006/relationships/image" Target="../media/weave-0922-background-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4.png"/><Relationship Id="rId5" Type="http://schemas.openxmlformats.org/officeDocument/2006/relationships/image" Target="../media/presenton-native-svg-21-8.svg"/><Relationship Id="rId6" Type="http://schemas.openxmlformats.org/officeDocument/2006/relationships/image" Target="../media/presenton-native-svg-22-8.svg"/><Relationship Id="rIdWeaveVisualLayer" Type="http://schemas.openxmlformats.org/officeDocument/2006/relationships/image" Target="../media/weave-0922-background-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7.png"/><Relationship Id="rId3" Type="http://schemas.openxmlformats.org/officeDocument/2006/relationships/image" Target="../media/Presenton_Native_Image_48.png"/><Relationship Id="rIdWeaveVisualLayer" Type="http://schemas.openxmlformats.org/officeDocument/2006/relationships/image" Target="../media/weave-0922-background-9.png"/><Relationship Id="rIdWeaveLink233" Type="http://schemas.openxmlformats.org/officeDocument/2006/relationships/hyperlink" Target="https://support.google.com/android/answer/15235441?hl=ko" TargetMode="External"/><Relationship Id="rIdWeaveLink239" Type="http://schemas.openxmlformats.org/officeDocument/2006/relationships/hyperlink" Target="https://developer.android.com/develop/background-work/background-tasks/persistent/getting-started/define-work#work-constraints" TargetMode="External"/><Relationship Id="rIdWeaveLink245" Type="http://schemas.openxmlformats.org/officeDocument/2006/relationships/hyperlink" Target="https://developer.android.com/privacy-and-security/keystor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0.png"/><Relationship Id="rId3" Type="http://schemas.openxmlformats.org/officeDocument/2006/relationships/image" Target="../media/Presenton_Native_Image_51.png"/><Relationship Id="rId4" Type="http://schemas.openxmlformats.org/officeDocument/2006/relationships/image" Target="../media/Presenton_Native_Image_52.png"/><Relationship Id="rId5" Type="http://schemas.openxmlformats.org/officeDocument/2006/relationships/image" Target="../media/Presenton_Native_Image_53.png"/><Relationship Id="rId6" Type="http://schemas.openxmlformats.org/officeDocument/2006/relationships/image" Target="../media/Presenton_Native_Image_54.png"/><Relationship Id="rId7" Type="http://schemas.openxmlformats.org/officeDocument/2006/relationships/image" Target="../media/Presenton_Native_Image_56.png"/><Relationship Id="rIdWeaveVisualLayer" Type="http://schemas.openxmlformats.org/officeDocument/2006/relationships/image" Target="../media/weave-0922-background-10.png"/><Relationship Id="rIdWeaveLink270" Type="http://schemas.openxmlformats.org/officeDocument/2006/relationships/hyperlink" Target="https://news.samsung.com/global/samsung-introduces-future-ready-mobile-security-for-personalized-ai-experiences" TargetMode="External"/><Relationship Id="rIdWeaveLink272" Type="http://schemas.openxmlformats.org/officeDocument/2006/relationships/hyperlink" Target="https://developers.google.com/ml-kit/genai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1.png"/><Relationship Id="rIdWeaveLink335" Type="http://schemas.openxmlformats.org/officeDocument/2006/relationships/hyperlink" Target="https://www.samsung.com/us/support/answer/ANS10010355/" TargetMode="External"/><Relationship Id="rIdWeaveLink337" Type="http://schemas.openxmlformats.org/officeDocument/2006/relationships/hyperlink" Target="https://kanana.kakao.com/chat/polic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: Weave Assist"/>
          <p:cNvGrpSpPr/>
          <p:nvPr/>
        </p:nvGrpSpPr>
        <p:grpSpPr>
          <a:xfrm>
            <a:off x="609600" y="390525"/>
            <a:ext cx="959048" cy="281940"/>
            <a:chOff x="609600" y="390525"/>
            <a:chExt cx="959048" cy="281940"/>
          </a:xfrm>
        </p:grpSpPr>
        <p:sp>
          <p:nvSpPr>
            <p:cNvPr id="4" name="Weave text 1: Weave Assist"/>
            <p:cNvSpPr txBox="1"/>
            <p:nvPr/>
          </p:nvSpPr>
          <p:spPr>
            <a:xfrm>
              <a:off x="609600" y="390525"/>
              <a:ext cx="95904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Weave Assist</a:t>
              </a:r>
              <a:endParaRPr sz="1200" b="0" i="0" spc="-4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: 그때 그거?"/>
          <p:cNvGrpSpPr/>
          <p:nvPr/>
        </p:nvGrpSpPr>
        <p:grpSpPr>
          <a:xfrm>
            <a:off x="609600" y="1809750"/>
            <a:ext cx="1998166" cy="800100"/>
            <a:chOff x="609600" y="1809750"/>
            <a:chExt cx="1998166" cy="800100"/>
          </a:xfrm>
        </p:grpSpPr>
        <p:sp>
          <p:nvSpPr>
            <p:cNvPr id="6" name="Weave text 2: 그때"/>
            <p:cNvSpPr txBox="1"/>
            <p:nvPr/>
          </p:nvSpPr>
          <p:spPr>
            <a:xfrm>
              <a:off x="609600" y="1809750"/>
              <a:ext cx="85725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그때</a:t>
              </a:r>
              <a:endParaRPr sz="3750" b="0" i="0" spc="-22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:  "/>
            <p:cNvSpPr txBox="1"/>
            <p:nvPr/>
          </p:nvSpPr>
          <p:spPr>
            <a:xfrm>
              <a:off x="1428601" y="1809750"/>
              <a:ext cx="129778" cy="6143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750" b="0" i="0" spc="-22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: 그거"/>
            <p:cNvSpPr txBox="1"/>
            <p:nvPr/>
          </p:nvSpPr>
          <p:spPr>
            <a:xfrm>
              <a:off x="1520130" y="1809750"/>
              <a:ext cx="857399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그거</a:t>
              </a:r>
              <a:endParaRPr sz="3750" b="0" i="0" spc="-22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: ?"/>
            <p:cNvSpPr txBox="1"/>
            <p:nvPr/>
          </p:nvSpPr>
          <p:spPr>
            <a:xfrm>
              <a:off x="2339280" y="1809750"/>
              <a:ext cx="268486" cy="6143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3750" b="0" i="0" spc="-22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" name="Line 3: Weave"/>
          <p:cNvGrpSpPr/>
          <p:nvPr/>
        </p:nvGrpSpPr>
        <p:grpSpPr>
          <a:xfrm>
            <a:off x="609600" y="2495550"/>
            <a:ext cx="1858863" cy="998220"/>
            <a:chOff x="609600" y="2495550"/>
            <a:chExt cx="1858863" cy="998220"/>
          </a:xfrm>
        </p:grpSpPr>
        <p:sp>
          <p:nvSpPr>
            <p:cNvPr id="11" name="Weave text 3: Weave"/>
            <p:cNvSpPr txBox="1"/>
            <p:nvPr/>
          </p:nvSpPr>
          <p:spPr>
            <a:xfrm>
              <a:off x="609600" y="2495550"/>
              <a:ext cx="1858863" cy="764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725" b="1" i="0" spc="-284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defRPr>
              </a:pPr>
              <a:r>
                <a:rPr sz="4725" b="1" i="0" spc="-284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4725" b="1" i="0" spc="-284" kern="0" lang="ko-KR" altLang="en-US" dirty="0">
                <a:solidFill>
                  <a:srgbClr val="C5B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" name="Line 4: got it!"/>
          <p:cNvGrpSpPr/>
          <p:nvPr/>
        </p:nvGrpSpPr>
        <p:grpSpPr>
          <a:xfrm>
            <a:off x="3059013" y="2495550"/>
            <a:ext cx="1480245" cy="998220"/>
            <a:chOff x="3059013" y="2495550"/>
            <a:chExt cx="1480245" cy="998220"/>
          </a:xfrm>
        </p:grpSpPr>
        <p:sp>
          <p:nvSpPr>
            <p:cNvPr id="13" name="Weave text 4: got it!"/>
            <p:cNvSpPr txBox="1"/>
            <p:nvPr/>
          </p:nvSpPr>
          <p:spPr>
            <a:xfrm>
              <a:off x="3059013" y="2495550"/>
              <a:ext cx="1480245" cy="764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725" b="1" i="0" spc="-28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4725" b="1" i="0" spc="-28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got it!</a:t>
              </a:r>
              <a:endParaRPr sz="4725" b="1" i="0" spc="-28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" name="Line 5: 흩어진 기억을 엮어,"/>
          <p:cNvGrpSpPr/>
          <p:nvPr/>
        </p:nvGrpSpPr>
        <p:grpSpPr>
          <a:xfrm>
            <a:off x="609600" y="3603575"/>
            <a:ext cx="1914674" cy="419100"/>
            <a:chOff x="609600" y="3603575"/>
            <a:chExt cx="1914674" cy="419100"/>
          </a:xfrm>
        </p:grpSpPr>
        <p:sp>
          <p:nvSpPr>
            <p:cNvPr id="15" name="Weave text 5: 흩어진"/>
            <p:cNvSpPr txBox="1"/>
            <p:nvPr/>
          </p:nvSpPr>
          <p:spPr>
            <a:xfrm>
              <a:off x="609600" y="3603575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" name="Weave text 5:  "/>
            <p:cNvSpPr txBox="1"/>
            <p:nvPr/>
          </p:nvSpPr>
          <p:spPr>
            <a:xfrm>
              <a:off x="1245394" y="3603575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" name="Weave text 5: 기억을"/>
            <p:cNvSpPr txBox="1"/>
            <p:nvPr/>
          </p:nvSpPr>
          <p:spPr>
            <a:xfrm>
              <a:off x="1305223" y="3603575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5:  "/>
            <p:cNvSpPr txBox="1"/>
            <p:nvPr/>
          </p:nvSpPr>
          <p:spPr>
            <a:xfrm>
              <a:off x="1941016" y="3603575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5: 엮어"/>
            <p:cNvSpPr txBox="1"/>
            <p:nvPr/>
          </p:nvSpPr>
          <p:spPr>
            <a:xfrm>
              <a:off x="2000845" y="3603575"/>
              <a:ext cx="46211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5: ,"/>
            <p:cNvSpPr txBox="1"/>
            <p:nvPr/>
          </p:nvSpPr>
          <p:spPr>
            <a:xfrm>
              <a:off x="2424708" y="3603575"/>
              <a:ext cx="9956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" name="Line 6: 필요한 순간 건넵니다."/>
          <p:cNvGrpSpPr/>
          <p:nvPr/>
        </p:nvGrpSpPr>
        <p:grpSpPr>
          <a:xfrm>
            <a:off x="609600" y="3996482"/>
            <a:ext cx="2126605" cy="419100"/>
            <a:chOff x="609600" y="3996482"/>
            <a:chExt cx="2126605" cy="419100"/>
          </a:xfrm>
        </p:grpSpPr>
        <p:sp>
          <p:nvSpPr>
            <p:cNvPr id="22" name="Weave text 6: 필요한"/>
            <p:cNvSpPr txBox="1"/>
            <p:nvPr/>
          </p:nvSpPr>
          <p:spPr>
            <a:xfrm>
              <a:off x="609600" y="3996482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6:  "/>
            <p:cNvSpPr txBox="1"/>
            <p:nvPr/>
          </p:nvSpPr>
          <p:spPr>
            <a:xfrm>
              <a:off x="1245394" y="3996482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6: 순간"/>
            <p:cNvSpPr txBox="1"/>
            <p:nvPr/>
          </p:nvSpPr>
          <p:spPr>
            <a:xfrm>
              <a:off x="1305223" y="3996482"/>
              <a:ext cx="46211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6:  "/>
            <p:cNvSpPr txBox="1"/>
            <p:nvPr/>
          </p:nvSpPr>
          <p:spPr>
            <a:xfrm>
              <a:off x="1729085" y="3996482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6: 건넵니다"/>
            <p:cNvSpPr txBox="1"/>
            <p:nvPr/>
          </p:nvSpPr>
          <p:spPr>
            <a:xfrm>
              <a:off x="1788914" y="3996482"/>
              <a:ext cx="885974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건넵니다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6: ."/>
            <p:cNvSpPr txBox="1"/>
            <p:nvPr/>
          </p:nvSpPr>
          <p:spPr>
            <a:xfrm>
              <a:off x="2636639" y="3996482"/>
              <a:ext cx="9956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" name="Line 7: 내 기록과 지금의 대화 사이, Weave."/>
          <p:cNvGrpSpPr/>
          <p:nvPr/>
        </p:nvGrpSpPr>
        <p:grpSpPr>
          <a:xfrm>
            <a:off x="609600" y="4789438"/>
            <a:ext cx="2017365" cy="251460"/>
            <a:chOff x="609600" y="4789438"/>
            <a:chExt cx="2017365" cy="251460"/>
          </a:xfrm>
        </p:grpSpPr>
        <p:sp>
          <p:nvSpPr>
            <p:cNvPr id="29" name="Weave text 7: 내"/>
            <p:cNvSpPr txBox="1"/>
            <p:nvPr/>
          </p:nvSpPr>
          <p:spPr>
            <a:xfrm>
              <a:off x="609600" y="4789438"/>
              <a:ext cx="15820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7:  "/>
            <p:cNvSpPr txBox="1"/>
            <p:nvPr/>
          </p:nvSpPr>
          <p:spPr>
            <a:xfrm>
              <a:off x="729555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7: 기록과"/>
            <p:cNvSpPr txBox="1"/>
            <p:nvPr/>
          </p:nvSpPr>
          <p:spPr>
            <a:xfrm>
              <a:off x="764381" y="4789438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7:  "/>
            <p:cNvSpPr txBox="1"/>
            <p:nvPr/>
          </p:nvSpPr>
          <p:spPr>
            <a:xfrm>
              <a:off x="1124396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7: 지금의"/>
            <p:cNvSpPr txBox="1"/>
            <p:nvPr/>
          </p:nvSpPr>
          <p:spPr>
            <a:xfrm>
              <a:off x="1159222" y="4789438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지금의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7:  "/>
            <p:cNvSpPr txBox="1"/>
            <p:nvPr/>
          </p:nvSpPr>
          <p:spPr>
            <a:xfrm>
              <a:off x="1519238" y="4789438"/>
              <a:ext cx="73223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7: 대화"/>
            <p:cNvSpPr txBox="1"/>
            <p:nvPr/>
          </p:nvSpPr>
          <p:spPr>
            <a:xfrm>
              <a:off x="1554212" y="4789438"/>
              <a:ext cx="27816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7:  "/>
            <p:cNvSpPr txBox="1"/>
            <p:nvPr/>
          </p:nvSpPr>
          <p:spPr>
            <a:xfrm>
              <a:off x="1794123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7: 사이"/>
            <p:cNvSpPr txBox="1"/>
            <p:nvPr/>
          </p:nvSpPr>
          <p:spPr>
            <a:xfrm>
              <a:off x="1828949" y="4789438"/>
              <a:ext cx="278309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사이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7: , Weave."/>
            <p:cNvSpPr txBox="1"/>
            <p:nvPr/>
          </p:nvSpPr>
          <p:spPr>
            <a:xfrm>
              <a:off x="2069009" y="4789438"/>
              <a:ext cx="55795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, Weave.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9" name="Line 8: 01 / 12"/>
          <p:cNvGrpSpPr/>
          <p:nvPr/>
        </p:nvGrpSpPr>
        <p:grpSpPr>
          <a:xfrm>
            <a:off x="11372106" y="6486525"/>
            <a:ext cx="448419" cy="190500"/>
            <a:chOff x="11372106" y="6486525"/>
            <a:chExt cx="448419" cy="190500"/>
          </a:xfrm>
        </p:grpSpPr>
        <p:sp>
          <p:nvSpPr>
            <p:cNvPr id="40" name="Weave text 8: 01 / 12"/>
            <p:cNvSpPr txBox="1"/>
            <p:nvPr/>
          </p:nvSpPr>
          <p:spPr>
            <a:xfrm>
              <a:off x="11372106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rPr>
                <a:t xml:space="preserve">01 / 12</a:t>
              </a:r>
              <a:endParaRPr sz="750" b="0" i="0" spc="142" kern="0" lang="ko-KR" altLang="en-US" dirty="0">
                <a:solidFill>
                  <a:srgbClr val="A6B0C4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9: 02 / MOTIVATION"/>
          <p:cNvGrpSpPr/>
          <p:nvPr/>
        </p:nvGrpSpPr>
        <p:grpSpPr>
          <a:xfrm>
            <a:off x="609600" y="371475"/>
            <a:ext cx="1213693" cy="205740"/>
            <a:chOff x="609600" y="371475"/>
            <a:chExt cx="1213693" cy="205740"/>
          </a:xfrm>
        </p:grpSpPr>
        <p:sp>
          <p:nvSpPr>
            <p:cNvPr id="4" name="Weave text 9: 02 / MOTIVATION"/>
            <p:cNvSpPr txBox="1"/>
            <p:nvPr/>
          </p:nvSpPr>
          <p:spPr>
            <a:xfrm>
              <a:off x="609600" y="371475"/>
              <a:ext cx="121369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02 / MOTIVATION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0: 수많은 기록이 잠들어 있지만,"/>
          <p:cNvGrpSpPr/>
          <p:nvPr/>
        </p:nvGrpSpPr>
        <p:grpSpPr>
          <a:xfrm>
            <a:off x="609600" y="704850"/>
            <a:ext cx="4349055" cy="647700"/>
            <a:chOff x="609600" y="704850"/>
            <a:chExt cx="4349055" cy="647700"/>
          </a:xfrm>
        </p:grpSpPr>
        <p:sp>
          <p:nvSpPr>
            <p:cNvPr id="6" name="Weave text 10: 수많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수많은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0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0: 기록이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0:  "/>
            <p:cNvSpPr txBox="1"/>
            <p:nvPr/>
          </p:nvSpPr>
          <p:spPr>
            <a:xfrm>
              <a:off x="267533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0: 잠들어"/>
            <p:cNvSpPr txBox="1"/>
            <p:nvPr/>
          </p:nvSpPr>
          <p:spPr>
            <a:xfrm>
              <a:off x="2752279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잠들어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0:  "/>
            <p:cNvSpPr txBox="1"/>
            <p:nvPr/>
          </p:nvSpPr>
          <p:spPr>
            <a:xfrm>
              <a:off x="374659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0: 있지만"/>
            <p:cNvSpPr txBox="1"/>
            <p:nvPr/>
          </p:nvSpPr>
          <p:spPr>
            <a:xfrm>
              <a:off x="3823543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있지만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0: ,"/>
            <p:cNvSpPr txBox="1"/>
            <p:nvPr/>
          </p:nvSpPr>
          <p:spPr>
            <a:xfrm>
              <a:off x="4818013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11: 필요한 순간엔 다시 찾습니다."/>
          <p:cNvGrpSpPr/>
          <p:nvPr/>
        </p:nvGrpSpPr>
        <p:grpSpPr>
          <a:xfrm>
            <a:off x="609600" y="1181100"/>
            <a:ext cx="4349055" cy="647700"/>
            <a:chOff x="609600" y="1181100"/>
            <a:chExt cx="4349055" cy="647700"/>
          </a:xfrm>
        </p:grpSpPr>
        <p:sp>
          <p:nvSpPr>
            <p:cNvPr id="15" name="Weave text 11: 필요한"/>
            <p:cNvSpPr txBox="1"/>
            <p:nvPr/>
          </p:nvSpPr>
          <p:spPr>
            <a:xfrm>
              <a:off x="609600" y="118110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" name="Weave text 11:  "/>
            <p:cNvSpPr txBox="1"/>
            <p:nvPr/>
          </p:nvSpPr>
          <p:spPr>
            <a:xfrm>
              <a:off x="1603921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" name="Weave text 11: 순간엔"/>
            <p:cNvSpPr txBox="1"/>
            <p:nvPr/>
          </p:nvSpPr>
          <p:spPr>
            <a:xfrm>
              <a:off x="1680865" y="118110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" name="Weave text 11:  "/>
            <p:cNvSpPr txBox="1"/>
            <p:nvPr/>
          </p:nvSpPr>
          <p:spPr>
            <a:xfrm>
              <a:off x="2675334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" name="Weave text 11: 다시"/>
            <p:cNvSpPr txBox="1"/>
            <p:nvPr/>
          </p:nvSpPr>
          <p:spPr>
            <a:xfrm>
              <a:off x="2752279" y="118110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" name="Weave text 11:  "/>
            <p:cNvSpPr txBox="1"/>
            <p:nvPr/>
          </p:nvSpPr>
          <p:spPr>
            <a:xfrm>
              <a:off x="3415159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" name="Weave text 11: 찾습니다"/>
            <p:cNvSpPr txBox="1"/>
            <p:nvPr/>
          </p:nvSpPr>
          <p:spPr>
            <a:xfrm>
              <a:off x="3492103" y="118110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" name="Weave text 11: ."/>
            <p:cNvSpPr txBox="1"/>
            <p:nvPr/>
          </p:nvSpPr>
          <p:spPr>
            <a:xfrm>
              <a:off x="4818013" y="118110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" name="Line 12: 방대한 기록을 곁에 두고도,"/>
          <p:cNvGrpSpPr/>
          <p:nvPr/>
        </p:nvGrpSpPr>
        <p:grpSpPr>
          <a:xfrm>
            <a:off x="619125" y="2286000"/>
            <a:ext cx="2006650" cy="327660"/>
            <a:chOff x="619125" y="2286000"/>
            <a:chExt cx="2006650" cy="327660"/>
          </a:xfrm>
        </p:grpSpPr>
        <p:sp>
          <p:nvSpPr>
            <p:cNvPr id="24" name="Weave text 12: 방대한"/>
            <p:cNvSpPr txBox="1"/>
            <p:nvPr/>
          </p:nvSpPr>
          <p:spPr>
            <a:xfrm>
              <a:off x="619125" y="2286000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방대한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12:  "/>
            <p:cNvSpPr txBox="1"/>
            <p:nvPr/>
          </p:nvSpPr>
          <p:spPr>
            <a:xfrm>
              <a:off x="1104900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12: 기록을"/>
            <p:cNvSpPr txBox="1"/>
            <p:nvPr/>
          </p:nvSpPr>
          <p:spPr>
            <a:xfrm>
              <a:off x="1151334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12:  "/>
            <p:cNvSpPr txBox="1"/>
            <p:nvPr/>
          </p:nvSpPr>
          <p:spPr>
            <a:xfrm>
              <a:off x="1637258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12: 곁에"/>
            <p:cNvSpPr txBox="1"/>
            <p:nvPr/>
          </p:nvSpPr>
          <p:spPr>
            <a:xfrm>
              <a:off x="1683693" y="22860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곁에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12:  "/>
            <p:cNvSpPr txBox="1"/>
            <p:nvPr/>
          </p:nvSpPr>
          <p:spPr>
            <a:xfrm>
              <a:off x="2007543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12: 두고도"/>
            <p:cNvSpPr txBox="1"/>
            <p:nvPr/>
          </p:nvSpPr>
          <p:spPr>
            <a:xfrm>
              <a:off x="2053977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두고도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12: ,"/>
            <p:cNvSpPr txBox="1"/>
            <p:nvPr/>
          </p:nvSpPr>
          <p:spPr>
            <a:xfrm>
              <a:off x="2539901" y="2286000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" name="Line 13: 정작 필요한 순간에는 이렇게 말하곤 하죠."/>
          <p:cNvGrpSpPr/>
          <p:nvPr/>
        </p:nvGrpSpPr>
        <p:grpSpPr>
          <a:xfrm>
            <a:off x="619125" y="2611636"/>
            <a:ext cx="3071217" cy="327660"/>
            <a:chOff x="619125" y="2611636"/>
            <a:chExt cx="3071217" cy="327660"/>
          </a:xfrm>
        </p:grpSpPr>
        <p:sp>
          <p:nvSpPr>
            <p:cNvPr id="33" name="Weave text 13: 정작"/>
            <p:cNvSpPr txBox="1"/>
            <p:nvPr/>
          </p:nvSpPr>
          <p:spPr>
            <a:xfrm>
              <a:off x="619125" y="2611636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정작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3:  "/>
            <p:cNvSpPr txBox="1"/>
            <p:nvPr/>
          </p:nvSpPr>
          <p:spPr>
            <a:xfrm>
              <a:off x="942975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3: 필요한"/>
            <p:cNvSpPr txBox="1"/>
            <p:nvPr/>
          </p:nvSpPr>
          <p:spPr>
            <a:xfrm>
              <a:off x="989409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3:  "/>
            <p:cNvSpPr txBox="1"/>
            <p:nvPr/>
          </p:nvSpPr>
          <p:spPr>
            <a:xfrm>
              <a:off x="1475333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3: 순간에는"/>
            <p:cNvSpPr txBox="1"/>
            <p:nvPr/>
          </p:nvSpPr>
          <p:spPr>
            <a:xfrm>
              <a:off x="1521619" y="2611636"/>
              <a:ext cx="686246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순간에는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3:  "/>
            <p:cNvSpPr txBox="1"/>
            <p:nvPr/>
          </p:nvSpPr>
          <p:spPr>
            <a:xfrm>
              <a:off x="2169616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3: 이렇게"/>
            <p:cNvSpPr txBox="1"/>
            <p:nvPr/>
          </p:nvSpPr>
          <p:spPr>
            <a:xfrm>
              <a:off x="2215902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이렇게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3:  "/>
            <p:cNvSpPr txBox="1"/>
            <p:nvPr/>
          </p:nvSpPr>
          <p:spPr>
            <a:xfrm>
              <a:off x="2701826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13: 말하곤"/>
            <p:cNvSpPr txBox="1"/>
            <p:nvPr/>
          </p:nvSpPr>
          <p:spPr>
            <a:xfrm>
              <a:off x="2748260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말하곤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13:  "/>
            <p:cNvSpPr txBox="1"/>
            <p:nvPr/>
          </p:nvSpPr>
          <p:spPr>
            <a:xfrm>
              <a:off x="3234184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13: 하죠"/>
            <p:cNvSpPr txBox="1"/>
            <p:nvPr/>
          </p:nvSpPr>
          <p:spPr>
            <a:xfrm>
              <a:off x="3280470" y="2611636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하죠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13: ."/>
            <p:cNvSpPr txBox="1"/>
            <p:nvPr/>
          </p:nvSpPr>
          <p:spPr>
            <a:xfrm>
              <a:off x="3604468" y="2611636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" name="Line 14: “잠깐만, 찾아볼게.”"/>
          <p:cNvGrpSpPr/>
          <p:nvPr/>
        </p:nvGrpSpPr>
        <p:grpSpPr>
          <a:xfrm>
            <a:off x="619125" y="3146822"/>
            <a:ext cx="3332113" cy="739140"/>
            <a:chOff x="619125" y="3146822"/>
            <a:chExt cx="3332113" cy="739140"/>
          </a:xfrm>
        </p:grpSpPr>
        <p:sp>
          <p:nvSpPr>
            <p:cNvPr id="46" name="Weave text 14: “"/>
            <p:cNvSpPr txBox="1"/>
            <p:nvPr/>
          </p:nvSpPr>
          <p:spPr>
            <a:xfrm>
              <a:off x="619125" y="3146822"/>
              <a:ext cx="221605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7" name="Weave text 14: 잠깐만"/>
            <p:cNvSpPr txBox="1"/>
            <p:nvPr/>
          </p:nvSpPr>
          <p:spPr>
            <a:xfrm>
              <a:off x="802481" y="3146822"/>
              <a:ext cx="1175296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잠깐만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8" name="Weave text 14: , "/>
            <p:cNvSpPr txBox="1"/>
            <p:nvPr/>
          </p:nvSpPr>
          <p:spPr>
            <a:xfrm>
              <a:off x="1939528" y="3146822"/>
              <a:ext cx="235148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, 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14: 찾아볼게"/>
            <p:cNvSpPr txBox="1"/>
            <p:nvPr/>
          </p:nvSpPr>
          <p:spPr>
            <a:xfrm>
              <a:off x="2136428" y="3146822"/>
              <a:ext cx="1554212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찾아볼게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14: .”"/>
            <p:cNvSpPr txBox="1"/>
            <p:nvPr/>
          </p:nvSpPr>
          <p:spPr>
            <a:xfrm>
              <a:off x="3652391" y="3146822"/>
              <a:ext cx="298847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1" name="Line 15: 62%"/>
          <p:cNvGrpSpPr/>
          <p:nvPr/>
        </p:nvGrpSpPr>
        <p:grpSpPr>
          <a:xfrm>
            <a:off x="609600" y="4743450"/>
            <a:ext cx="1012329" cy="784860"/>
            <a:chOff x="609600" y="4743450"/>
            <a:chExt cx="1012329" cy="784860"/>
          </a:xfrm>
        </p:grpSpPr>
        <p:sp>
          <p:nvSpPr>
            <p:cNvPr id="52" name="Weave text 15: 62%"/>
            <p:cNvSpPr txBox="1"/>
            <p:nvPr/>
          </p:nvSpPr>
          <p:spPr>
            <a:xfrm>
              <a:off x="609600" y="4743450"/>
              <a:ext cx="1012329" cy="602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rPr>
                <a:t xml:space="preserve">62%</a:t>
              </a:r>
              <a:endParaRPr sz="3675" b="0" i="0" spc="-220" kern="0" lang="ko-KR" altLang="en-US" dirty="0">
                <a:solidFill>
                  <a:srgbClr val="C5B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3" name="Line 16: 업무 중 정보를 찾는 데"/>
          <p:cNvGrpSpPr/>
          <p:nvPr/>
        </p:nvGrpSpPr>
        <p:grpSpPr>
          <a:xfrm>
            <a:off x="1802904" y="4821138"/>
            <a:ext cx="1471464" cy="281940"/>
            <a:chOff x="1802904" y="4821138"/>
            <a:chExt cx="1471464" cy="281940"/>
          </a:xfrm>
        </p:grpSpPr>
        <p:sp>
          <p:nvSpPr>
            <p:cNvPr id="54" name="Weave text 16: 업무"/>
            <p:cNvSpPr txBox="1"/>
            <p:nvPr/>
          </p:nvSpPr>
          <p:spPr>
            <a:xfrm>
              <a:off x="1802904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6:  "/>
            <p:cNvSpPr txBox="1"/>
            <p:nvPr/>
          </p:nvSpPr>
          <p:spPr>
            <a:xfrm>
              <a:off x="2083296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6: 중"/>
            <p:cNvSpPr txBox="1"/>
            <p:nvPr/>
          </p:nvSpPr>
          <p:spPr>
            <a:xfrm>
              <a:off x="2126159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6:  "/>
            <p:cNvSpPr txBox="1"/>
            <p:nvPr/>
          </p:nvSpPr>
          <p:spPr>
            <a:xfrm>
              <a:off x="226635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16: 정보를"/>
            <p:cNvSpPr txBox="1"/>
            <p:nvPr/>
          </p:nvSpPr>
          <p:spPr>
            <a:xfrm>
              <a:off x="2309217" y="482113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16:  "/>
            <p:cNvSpPr txBox="1"/>
            <p:nvPr/>
          </p:nvSpPr>
          <p:spPr>
            <a:xfrm>
              <a:off x="272980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16: 찾는"/>
            <p:cNvSpPr txBox="1"/>
            <p:nvPr/>
          </p:nvSpPr>
          <p:spPr>
            <a:xfrm>
              <a:off x="2772668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찾는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16:  "/>
            <p:cNvSpPr txBox="1"/>
            <p:nvPr/>
          </p:nvSpPr>
          <p:spPr>
            <a:xfrm>
              <a:off x="3053060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6: 데"/>
            <p:cNvSpPr txBox="1"/>
            <p:nvPr/>
          </p:nvSpPr>
          <p:spPr>
            <a:xfrm>
              <a:off x="3095923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데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3" name="Line 17: 너무 많은 시간을 쓴다고 답한 비율"/>
          <p:cNvGrpSpPr/>
          <p:nvPr/>
        </p:nvGrpSpPr>
        <p:grpSpPr>
          <a:xfrm>
            <a:off x="1802904" y="5064919"/>
            <a:ext cx="2215455" cy="281940"/>
            <a:chOff x="1802904" y="5064919"/>
            <a:chExt cx="2215455" cy="281940"/>
          </a:xfrm>
        </p:grpSpPr>
        <p:sp>
          <p:nvSpPr>
            <p:cNvPr id="64" name="Weave text 17: 너무"/>
            <p:cNvSpPr txBox="1"/>
            <p:nvPr/>
          </p:nvSpPr>
          <p:spPr>
            <a:xfrm>
              <a:off x="1802904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너무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7:  "/>
            <p:cNvSpPr txBox="1"/>
            <p:nvPr/>
          </p:nvSpPr>
          <p:spPr>
            <a:xfrm>
              <a:off x="2083296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17: 많은"/>
            <p:cNvSpPr txBox="1"/>
            <p:nvPr/>
          </p:nvSpPr>
          <p:spPr>
            <a:xfrm>
              <a:off x="2126159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많은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17:  "/>
            <p:cNvSpPr txBox="1"/>
            <p:nvPr/>
          </p:nvSpPr>
          <p:spPr>
            <a:xfrm>
              <a:off x="2406551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17: 시간을"/>
            <p:cNvSpPr txBox="1"/>
            <p:nvPr/>
          </p:nvSpPr>
          <p:spPr>
            <a:xfrm>
              <a:off x="2449413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시간을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17:  "/>
            <p:cNvSpPr txBox="1"/>
            <p:nvPr/>
          </p:nvSpPr>
          <p:spPr>
            <a:xfrm>
              <a:off x="287000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17: 쓴다고"/>
            <p:cNvSpPr txBox="1"/>
            <p:nvPr/>
          </p:nvSpPr>
          <p:spPr>
            <a:xfrm>
              <a:off x="2912864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쓴다고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17:  "/>
            <p:cNvSpPr txBox="1"/>
            <p:nvPr/>
          </p:nvSpPr>
          <p:spPr>
            <a:xfrm>
              <a:off x="333345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17: 답한"/>
            <p:cNvSpPr txBox="1"/>
            <p:nvPr/>
          </p:nvSpPr>
          <p:spPr>
            <a:xfrm>
              <a:off x="3376315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답한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17:  "/>
            <p:cNvSpPr txBox="1"/>
            <p:nvPr/>
          </p:nvSpPr>
          <p:spPr>
            <a:xfrm>
              <a:off x="3656707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17: 비율"/>
            <p:cNvSpPr txBox="1"/>
            <p:nvPr/>
          </p:nvSpPr>
          <p:spPr>
            <a:xfrm>
              <a:off x="3699570" y="5064919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비율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5" name="Line 18: 지난 대화"/>
          <p:cNvGrpSpPr/>
          <p:nvPr/>
        </p:nvGrpSpPr>
        <p:grpSpPr>
          <a:xfrm>
            <a:off x="7524750" y="2171700"/>
            <a:ext cx="490984" cy="220980"/>
            <a:chOff x="7524750" y="2171700"/>
            <a:chExt cx="490984" cy="220980"/>
          </a:xfrm>
        </p:grpSpPr>
        <p:sp>
          <p:nvSpPr>
            <p:cNvPr id="76" name="Weave text 18: 지난"/>
            <p:cNvSpPr txBox="1"/>
            <p:nvPr/>
          </p:nvSpPr>
          <p:spPr>
            <a:xfrm>
              <a:off x="7524750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지난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18:  "/>
            <p:cNvSpPr txBox="1"/>
            <p:nvPr/>
          </p:nvSpPr>
          <p:spPr>
            <a:xfrm>
              <a:off x="7735044" y="21717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4A3B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18: 대화"/>
            <p:cNvSpPr txBox="1"/>
            <p:nvPr/>
          </p:nvSpPr>
          <p:spPr>
            <a:xfrm>
              <a:off x="7767191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19: 5"/>
          <p:cNvGrpSpPr/>
          <p:nvPr/>
        </p:nvGrpSpPr>
        <p:grpSpPr>
          <a:xfrm>
            <a:off x="7524750" y="2362200"/>
            <a:ext cx="201662" cy="495300"/>
            <a:chOff x="7524750" y="2362200"/>
            <a:chExt cx="201662" cy="495300"/>
          </a:xfrm>
        </p:grpSpPr>
        <p:sp>
          <p:nvSpPr>
            <p:cNvPr id="80" name="Weave text 19: 5"/>
            <p:cNvSpPr txBox="1"/>
            <p:nvPr/>
          </p:nvSpPr>
          <p:spPr>
            <a:xfrm>
              <a:off x="7524750" y="2362200"/>
              <a:ext cx="201662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81" name="Line 20: 년 치"/>
          <p:cNvGrpSpPr/>
          <p:nvPr/>
        </p:nvGrpSpPr>
        <p:grpSpPr>
          <a:xfrm>
            <a:off x="7726412" y="2466975"/>
            <a:ext cx="382488" cy="327660"/>
            <a:chOff x="7726412" y="2466975"/>
            <a:chExt cx="382488" cy="327660"/>
          </a:xfrm>
        </p:grpSpPr>
        <p:sp>
          <p:nvSpPr>
            <p:cNvPr id="82" name="Weave text 20: 년"/>
            <p:cNvSpPr txBox="1"/>
            <p:nvPr/>
          </p:nvSpPr>
          <p:spPr>
            <a:xfrm>
              <a:off x="7726412" y="24669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년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20:  "/>
            <p:cNvSpPr txBox="1"/>
            <p:nvPr/>
          </p:nvSpPr>
          <p:spPr>
            <a:xfrm>
              <a:off x="7881342" y="2466975"/>
              <a:ext cx="7247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425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20: 치"/>
            <p:cNvSpPr txBox="1"/>
            <p:nvPr/>
          </p:nvSpPr>
          <p:spPr>
            <a:xfrm>
              <a:off x="7915573" y="2466975"/>
              <a:ext cx="19332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치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21: 약속과 지나간 한마디"/>
          <p:cNvGrpSpPr/>
          <p:nvPr/>
        </p:nvGrpSpPr>
        <p:grpSpPr>
          <a:xfrm>
            <a:off x="9768036" y="2366962"/>
            <a:ext cx="1385739" cy="281940"/>
            <a:chOff x="9768036" y="2366962"/>
            <a:chExt cx="1385739" cy="281940"/>
          </a:xfrm>
        </p:grpSpPr>
        <p:sp>
          <p:nvSpPr>
            <p:cNvPr id="86" name="Weave text 21: 약속과"/>
            <p:cNvSpPr txBox="1"/>
            <p:nvPr/>
          </p:nvSpPr>
          <p:spPr>
            <a:xfrm>
              <a:off x="9768036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1:  "/>
            <p:cNvSpPr txBox="1"/>
            <p:nvPr/>
          </p:nvSpPr>
          <p:spPr>
            <a:xfrm>
              <a:off x="1018862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1: 지나간"/>
            <p:cNvSpPr txBox="1"/>
            <p:nvPr/>
          </p:nvSpPr>
          <p:spPr>
            <a:xfrm>
              <a:off x="10231487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지나간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1:  "/>
            <p:cNvSpPr txBox="1"/>
            <p:nvPr/>
          </p:nvSpPr>
          <p:spPr>
            <a:xfrm>
              <a:off x="1065207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1: 한마디"/>
            <p:cNvSpPr txBox="1"/>
            <p:nvPr/>
          </p:nvSpPr>
          <p:spPr>
            <a:xfrm>
              <a:off x="10694938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한마디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1" name="Line 22: 갤러리"/>
          <p:cNvGrpSpPr/>
          <p:nvPr/>
        </p:nvGrpSpPr>
        <p:grpSpPr>
          <a:xfrm>
            <a:off x="7524750" y="3162300"/>
            <a:ext cx="353616" cy="220980"/>
            <a:chOff x="7524750" y="3162300"/>
            <a:chExt cx="353616" cy="220980"/>
          </a:xfrm>
        </p:grpSpPr>
        <p:sp>
          <p:nvSpPr>
            <p:cNvPr id="92" name="Weave text 22: 갤러리"/>
            <p:cNvSpPr txBox="1"/>
            <p:nvPr/>
          </p:nvSpPr>
          <p:spPr>
            <a:xfrm>
              <a:off x="7524750" y="316230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3" name="Line 23: 10,000"/>
          <p:cNvGrpSpPr/>
          <p:nvPr/>
        </p:nvGrpSpPr>
        <p:grpSpPr>
          <a:xfrm>
            <a:off x="7524750" y="3352800"/>
            <a:ext cx="919609" cy="495300"/>
            <a:chOff x="7524750" y="3352800"/>
            <a:chExt cx="919609" cy="495300"/>
          </a:xfrm>
        </p:grpSpPr>
        <p:sp>
          <p:nvSpPr>
            <p:cNvPr id="94" name="Weave text 23: 10,000"/>
            <p:cNvSpPr txBox="1"/>
            <p:nvPr/>
          </p:nvSpPr>
          <p:spPr>
            <a:xfrm>
              <a:off x="7524750" y="3352800"/>
              <a:ext cx="919609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10,000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5" name="Line 24: 장"/>
          <p:cNvGrpSpPr/>
          <p:nvPr/>
        </p:nvGrpSpPr>
        <p:grpSpPr>
          <a:xfrm>
            <a:off x="8444359" y="3457575"/>
            <a:ext cx="193179" cy="327660"/>
            <a:chOff x="8444359" y="3457575"/>
            <a:chExt cx="193179" cy="327660"/>
          </a:xfrm>
        </p:grpSpPr>
        <p:sp>
          <p:nvSpPr>
            <p:cNvPr id="96" name="Weave text 24: 장"/>
            <p:cNvSpPr txBox="1"/>
            <p:nvPr/>
          </p:nvSpPr>
          <p:spPr>
            <a:xfrm>
              <a:off x="8444359" y="34575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장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7" name="Line 25: 다시 보고 싶던 순간"/>
          <p:cNvGrpSpPr/>
          <p:nvPr/>
        </p:nvGrpSpPr>
        <p:grpSpPr>
          <a:xfrm>
            <a:off x="9865370" y="3357562"/>
            <a:ext cx="1288405" cy="281940"/>
            <a:chOff x="9865370" y="3357562"/>
            <a:chExt cx="1288405" cy="281940"/>
          </a:xfrm>
        </p:grpSpPr>
        <p:sp>
          <p:nvSpPr>
            <p:cNvPr id="98" name="Weave text 25: 다시"/>
            <p:cNvSpPr txBox="1"/>
            <p:nvPr/>
          </p:nvSpPr>
          <p:spPr>
            <a:xfrm>
              <a:off x="9865370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5:  "/>
            <p:cNvSpPr txBox="1"/>
            <p:nvPr/>
          </p:nvSpPr>
          <p:spPr>
            <a:xfrm>
              <a:off x="10145762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5: 보고"/>
            <p:cNvSpPr txBox="1"/>
            <p:nvPr/>
          </p:nvSpPr>
          <p:spPr>
            <a:xfrm>
              <a:off x="10188625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보고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5:  "/>
            <p:cNvSpPr txBox="1"/>
            <p:nvPr/>
          </p:nvSpPr>
          <p:spPr>
            <a:xfrm>
              <a:off x="10469017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5: 싶던"/>
            <p:cNvSpPr txBox="1"/>
            <p:nvPr/>
          </p:nvSpPr>
          <p:spPr>
            <a:xfrm>
              <a:off x="10511879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싶던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5:  "/>
            <p:cNvSpPr txBox="1"/>
            <p:nvPr/>
          </p:nvSpPr>
          <p:spPr>
            <a:xfrm>
              <a:off x="10792271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5: 순간"/>
            <p:cNvSpPr txBox="1"/>
            <p:nvPr/>
          </p:nvSpPr>
          <p:spPr>
            <a:xfrm>
              <a:off x="10835134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5" name="Line 26: 삼성노트"/>
          <p:cNvGrpSpPr/>
          <p:nvPr/>
        </p:nvGrpSpPr>
        <p:grpSpPr>
          <a:xfrm>
            <a:off x="7524750" y="4152900"/>
            <a:ext cx="458837" cy="220980"/>
            <a:chOff x="7524750" y="4152900"/>
            <a:chExt cx="458837" cy="220980"/>
          </a:xfrm>
        </p:grpSpPr>
        <p:sp>
          <p:nvSpPr>
            <p:cNvPr id="106" name="Weave text 26: 삼성노트"/>
            <p:cNvSpPr txBox="1"/>
            <p:nvPr/>
          </p:nvSpPr>
          <p:spPr>
            <a:xfrm>
              <a:off x="7524750" y="41529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7: 500"/>
          <p:cNvGrpSpPr/>
          <p:nvPr/>
        </p:nvGrpSpPr>
        <p:grpSpPr>
          <a:xfrm>
            <a:off x="7524750" y="4343400"/>
            <a:ext cx="555873" cy="495300"/>
            <a:chOff x="7524750" y="4343400"/>
            <a:chExt cx="555873" cy="495300"/>
          </a:xfrm>
        </p:grpSpPr>
        <p:sp>
          <p:nvSpPr>
            <p:cNvPr id="108" name="Weave text 27: 500"/>
            <p:cNvSpPr txBox="1"/>
            <p:nvPr/>
          </p:nvSpPr>
          <p:spPr>
            <a:xfrm>
              <a:off x="7524750" y="4343400"/>
              <a:ext cx="555873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28: 개"/>
          <p:cNvGrpSpPr/>
          <p:nvPr/>
        </p:nvGrpSpPr>
        <p:grpSpPr>
          <a:xfrm>
            <a:off x="8080623" y="4448175"/>
            <a:ext cx="193179" cy="327660"/>
            <a:chOff x="8080623" y="4448175"/>
            <a:chExt cx="193179" cy="327660"/>
          </a:xfrm>
        </p:grpSpPr>
        <p:sp>
          <p:nvSpPr>
            <p:cNvPr id="110" name="Weave text 28: 개"/>
            <p:cNvSpPr txBox="1"/>
            <p:nvPr/>
          </p:nvSpPr>
          <p:spPr>
            <a:xfrm>
              <a:off x="8080623" y="44481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개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11" name="Line 29: 놓치지 않으려 적은 내용"/>
          <p:cNvGrpSpPr/>
          <p:nvPr/>
        </p:nvGrpSpPr>
        <p:grpSpPr>
          <a:xfrm>
            <a:off x="9584978" y="4348162"/>
            <a:ext cx="1568797" cy="281940"/>
            <a:chOff x="9584978" y="4348162"/>
            <a:chExt cx="1568797" cy="281940"/>
          </a:xfrm>
        </p:grpSpPr>
        <p:sp>
          <p:nvSpPr>
            <p:cNvPr id="112" name="Weave text 29: 놓치지"/>
            <p:cNvSpPr txBox="1"/>
            <p:nvPr/>
          </p:nvSpPr>
          <p:spPr>
            <a:xfrm>
              <a:off x="9584978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9:  "/>
            <p:cNvSpPr txBox="1"/>
            <p:nvPr/>
          </p:nvSpPr>
          <p:spPr>
            <a:xfrm>
              <a:off x="10005566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9: 않으려"/>
            <p:cNvSpPr txBox="1"/>
            <p:nvPr/>
          </p:nvSpPr>
          <p:spPr>
            <a:xfrm>
              <a:off x="10048429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않으려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9:  "/>
            <p:cNvSpPr txBox="1"/>
            <p:nvPr/>
          </p:nvSpPr>
          <p:spPr>
            <a:xfrm>
              <a:off x="10469017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9: 적은"/>
            <p:cNvSpPr txBox="1"/>
            <p:nvPr/>
          </p:nvSpPr>
          <p:spPr>
            <a:xfrm>
              <a:off x="10511879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적은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9:  "/>
            <p:cNvSpPr txBox="1"/>
            <p:nvPr/>
          </p:nvSpPr>
          <p:spPr>
            <a:xfrm>
              <a:off x="10792271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9: 내용"/>
            <p:cNvSpPr txBox="1"/>
            <p:nvPr/>
          </p:nvSpPr>
          <p:spPr>
            <a:xfrm>
              <a:off x="10835134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30: 예시 사용자의 기록량 · 서비스 성과 수치가 아닙니다."/>
          <p:cNvGrpSpPr/>
          <p:nvPr/>
        </p:nvGrpSpPr>
        <p:grpSpPr>
          <a:xfrm>
            <a:off x="6819900" y="5048250"/>
            <a:ext cx="2329011" cy="205740"/>
            <a:chOff x="6819900" y="5048250"/>
            <a:chExt cx="2329011" cy="205740"/>
          </a:xfrm>
        </p:grpSpPr>
        <p:sp>
          <p:nvSpPr>
            <p:cNvPr id="120" name="Weave text 30: 예시"/>
            <p:cNvSpPr txBox="1"/>
            <p:nvPr/>
          </p:nvSpPr>
          <p:spPr>
            <a:xfrm>
              <a:off x="6819900" y="504825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30:  "/>
            <p:cNvSpPr txBox="1"/>
            <p:nvPr/>
          </p:nvSpPr>
          <p:spPr>
            <a:xfrm>
              <a:off x="7012632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30: 사용자의"/>
            <p:cNvSpPr txBox="1"/>
            <p:nvPr/>
          </p:nvSpPr>
          <p:spPr>
            <a:xfrm>
              <a:off x="7042100" y="5048250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사용자의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30:  "/>
            <p:cNvSpPr txBox="1"/>
            <p:nvPr/>
          </p:nvSpPr>
          <p:spPr>
            <a:xfrm>
              <a:off x="7427714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30: 기록량"/>
            <p:cNvSpPr txBox="1"/>
            <p:nvPr/>
          </p:nvSpPr>
          <p:spPr>
            <a:xfrm>
              <a:off x="7457182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기록량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30:  · "/>
            <p:cNvSpPr txBox="1"/>
            <p:nvPr/>
          </p:nvSpPr>
          <p:spPr>
            <a:xfrm>
              <a:off x="7746355" y="5048250"/>
              <a:ext cx="1272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30: 서비스"/>
            <p:cNvSpPr txBox="1"/>
            <p:nvPr/>
          </p:nvSpPr>
          <p:spPr>
            <a:xfrm>
              <a:off x="7835354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30:  "/>
            <p:cNvSpPr txBox="1"/>
            <p:nvPr/>
          </p:nvSpPr>
          <p:spPr>
            <a:xfrm>
              <a:off x="812452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30: 성과"/>
            <p:cNvSpPr txBox="1"/>
            <p:nvPr/>
          </p:nvSpPr>
          <p:spPr>
            <a:xfrm>
              <a:off x="8153995" y="504825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성과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30:  "/>
            <p:cNvSpPr txBox="1"/>
            <p:nvPr/>
          </p:nvSpPr>
          <p:spPr>
            <a:xfrm>
              <a:off x="834687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30: 수치가"/>
            <p:cNvSpPr txBox="1"/>
            <p:nvPr/>
          </p:nvSpPr>
          <p:spPr>
            <a:xfrm>
              <a:off x="8376345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수치가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30:  "/>
            <p:cNvSpPr txBox="1"/>
            <p:nvPr/>
          </p:nvSpPr>
          <p:spPr>
            <a:xfrm>
              <a:off x="8665518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30: 아닙니다"/>
            <p:cNvSpPr txBox="1"/>
            <p:nvPr/>
          </p:nvSpPr>
          <p:spPr>
            <a:xfrm>
              <a:off x="8694986" y="5048250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30: ."/>
            <p:cNvSpPr txBox="1"/>
            <p:nvPr/>
          </p:nvSpPr>
          <p:spPr>
            <a:xfrm>
              <a:off x="9080450" y="5048250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4" name="Line 31: 세상의 지식은 AI에게 묻는데, "/>
          <p:cNvGrpSpPr/>
          <p:nvPr/>
        </p:nvGrpSpPr>
        <p:grpSpPr>
          <a:xfrm>
            <a:off x="609600" y="5886450"/>
            <a:ext cx="2523827" cy="373380"/>
            <a:chOff x="609600" y="5886450"/>
            <a:chExt cx="2523827" cy="373380"/>
          </a:xfrm>
        </p:grpSpPr>
        <p:sp>
          <p:nvSpPr>
            <p:cNvPr id="135" name="Weave text 31: 세상의"/>
            <p:cNvSpPr txBox="1"/>
            <p:nvPr/>
          </p:nvSpPr>
          <p:spPr>
            <a:xfrm>
              <a:off x="609600" y="5886450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세상의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1:  "/>
            <p:cNvSpPr txBox="1"/>
            <p:nvPr/>
          </p:nvSpPr>
          <p:spPr>
            <a:xfrm>
              <a:off x="116592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31: 지식은"/>
            <p:cNvSpPr txBox="1"/>
            <p:nvPr/>
          </p:nvSpPr>
          <p:spPr>
            <a:xfrm>
              <a:off x="121741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지식은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31:  AI"/>
            <p:cNvSpPr txBox="1"/>
            <p:nvPr/>
          </p:nvSpPr>
          <p:spPr>
            <a:xfrm>
              <a:off x="1773882" y="5886450"/>
              <a:ext cx="27592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31: 에게"/>
            <p:cNvSpPr txBox="1"/>
            <p:nvPr/>
          </p:nvSpPr>
          <p:spPr>
            <a:xfrm>
              <a:off x="2011561" y="5886450"/>
              <a:ext cx="40927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0" name="Weave text 31:  "/>
            <p:cNvSpPr txBox="1"/>
            <p:nvPr/>
          </p:nvSpPr>
          <p:spPr>
            <a:xfrm>
              <a:off x="2382589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1" name="Weave text 31: 묻는데"/>
            <p:cNvSpPr txBox="1"/>
            <p:nvPr/>
          </p:nvSpPr>
          <p:spPr>
            <a:xfrm>
              <a:off x="243408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묻는데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31: , "/>
            <p:cNvSpPr txBox="1"/>
            <p:nvPr/>
          </p:nvSpPr>
          <p:spPr>
            <a:xfrm>
              <a:off x="2990552" y="5886450"/>
              <a:ext cx="142875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3" name="Line 32: 내 기록은 아직 직접 찾아다닙니다."/>
          <p:cNvGrpSpPr/>
          <p:nvPr/>
        </p:nvGrpSpPr>
        <p:grpSpPr>
          <a:xfrm>
            <a:off x="3095327" y="5886450"/>
            <a:ext cx="2893963" cy="373380"/>
            <a:chOff x="3095327" y="5886450"/>
            <a:chExt cx="2893963" cy="373380"/>
          </a:xfrm>
        </p:grpSpPr>
        <p:sp>
          <p:nvSpPr>
            <p:cNvPr id="144" name="Weave text 32: 내"/>
            <p:cNvSpPr txBox="1"/>
            <p:nvPr/>
          </p:nvSpPr>
          <p:spPr>
            <a:xfrm>
              <a:off x="3095327" y="5886450"/>
              <a:ext cx="22368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2:  "/>
            <p:cNvSpPr txBox="1"/>
            <p:nvPr/>
          </p:nvSpPr>
          <p:spPr>
            <a:xfrm>
              <a:off x="3280767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2: 기록은"/>
            <p:cNvSpPr txBox="1"/>
            <p:nvPr/>
          </p:nvSpPr>
          <p:spPr>
            <a:xfrm>
              <a:off x="3332262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2:  "/>
            <p:cNvSpPr txBox="1"/>
            <p:nvPr/>
          </p:nvSpPr>
          <p:spPr>
            <a:xfrm>
              <a:off x="388873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2: 아직"/>
            <p:cNvSpPr txBox="1"/>
            <p:nvPr/>
          </p:nvSpPr>
          <p:spPr>
            <a:xfrm>
              <a:off x="3940225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아직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2:  "/>
            <p:cNvSpPr txBox="1"/>
            <p:nvPr/>
          </p:nvSpPr>
          <p:spPr>
            <a:xfrm>
              <a:off x="4311104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2: 직접"/>
            <p:cNvSpPr txBox="1"/>
            <p:nvPr/>
          </p:nvSpPr>
          <p:spPr>
            <a:xfrm>
              <a:off x="4362748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2:  "/>
            <p:cNvSpPr txBox="1"/>
            <p:nvPr/>
          </p:nvSpPr>
          <p:spPr>
            <a:xfrm>
              <a:off x="4733627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2: 찾아다닙니다"/>
            <p:cNvSpPr txBox="1"/>
            <p:nvPr/>
          </p:nvSpPr>
          <p:spPr>
            <a:xfrm>
              <a:off x="4785271" y="5886450"/>
              <a:ext cx="115103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찾아다닙니다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2: ."/>
            <p:cNvSpPr txBox="1"/>
            <p:nvPr/>
          </p:nvSpPr>
          <p:spPr>
            <a:xfrm>
              <a:off x="5898059" y="5886450"/>
              <a:ext cx="9123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3: Microsoft Work Trend Index 2023 · 31개 시장">
            <a:hlinkClick r:id="rIdWeaveLink33"/>
          </p:cNvPr>
          <p:cNvGrpSpPr/>
          <p:nvPr/>
        </p:nvGrpSpPr>
        <p:grpSpPr>
          <a:xfrm>
            <a:off x="609600" y="6210300"/>
            <a:ext cx="3128367" cy="190500"/>
            <a:chOff x="609600" y="6210300"/>
            <a:chExt cx="3128367" cy="190500"/>
          </a:xfrm>
        </p:grpSpPr>
        <p:sp>
          <p:nvSpPr>
            <p:cNvPr id="155" name="Weave text 33: Microsoft Work Trend Index 2023 · 31">
              <a:hlinkClick r:id="rIdWeaveLink33"/>
            </p:cNvPr>
            <p:cNvSpPr txBox="1"/>
            <p:nvPr/>
          </p:nvSpPr>
          <p:spPr>
            <a:xfrm>
              <a:off x="609600" y="6210300"/>
              <a:ext cx="1726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Microsoft Work Trend Index 2023 · 31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33: 개">
              <a:hlinkClick r:id="rIdWeaveLink33"/>
            </p:cNvPr>
            <p:cNvSpPr txBox="1"/>
            <p:nvPr/>
          </p:nvSpPr>
          <p:spPr>
            <a:xfrm>
              <a:off x="229760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33:  ">
              <a:hlinkClick r:id="rIdWeaveLink33"/>
            </p:cNvPr>
            <p:cNvSpPr txBox="1"/>
            <p:nvPr/>
          </p:nvSpPr>
          <p:spPr>
            <a:xfrm>
              <a:off x="2385268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33: 시장">
              <a:hlinkClick r:id="rIdWeaveLink33"/>
            </p:cNvPr>
            <p:cNvSpPr txBox="1"/>
            <p:nvPr/>
          </p:nvSpPr>
          <p:spPr>
            <a:xfrm>
              <a:off x="2412057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시장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33: , ">
              <a:hlinkClick r:id="rIdWeaveLink33"/>
            </p:cNvPr>
            <p:cNvSpPr txBox="1"/>
            <p:nvPr/>
          </p:nvSpPr>
          <p:spPr>
            <a:xfrm>
              <a:off x="2587377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33: 취업자">
              <a:hlinkClick r:id="rIdWeaveLink33"/>
            </p:cNvPr>
            <p:cNvSpPr txBox="1"/>
            <p:nvPr/>
          </p:nvSpPr>
          <p:spPr>
            <a:xfrm>
              <a:off x="2641550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취업자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33: ·">
              <a:hlinkClick r:id="rIdWeaveLink33"/>
            </p:cNvPr>
            <p:cNvSpPr txBox="1"/>
            <p:nvPr/>
          </p:nvSpPr>
          <p:spPr>
            <a:xfrm>
              <a:off x="2904381" y="62103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33: 자영업자">
              <a:hlinkClick r:id="rIdWeaveLink33"/>
            </p:cNvPr>
            <p:cNvSpPr txBox="1"/>
            <p:nvPr/>
          </p:nvSpPr>
          <p:spPr>
            <a:xfrm>
              <a:off x="2931914" y="621030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자영업자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33:  31,000">
              <a:hlinkClick r:id="rIdWeaveLink33"/>
            </p:cNvPr>
            <p:cNvSpPr txBox="1"/>
            <p:nvPr/>
          </p:nvSpPr>
          <p:spPr>
            <a:xfrm>
              <a:off x="3282404" y="6210300"/>
              <a:ext cx="36790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31,000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33: 명">
              <a:hlinkClick r:id="rIdWeaveLink33"/>
            </p:cNvPr>
            <p:cNvSpPr txBox="1"/>
            <p:nvPr/>
          </p:nvSpPr>
          <p:spPr>
            <a:xfrm>
              <a:off x="361205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명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34:  / 업무 정보 탐색 설문, 스마트폰만의 조사·Weave 성과가 아님"/>
          <p:cNvGrpSpPr/>
          <p:nvPr/>
        </p:nvGrpSpPr>
        <p:grpSpPr>
          <a:xfrm>
            <a:off x="3699867" y="6210300"/>
            <a:ext cx="2508647" cy="190500"/>
            <a:chOff x="3699867" y="6210300"/>
            <a:chExt cx="2508647" cy="190500"/>
          </a:xfrm>
        </p:grpSpPr>
        <p:sp>
          <p:nvSpPr>
            <p:cNvPr id="166" name="Weave text 34:  / "/>
            <p:cNvSpPr txBox="1"/>
            <p:nvPr/>
          </p:nvSpPr>
          <p:spPr>
            <a:xfrm>
              <a:off x="3699867" y="6210300"/>
              <a:ext cx="1260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34: 업무"/>
            <p:cNvSpPr txBox="1"/>
            <p:nvPr/>
          </p:nvSpPr>
          <p:spPr>
            <a:xfrm>
              <a:off x="378767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34:  "/>
            <p:cNvSpPr txBox="1"/>
            <p:nvPr/>
          </p:nvSpPr>
          <p:spPr>
            <a:xfrm>
              <a:off x="396299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34: 정보"/>
            <p:cNvSpPr txBox="1"/>
            <p:nvPr/>
          </p:nvSpPr>
          <p:spPr>
            <a:xfrm>
              <a:off x="3989784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34:  "/>
            <p:cNvSpPr txBox="1"/>
            <p:nvPr/>
          </p:nvSpPr>
          <p:spPr>
            <a:xfrm>
              <a:off x="41649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34: 탐색"/>
            <p:cNvSpPr txBox="1"/>
            <p:nvPr/>
          </p:nvSpPr>
          <p:spPr>
            <a:xfrm>
              <a:off x="4191744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탐색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34:  "/>
            <p:cNvSpPr txBox="1"/>
            <p:nvPr/>
          </p:nvSpPr>
          <p:spPr>
            <a:xfrm>
              <a:off x="4367064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34: 설문"/>
            <p:cNvSpPr txBox="1"/>
            <p:nvPr/>
          </p:nvSpPr>
          <p:spPr>
            <a:xfrm>
              <a:off x="4393853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34: , "/>
            <p:cNvSpPr txBox="1"/>
            <p:nvPr/>
          </p:nvSpPr>
          <p:spPr>
            <a:xfrm>
              <a:off x="4569172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34: 스마트폰만의"/>
            <p:cNvSpPr txBox="1"/>
            <p:nvPr/>
          </p:nvSpPr>
          <p:spPr>
            <a:xfrm>
              <a:off x="4623346" y="6210300"/>
              <a:ext cx="56405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스마트폰만의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34:  "/>
            <p:cNvSpPr txBox="1"/>
            <p:nvPr/>
          </p:nvSpPr>
          <p:spPr>
            <a:xfrm>
              <a:off x="51491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34: 조사"/>
            <p:cNvSpPr txBox="1"/>
            <p:nvPr/>
          </p:nvSpPr>
          <p:spPr>
            <a:xfrm>
              <a:off x="5175945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조사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34: ·Weave "/>
            <p:cNvSpPr txBox="1"/>
            <p:nvPr/>
          </p:nvSpPr>
          <p:spPr>
            <a:xfrm>
              <a:off x="5351115" y="6210300"/>
              <a:ext cx="3924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·Weave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34: 성과가"/>
            <p:cNvSpPr txBox="1"/>
            <p:nvPr/>
          </p:nvSpPr>
          <p:spPr>
            <a:xfrm>
              <a:off x="5705326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성과가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4:  "/>
            <p:cNvSpPr txBox="1"/>
            <p:nvPr/>
          </p:nvSpPr>
          <p:spPr>
            <a:xfrm>
              <a:off x="5968157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4: 아님"/>
            <p:cNvSpPr txBox="1"/>
            <p:nvPr/>
          </p:nvSpPr>
          <p:spPr>
            <a:xfrm>
              <a:off x="599494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아님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2" name="Line 35: 02 / 12"/>
          <p:cNvGrpSpPr/>
          <p:nvPr/>
        </p:nvGrpSpPr>
        <p:grpSpPr>
          <a:xfrm>
            <a:off x="11152733" y="6486525"/>
            <a:ext cx="467767" cy="190500"/>
            <a:chOff x="11152733" y="6486525"/>
            <a:chExt cx="467767" cy="190500"/>
          </a:xfrm>
        </p:grpSpPr>
        <p:sp>
          <p:nvSpPr>
            <p:cNvPr id="183" name="Weave text 35: 02 / 12"/>
            <p:cNvSpPr txBox="1"/>
            <p:nvPr/>
          </p:nvSpPr>
          <p:spPr>
            <a:xfrm>
              <a:off x="11152733" y="6486525"/>
              <a:ext cx="46776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02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6: 03 / PAIN POINTS"/>
          <p:cNvGrpSpPr/>
          <p:nvPr/>
        </p:nvGrpSpPr>
        <p:grpSpPr>
          <a:xfrm>
            <a:off x="609600" y="371475"/>
            <a:ext cx="1232148" cy="205740"/>
            <a:chOff x="609600" y="371475"/>
            <a:chExt cx="1232148" cy="205740"/>
          </a:xfrm>
        </p:grpSpPr>
        <p:sp>
          <p:nvSpPr>
            <p:cNvPr id="4" name="Weave text 36: 03 / PAIN POINTS"/>
            <p:cNvSpPr txBox="1"/>
            <p:nvPr/>
          </p:nvSpPr>
          <p:spPr>
            <a:xfrm>
              <a:off x="609600" y="371475"/>
              <a:ext cx="12321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03 / PAIN POINTS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7: 기록을 꺼내 쓰지 못하는 세 순간."/>
          <p:cNvGrpSpPr/>
          <p:nvPr/>
        </p:nvGrpSpPr>
        <p:grpSpPr>
          <a:xfrm>
            <a:off x="609600" y="704850"/>
            <a:ext cx="4834384" cy="647700"/>
            <a:chOff x="609600" y="704850"/>
            <a:chExt cx="4834384" cy="647700"/>
          </a:xfrm>
        </p:grpSpPr>
        <p:sp>
          <p:nvSpPr>
            <p:cNvPr id="6" name="Weave text 37: 기록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7: 꺼내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37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37: 쓰지"/>
            <p:cNvSpPr txBox="1"/>
            <p:nvPr/>
          </p:nvSpPr>
          <p:spPr>
            <a:xfrm>
              <a:off x="2420689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7:  "/>
            <p:cNvSpPr txBox="1"/>
            <p:nvPr/>
          </p:nvSpPr>
          <p:spPr>
            <a:xfrm>
              <a:off x="308371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7: 못하는"/>
            <p:cNvSpPr txBox="1"/>
            <p:nvPr/>
          </p:nvSpPr>
          <p:spPr>
            <a:xfrm>
              <a:off x="316066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못하는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7:  "/>
            <p:cNvSpPr txBox="1"/>
            <p:nvPr/>
          </p:nvSpPr>
          <p:spPr>
            <a:xfrm>
              <a:off x="415498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37: 세"/>
            <p:cNvSpPr txBox="1"/>
            <p:nvPr/>
          </p:nvSpPr>
          <p:spPr>
            <a:xfrm>
              <a:off x="4231928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37:  "/>
            <p:cNvSpPr txBox="1"/>
            <p:nvPr/>
          </p:nvSpPr>
          <p:spPr>
            <a:xfrm>
              <a:off x="456351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7: 순간"/>
            <p:cNvSpPr txBox="1"/>
            <p:nvPr/>
          </p:nvSpPr>
          <p:spPr>
            <a:xfrm>
              <a:off x="464046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7: ."/>
            <p:cNvSpPr txBox="1"/>
            <p:nvPr/>
          </p:nvSpPr>
          <p:spPr>
            <a:xfrm>
              <a:off x="5303341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38: 어디에 있는지, 무엇이었는지, 기억이 있었다는 사실까지."/>
          <p:cNvGrpSpPr/>
          <p:nvPr/>
        </p:nvGrpSpPr>
        <p:grpSpPr>
          <a:xfrm>
            <a:off x="609600" y="1343025"/>
            <a:ext cx="3832175" cy="297180"/>
            <a:chOff x="609600" y="1343025"/>
            <a:chExt cx="3832175" cy="297180"/>
          </a:xfrm>
        </p:grpSpPr>
        <p:sp>
          <p:nvSpPr>
            <p:cNvPr id="19" name="Weave text 38: 어디에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38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38: 있는지"/>
            <p:cNvSpPr txBox="1"/>
            <p:nvPr/>
          </p:nvSpPr>
          <p:spPr>
            <a:xfrm>
              <a:off x="11019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8: , "/>
            <p:cNvSpPr txBox="1"/>
            <p:nvPr/>
          </p:nvSpPr>
          <p:spPr>
            <a:xfrm>
              <a:off x="1548854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8: 무엇이었는지"/>
            <p:cNvSpPr txBox="1"/>
            <p:nvPr/>
          </p:nvSpPr>
          <p:spPr>
            <a:xfrm>
              <a:off x="1641128" y="1343025"/>
              <a:ext cx="931962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무엇이었는지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8: , "/>
            <p:cNvSpPr txBox="1"/>
            <p:nvPr/>
          </p:nvSpPr>
          <p:spPr>
            <a:xfrm>
              <a:off x="2534841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8: 기억이"/>
            <p:cNvSpPr txBox="1"/>
            <p:nvPr/>
          </p:nvSpPr>
          <p:spPr>
            <a:xfrm>
              <a:off x="262711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8:  "/>
            <p:cNvSpPr txBox="1"/>
            <p:nvPr/>
          </p:nvSpPr>
          <p:spPr>
            <a:xfrm>
              <a:off x="307404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8: 있었다는"/>
            <p:cNvSpPr txBox="1"/>
            <p:nvPr/>
          </p:nvSpPr>
          <p:spPr>
            <a:xfrm>
              <a:off x="311958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있었다는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8:  "/>
            <p:cNvSpPr txBox="1"/>
            <p:nvPr/>
          </p:nvSpPr>
          <p:spPr>
            <a:xfrm>
              <a:off x="371549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8: 사실까지"/>
            <p:cNvSpPr txBox="1"/>
            <p:nvPr/>
          </p:nvSpPr>
          <p:spPr>
            <a:xfrm>
              <a:off x="376103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사실까지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8: ."/>
            <p:cNvSpPr txBox="1"/>
            <p:nvPr/>
          </p:nvSpPr>
          <p:spPr>
            <a:xfrm>
              <a:off x="435679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9: 01"/>
          <p:cNvGrpSpPr/>
          <p:nvPr/>
        </p:nvGrpSpPr>
        <p:grpSpPr>
          <a:xfrm>
            <a:off x="609600" y="2293144"/>
            <a:ext cx="391716" cy="571500"/>
            <a:chOff x="609600" y="2293144"/>
            <a:chExt cx="391716" cy="571500"/>
          </a:xfrm>
        </p:grpSpPr>
        <p:sp>
          <p:nvSpPr>
            <p:cNvPr id="32" name="Weave text 39: 01"/>
            <p:cNvSpPr txBox="1"/>
            <p:nvPr/>
          </p:nvSpPr>
          <p:spPr>
            <a:xfrm>
              <a:off x="609600" y="2293144"/>
              <a:ext cx="391716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01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3" name="Line 40: 어디에 적었더라?"/>
          <p:cNvGrpSpPr/>
          <p:nvPr/>
        </p:nvGrpSpPr>
        <p:grpSpPr>
          <a:xfrm>
            <a:off x="1400175" y="2331244"/>
            <a:ext cx="1783259" cy="449580"/>
            <a:chOff x="1400175" y="2331244"/>
            <a:chExt cx="1783259" cy="449580"/>
          </a:xfrm>
        </p:grpSpPr>
        <p:sp>
          <p:nvSpPr>
            <p:cNvPr id="34" name="Weave text 40: 어디에"/>
            <p:cNvSpPr txBox="1"/>
            <p:nvPr/>
          </p:nvSpPr>
          <p:spPr>
            <a:xfrm>
              <a:off x="1400175" y="2331244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40:  "/>
            <p:cNvSpPr txBox="1"/>
            <p:nvPr/>
          </p:nvSpPr>
          <p:spPr>
            <a:xfrm>
              <a:off x="2071390" y="2331244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40: 적었더라"/>
            <p:cNvSpPr txBox="1"/>
            <p:nvPr/>
          </p:nvSpPr>
          <p:spPr>
            <a:xfrm>
              <a:off x="2123331" y="2331244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40: ?"/>
            <p:cNvSpPr txBox="1"/>
            <p:nvPr/>
          </p:nvSpPr>
          <p:spPr>
            <a:xfrm>
              <a:off x="3018234" y="2331244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8" name="Line 41: 찾을 내용은 알지만, 어느 앱에 있는지 모릅니다."/>
          <p:cNvGrpSpPr/>
          <p:nvPr/>
        </p:nvGrpSpPr>
        <p:grpSpPr>
          <a:xfrm>
            <a:off x="4543425" y="2235994"/>
            <a:ext cx="3489127" cy="327660"/>
            <a:chOff x="4543425" y="2235994"/>
            <a:chExt cx="3489127" cy="327660"/>
          </a:xfrm>
        </p:grpSpPr>
        <p:sp>
          <p:nvSpPr>
            <p:cNvPr id="39" name="Weave text 41: 찾을"/>
            <p:cNvSpPr txBox="1"/>
            <p:nvPr/>
          </p:nvSpPr>
          <p:spPr>
            <a:xfrm>
              <a:off x="4543425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41:  "/>
            <p:cNvSpPr txBox="1"/>
            <p:nvPr/>
          </p:nvSpPr>
          <p:spPr>
            <a:xfrm>
              <a:off x="486727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41: 내용은"/>
            <p:cNvSpPr txBox="1"/>
            <p:nvPr/>
          </p:nvSpPr>
          <p:spPr>
            <a:xfrm>
              <a:off x="491370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41:  "/>
            <p:cNvSpPr txBox="1"/>
            <p:nvPr/>
          </p:nvSpPr>
          <p:spPr>
            <a:xfrm>
              <a:off x="5399633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41: 알지만"/>
            <p:cNvSpPr txBox="1"/>
            <p:nvPr/>
          </p:nvSpPr>
          <p:spPr>
            <a:xfrm>
              <a:off x="544591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알지만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41: , "/>
            <p:cNvSpPr txBox="1"/>
            <p:nvPr/>
          </p:nvSpPr>
          <p:spPr>
            <a:xfrm>
              <a:off x="5931843" y="2235994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41: 어느"/>
            <p:cNvSpPr txBox="1"/>
            <p:nvPr/>
          </p:nvSpPr>
          <p:spPr>
            <a:xfrm>
              <a:off x="6025902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어느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41:  "/>
            <p:cNvSpPr txBox="1"/>
            <p:nvPr/>
          </p:nvSpPr>
          <p:spPr>
            <a:xfrm>
              <a:off x="6349752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41: 앱에"/>
            <p:cNvSpPr txBox="1"/>
            <p:nvPr/>
          </p:nvSpPr>
          <p:spPr>
            <a:xfrm>
              <a:off x="6396186" y="2235994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41:  "/>
            <p:cNvSpPr txBox="1"/>
            <p:nvPr/>
          </p:nvSpPr>
          <p:spPr>
            <a:xfrm>
              <a:off x="6720185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41: 있는지"/>
            <p:cNvSpPr txBox="1"/>
            <p:nvPr/>
          </p:nvSpPr>
          <p:spPr>
            <a:xfrm>
              <a:off x="6766471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41:  "/>
            <p:cNvSpPr txBox="1"/>
            <p:nvPr/>
          </p:nvSpPr>
          <p:spPr>
            <a:xfrm>
              <a:off x="725239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41: 모릅니다"/>
            <p:cNvSpPr txBox="1"/>
            <p:nvPr/>
          </p:nvSpPr>
          <p:spPr>
            <a:xfrm>
              <a:off x="7298829" y="2235994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모릅니다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41: ."/>
            <p:cNvSpPr txBox="1"/>
            <p:nvPr/>
          </p:nvSpPr>
          <p:spPr>
            <a:xfrm>
              <a:off x="7946678" y="2235994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42: 노트 · 메일 · 나와의 채팅을 하나씩 확인"/>
          <p:cNvGrpSpPr/>
          <p:nvPr/>
        </p:nvGrpSpPr>
        <p:grpSpPr>
          <a:xfrm>
            <a:off x="4543425" y="2602706"/>
            <a:ext cx="2217688" cy="251460"/>
            <a:chOff x="4543425" y="2602706"/>
            <a:chExt cx="2217688" cy="251460"/>
          </a:xfrm>
        </p:grpSpPr>
        <p:sp>
          <p:nvSpPr>
            <p:cNvPr id="54" name="Weave text 42: 노트"/>
            <p:cNvSpPr txBox="1"/>
            <p:nvPr/>
          </p:nvSpPr>
          <p:spPr>
            <a:xfrm>
              <a:off x="454342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42:  · "/>
            <p:cNvSpPr txBox="1"/>
            <p:nvPr/>
          </p:nvSpPr>
          <p:spPr>
            <a:xfrm>
              <a:off x="4788694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42: 메일"/>
            <p:cNvSpPr txBox="1"/>
            <p:nvPr/>
          </p:nvSpPr>
          <p:spPr>
            <a:xfrm>
              <a:off x="4902101" y="2602706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42:  · "/>
            <p:cNvSpPr txBox="1"/>
            <p:nvPr/>
          </p:nvSpPr>
          <p:spPr>
            <a:xfrm>
              <a:off x="5147518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42: 나와의"/>
            <p:cNvSpPr txBox="1"/>
            <p:nvPr/>
          </p:nvSpPr>
          <p:spPr>
            <a:xfrm>
              <a:off x="5260925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42:  "/>
            <p:cNvSpPr txBox="1"/>
            <p:nvPr/>
          </p:nvSpPr>
          <p:spPr>
            <a:xfrm>
              <a:off x="5628977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42: 채팅을"/>
            <p:cNvSpPr txBox="1"/>
            <p:nvPr/>
          </p:nvSpPr>
          <p:spPr>
            <a:xfrm>
              <a:off x="5666482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채팅을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42:  "/>
            <p:cNvSpPr txBox="1"/>
            <p:nvPr/>
          </p:nvSpPr>
          <p:spPr>
            <a:xfrm>
              <a:off x="6034534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42: 하나씩"/>
            <p:cNvSpPr txBox="1"/>
            <p:nvPr/>
          </p:nvSpPr>
          <p:spPr>
            <a:xfrm>
              <a:off x="6072039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하나씩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42:  "/>
            <p:cNvSpPr txBox="1"/>
            <p:nvPr/>
          </p:nvSpPr>
          <p:spPr>
            <a:xfrm>
              <a:off x="6440091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42: 확인"/>
            <p:cNvSpPr txBox="1"/>
            <p:nvPr/>
          </p:nvSpPr>
          <p:spPr>
            <a:xfrm>
              <a:off x="647759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5" name="Line 43: 02"/>
          <p:cNvGrpSpPr/>
          <p:nvPr/>
        </p:nvGrpSpPr>
        <p:grpSpPr>
          <a:xfrm>
            <a:off x="609600" y="3350419"/>
            <a:ext cx="458837" cy="571500"/>
            <a:chOff x="609600" y="3350419"/>
            <a:chExt cx="458837" cy="571500"/>
          </a:xfrm>
        </p:grpSpPr>
        <p:sp>
          <p:nvSpPr>
            <p:cNvPr id="66" name="Weave text 43: 02"/>
            <p:cNvSpPr txBox="1"/>
            <p:nvPr/>
          </p:nvSpPr>
          <p:spPr>
            <a:xfrm>
              <a:off x="609600" y="3350419"/>
              <a:ext cx="458837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02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7" name="Line 44: 이름이 뭐였더라?"/>
          <p:cNvGrpSpPr/>
          <p:nvPr/>
        </p:nvGrpSpPr>
        <p:grpSpPr>
          <a:xfrm>
            <a:off x="1400175" y="3388519"/>
            <a:ext cx="1783259" cy="449580"/>
            <a:chOff x="1400175" y="3388519"/>
            <a:chExt cx="1783259" cy="449580"/>
          </a:xfrm>
        </p:grpSpPr>
        <p:sp>
          <p:nvSpPr>
            <p:cNvPr id="68" name="Weave text 44: 이름이"/>
            <p:cNvSpPr txBox="1"/>
            <p:nvPr/>
          </p:nvSpPr>
          <p:spPr>
            <a:xfrm>
              <a:off x="1400175" y="3388519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이름이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" name="Weave text 44:  "/>
            <p:cNvSpPr txBox="1"/>
            <p:nvPr/>
          </p:nvSpPr>
          <p:spPr>
            <a:xfrm>
              <a:off x="2071390" y="3388519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0" name="Weave text 44: 뭐였더라"/>
            <p:cNvSpPr txBox="1"/>
            <p:nvPr/>
          </p:nvSpPr>
          <p:spPr>
            <a:xfrm>
              <a:off x="2123331" y="3388519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뭐였더라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" name="Weave text 44: ?"/>
            <p:cNvSpPr txBox="1"/>
            <p:nvPr/>
          </p:nvSpPr>
          <p:spPr>
            <a:xfrm>
              <a:off x="3018234" y="3388519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2" name="Line 45: 정확한 이름이 떠오르지 않아, 검색부터 막힙니다."/>
          <p:cNvGrpSpPr/>
          <p:nvPr/>
        </p:nvGrpSpPr>
        <p:grpSpPr>
          <a:xfrm>
            <a:off x="4543425" y="3293269"/>
            <a:ext cx="3604766" cy="327660"/>
            <a:chOff x="4543425" y="3293269"/>
            <a:chExt cx="3604766" cy="327660"/>
          </a:xfrm>
        </p:grpSpPr>
        <p:sp>
          <p:nvSpPr>
            <p:cNvPr id="73" name="Weave text 45: 정확한"/>
            <p:cNvSpPr txBox="1"/>
            <p:nvPr/>
          </p:nvSpPr>
          <p:spPr>
            <a:xfrm>
              <a:off x="4543425" y="3293269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45:  "/>
            <p:cNvSpPr txBox="1"/>
            <p:nvPr/>
          </p:nvSpPr>
          <p:spPr>
            <a:xfrm>
              <a:off x="5029200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45: 이름이"/>
            <p:cNvSpPr txBox="1"/>
            <p:nvPr/>
          </p:nvSpPr>
          <p:spPr>
            <a:xfrm>
              <a:off x="5075634" y="3293269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45:  "/>
            <p:cNvSpPr txBox="1"/>
            <p:nvPr/>
          </p:nvSpPr>
          <p:spPr>
            <a:xfrm>
              <a:off x="5561558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45: 떠오르지"/>
            <p:cNvSpPr txBox="1"/>
            <p:nvPr/>
          </p:nvSpPr>
          <p:spPr>
            <a:xfrm>
              <a:off x="5607993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45:  "/>
            <p:cNvSpPr txBox="1"/>
            <p:nvPr/>
          </p:nvSpPr>
          <p:spPr>
            <a:xfrm>
              <a:off x="6255841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45: 않아"/>
            <p:cNvSpPr txBox="1"/>
            <p:nvPr/>
          </p:nvSpPr>
          <p:spPr>
            <a:xfrm>
              <a:off x="6302276" y="3293269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45: , "/>
            <p:cNvSpPr txBox="1"/>
            <p:nvPr/>
          </p:nvSpPr>
          <p:spPr>
            <a:xfrm>
              <a:off x="6626126" y="3293269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45: 검색부터"/>
            <p:cNvSpPr txBox="1"/>
            <p:nvPr/>
          </p:nvSpPr>
          <p:spPr>
            <a:xfrm>
              <a:off x="6720185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검색부터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45:  "/>
            <p:cNvSpPr txBox="1"/>
            <p:nvPr/>
          </p:nvSpPr>
          <p:spPr>
            <a:xfrm>
              <a:off x="7368034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45: 막힙니다"/>
            <p:cNvSpPr txBox="1"/>
            <p:nvPr/>
          </p:nvSpPr>
          <p:spPr>
            <a:xfrm>
              <a:off x="7414468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막힙니다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45: ."/>
            <p:cNvSpPr txBox="1"/>
            <p:nvPr/>
          </p:nvSpPr>
          <p:spPr>
            <a:xfrm>
              <a:off x="8062317" y="3293269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46: 일정에서 날짜를 찾고, 갤러리에서 사진을 확인"/>
          <p:cNvGrpSpPr/>
          <p:nvPr/>
        </p:nvGrpSpPr>
        <p:grpSpPr>
          <a:xfrm>
            <a:off x="4543425" y="3659981"/>
            <a:ext cx="2595116" cy="251460"/>
            <a:chOff x="4543425" y="3659981"/>
            <a:chExt cx="2595116" cy="251460"/>
          </a:xfrm>
        </p:grpSpPr>
        <p:sp>
          <p:nvSpPr>
            <p:cNvPr id="86" name="Weave text 46: 일정에서"/>
            <p:cNvSpPr txBox="1"/>
            <p:nvPr/>
          </p:nvSpPr>
          <p:spPr>
            <a:xfrm>
              <a:off x="4543425" y="3659981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46:  "/>
            <p:cNvSpPr txBox="1"/>
            <p:nvPr/>
          </p:nvSpPr>
          <p:spPr>
            <a:xfrm>
              <a:off x="5034111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46: 날짜를"/>
            <p:cNvSpPr txBox="1"/>
            <p:nvPr/>
          </p:nvSpPr>
          <p:spPr>
            <a:xfrm>
              <a:off x="5071616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날짜를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46:  "/>
            <p:cNvSpPr txBox="1"/>
            <p:nvPr/>
          </p:nvSpPr>
          <p:spPr>
            <a:xfrm>
              <a:off x="5439668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46: 찾고"/>
            <p:cNvSpPr txBox="1"/>
            <p:nvPr/>
          </p:nvSpPr>
          <p:spPr>
            <a:xfrm>
              <a:off x="5477173" y="3659981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46: , "/>
            <p:cNvSpPr txBox="1"/>
            <p:nvPr/>
          </p:nvSpPr>
          <p:spPr>
            <a:xfrm>
              <a:off x="5722441" y="3659981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46: 갤러리에서"/>
            <p:cNvSpPr txBox="1"/>
            <p:nvPr/>
          </p:nvSpPr>
          <p:spPr>
            <a:xfrm>
              <a:off x="5798344" y="3659981"/>
              <a:ext cx="6517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갤러리에서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46:  "/>
            <p:cNvSpPr txBox="1"/>
            <p:nvPr/>
          </p:nvSpPr>
          <p:spPr>
            <a:xfrm>
              <a:off x="6411813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46: 사진을"/>
            <p:cNvSpPr txBox="1"/>
            <p:nvPr/>
          </p:nvSpPr>
          <p:spPr>
            <a:xfrm>
              <a:off x="6449318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46:  "/>
            <p:cNvSpPr txBox="1"/>
            <p:nvPr/>
          </p:nvSpPr>
          <p:spPr>
            <a:xfrm>
              <a:off x="6817370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46: 확인"/>
            <p:cNvSpPr txBox="1"/>
            <p:nvPr/>
          </p:nvSpPr>
          <p:spPr>
            <a:xfrm>
              <a:off x="6854875" y="3659981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47: 03"/>
          <p:cNvGrpSpPr/>
          <p:nvPr/>
        </p:nvGrpSpPr>
        <p:grpSpPr>
          <a:xfrm>
            <a:off x="609600" y="4402931"/>
            <a:ext cx="462409" cy="571500"/>
            <a:chOff x="609600" y="4402931"/>
            <a:chExt cx="462409" cy="571500"/>
          </a:xfrm>
        </p:grpSpPr>
        <p:sp>
          <p:nvSpPr>
            <p:cNvPr id="98" name="Weave text 47: 03"/>
            <p:cNvSpPr txBox="1"/>
            <p:nvPr/>
          </p:nvSpPr>
          <p:spPr>
            <a:xfrm>
              <a:off x="609600" y="4402931"/>
              <a:ext cx="462409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03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99" name="Line 48: 그 얘길 했었는데."/>
          <p:cNvGrpSpPr/>
          <p:nvPr/>
        </p:nvGrpSpPr>
        <p:grpSpPr>
          <a:xfrm>
            <a:off x="1400175" y="4441031"/>
            <a:ext cx="1777454" cy="449580"/>
            <a:chOff x="1400175" y="4441031"/>
            <a:chExt cx="1777454" cy="449580"/>
          </a:xfrm>
        </p:grpSpPr>
        <p:sp>
          <p:nvSpPr>
            <p:cNvPr id="100" name="Weave text 48: 그"/>
            <p:cNvSpPr txBox="1"/>
            <p:nvPr/>
          </p:nvSpPr>
          <p:spPr>
            <a:xfrm>
              <a:off x="1400175" y="4441031"/>
              <a:ext cx="261938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1" name="Weave text 48:  "/>
            <p:cNvSpPr txBox="1"/>
            <p:nvPr/>
          </p:nvSpPr>
          <p:spPr>
            <a:xfrm>
              <a:off x="1623864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2" name="Weave text 48: 얘길"/>
            <p:cNvSpPr txBox="1"/>
            <p:nvPr/>
          </p:nvSpPr>
          <p:spPr>
            <a:xfrm>
              <a:off x="1675805" y="4441031"/>
              <a:ext cx="485775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얘길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3" name="Weave text 48:  "/>
            <p:cNvSpPr txBox="1"/>
            <p:nvPr/>
          </p:nvSpPr>
          <p:spPr>
            <a:xfrm>
              <a:off x="2123331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4" name="Weave text 48: 했었는데"/>
            <p:cNvSpPr txBox="1"/>
            <p:nvPr/>
          </p:nvSpPr>
          <p:spPr>
            <a:xfrm>
              <a:off x="2175272" y="4441031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했었는데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5" name="Weave text 48: ."/>
            <p:cNvSpPr txBox="1"/>
            <p:nvPr/>
          </p:nvSpPr>
          <p:spPr>
            <a:xfrm>
              <a:off x="3070175" y="4441031"/>
              <a:ext cx="107454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6" name="Line 49: 필요한 순간에도, 그런 기억이 있었는지 떠오르지 않습니다."/>
          <p:cNvGrpSpPr/>
          <p:nvPr/>
        </p:nvGrpSpPr>
        <p:grpSpPr>
          <a:xfrm>
            <a:off x="4543425" y="4345781"/>
            <a:ext cx="4299049" cy="327660"/>
            <a:chOff x="4543425" y="4345781"/>
            <a:chExt cx="4299049" cy="327660"/>
          </a:xfrm>
        </p:grpSpPr>
        <p:sp>
          <p:nvSpPr>
            <p:cNvPr id="107" name="Weave text 49: 필요한"/>
            <p:cNvSpPr txBox="1"/>
            <p:nvPr/>
          </p:nvSpPr>
          <p:spPr>
            <a:xfrm>
              <a:off x="4543425" y="4345781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8" name="Weave text 49:  "/>
            <p:cNvSpPr txBox="1"/>
            <p:nvPr/>
          </p:nvSpPr>
          <p:spPr>
            <a:xfrm>
              <a:off x="5029200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9" name="Weave text 49: 순간에도"/>
            <p:cNvSpPr txBox="1"/>
            <p:nvPr/>
          </p:nvSpPr>
          <p:spPr>
            <a:xfrm>
              <a:off x="5075634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순간에도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49: , "/>
            <p:cNvSpPr txBox="1"/>
            <p:nvPr/>
          </p:nvSpPr>
          <p:spPr>
            <a:xfrm>
              <a:off x="5723483" y="4345781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49: 그런"/>
            <p:cNvSpPr txBox="1"/>
            <p:nvPr/>
          </p:nvSpPr>
          <p:spPr>
            <a:xfrm>
              <a:off x="5817543" y="4345781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그런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49:  "/>
            <p:cNvSpPr txBox="1"/>
            <p:nvPr/>
          </p:nvSpPr>
          <p:spPr>
            <a:xfrm>
              <a:off x="6141541" y="4345781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49: 기억이"/>
            <p:cNvSpPr txBox="1"/>
            <p:nvPr/>
          </p:nvSpPr>
          <p:spPr>
            <a:xfrm>
              <a:off x="6187827" y="4345781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49:  "/>
            <p:cNvSpPr txBox="1"/>
            <p:nvPr/>
          </p:nvSpPr>
          <p:spPr>
            <a:xfrm>
              <a:off x="6673751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49: 있었는지"/>
            <p:cNvSpPr txBox="1"/>
            <p:nvPr/>
          </p:nvSpPr>
          <p:spPr>
            <a:xfrm>
              <a:off x="6720185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49:  "/>
            <p:cNvSpPr txBox="1"/>
            <p:nvPr/>
          </p:nvSpPr>
          <p:spPr>
            <a:xfrm>
              <a:off x="7368034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49: 떠오르지"/>
            <p:cNvSpPr txBox="1"/>
            <p:nvPr/>
          </p:nvSpPr>
          <p:spPr>
            <a:xfrm>
              <a:off x="7414468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49:  "/>
            <p:cNvSpPr txBox="1"/>
            <p:nvPr/>
          </p:nvSpPr>
          <p:spPr>
            <a:xfrm>
              <a:off x="8062317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49: 않습니다"/>
            <p:cNvSpPr txBox="1"/>
            <p:nvPr/>
          </p:nvSpPr>
          <p:spPr>
            <a:xfrm>
              <a:off x="8108752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0" name="Weave text 49: ."/>
            <p:cNvSpPr txBox="1"/>
            <p:nvPr/>
          </p:nvSpPr>
          <p:spPr>
            <a:xfrm>
              <a:off x="8756600" y="4345781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" name="Line 50: 스쳐 간 부탁과 작은 약속은 검색할 생각조차 놓침"/>
          <p:cNvGrpSpPr/>
          <p:nvPr/>
        </p:nvGrpSpPr>
        <p:grpSpPr>
          <a:xfrm>
            <a:off x="4543425" y="4712494"/>
            <a:ext cx="2754362" cy="251460"/>
            <a:chOff x="4543425" y="4712494"/>
            <a:chExt cx="2754362" cy="251460"/>
          </a:xfrm>
        </p:grpSpPr>
        <p:sp>
          <p:nvSpPr>
            <p:cNvPr id="122" name="Weave text 50: 스쳐"/>
            <p:cNvSpPr txBox="1"/>
            <p:nvPr/>
          </p:nvSpPr>
          <p:spPr>
            <a:xfrm>
              <a:off x="4543425" y="4712494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50:  "/>
            <p:cNvSpPr txBox="1"/>
            <p:nvPr/>
          </p:nvSpPr>
          <p:spPr>
            <a:xfrm>
              <a:off x="4788694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50: 간"/>
            <p:cNvSpPr txBox="1"/>
            <p:nvPr/>
          </p:nvSpPr>
          <p:spPr>
            <a:xfrm>
              <a:off x="4826198" y="4712494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50:  "/>
            <p:cNvSpPr txBox="1"/>
            <p:nvPr/>
          </p:nvSpPr>
          <p:spPr>
            <a:xfrm>
              <a:off x="4948833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50: 부탁과"/>
            <p:cNvSpPr txBox="1"/>
            <p:nvPr/>
          </p:nvSpPr>
          <p:spPr>
            <a:xfrm>
              <a:off x="4986338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부탁과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50:  "/>
            <p:cNvSpPr txBox="1"/>
            <p:nvPr/>
          </p:nvSpPr>
          <p:spPr>
            <a:xfrm>
              <a:off x="5354389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50: 작은"/>
            <p:cNvSpPr txBox="1"/>
            <p:nvPr/>
          </p:nvSpPr>
          <p:spPr>
            <a:xfrm>
              <a:off x="5391894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50:  "/>
            <p:cNvSpPr txBox="1"/>
            <p:nvPr/>
          </p:nvSpPr>
          <p:spPr>
            <a:xfrm>
              <a:off x="5637312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50: 약속은"/>
            <p:cNvSpPr txBox="1"/>
            <p:nvPr/>
          </p:nvSpPr>
          <p:spPr>
            <a:xfrm>
              <a:off x="5674816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약속은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50:  "/>
            <p:cNvSpPr txBox="1"/>
            <p:nvPr/>
          </p:nvSpPr>
          <p:spPr>
            <a:xfrm>
              <a:off x="6042868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50: 검색할"/>
            <p:cNvSpPr txBox="1"/>
            <p:nvPr/>
          </p:nvSpPr>
          <p:spPr>
            <a:xfrm>
              <a:off x="6080373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검색할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50:  "/>
            <p:cNvSpPr txBox="1"/>
            <p:nvPr/>
          </p:nvSpPr>
          <p:spPr>
            <a:xfrm>
              <a:off x="6448425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50: 생각조차"/>
            <p:cNvSpPr txBox="1"/>
            <p:nvPr/>
          </p:nvSpPr>
          <p:spPr>
            <a:xfrm>
              <a:off x="6485930" y="4712494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생각조차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50:  "/>
            <p:cNvSpPr txBox="1"/>
            <p:nvPr/>
          </p:nvSpPr>
          <p:spPr>
            <a:xfrm>
              <a:off x="6976616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50: 놓침"/>
            <p:cNvSpPr txBox="1"/>
            <p:nvPr/>
          </p:nvSpPr>
          <p:spPr>
            <a:xfrm>
              <a:off x="7014121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놓침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7" name="Line 51: 성빈 · 28세 신입사원"/>
          <p:cNvGrpSpPr/>
          <p:nvPr/>
        </p:nvGrpSpPr>
        <p:grpSpPr>
          <a:xfrm>
            <a:off x="609600" y="5543550"/>
            <a:ext cx="1044029" cy="220980"/>
            <a:chOff x="609600" y="5543550"/>
            <a:chExt cx="1044029" cy="220980"/>
          </a:xfrm>
        </p:grpSpPr>
        <p:sp>
          <p:nvSpPr>
            <p:cNvPr id="138" name="Weave text 51: 성빈"/>
            <p:cNvSpPr txBox="1"/>
            <p:nvPr/>
          </p:nvSpPr>
          <p:spPr>
            <a:xfrm>
              <a:off x="60960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성빈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51:  · 28"/>
            <p:cNvSpPr txBox="1"/>
            <p:nvPr/>
          </p:nvSpPr>
          <p:spPr>
            <a:xfrm>
              <a:off x="819894" y="5543550"/>
              <a:ext cx="2757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28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51: 세"/>
            <p:cNvSpPr txBox="1"/>
            <p:nvPr/>
          </p:nvSpPr>
          <p:spPr>
            <a:xfrm>
              <a:off x="1057424" y="5543550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51:  "/>
            <p:cNvSpPr txBox="1"/>
            <p:nvPr/>
          </p:nvSpPr>
          <p:spPr>
            <a:xfrm>
              <a:off x="1162645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51: 신입사원"/>
            <p:cNvSpPr txBox="1"/>
            <p:nvPr/>
          </p:nvSpPr>
          <p:spPr>
            <a:xfrm>
              <a:off x="1194792" y="554355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신입사원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3" name="Line 52: “찾느라 대화와 업무의 흐름을 끊고 싶지 않아요.”"/>
          <p:cNvGrpSpPr/>
          <p:nvPr/>
        </p:nvGrpSpPr>
        <p:grpSpPr>
          <a:xfrm>
            <a:off x="609600" y="5800725"/>
            <a:ext cx="3371106" cy="312420"/>
            <a:chOff x="609600" y="5800725"/>
            <a:chExt cx="3371106" cy="312420"/>
          </a:xfrm>
        </p:grpSpPr>
        <p:sp>
          <p:nvSpPr>
            <p:cNvPr id="144" name="Weave text 52: “"/>
            <p:cNvSpPr txBox="1"/>
            <p:nvPr/>
          </p:nvSpPr>
          <p:spPr>
            <a:xfrm>
              <a:off x="60960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52: 찾느라"/>
            <p:cNvSpPr txBox="1"/>
            <p:nvPr/>
          </p:nvSpPr>
          <p:spPr>
            <a:xfrm>
              <a:off x="67984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52:  "/>
            <p:cNvSpPr txBox="1"/>
            <p:nvPr/>
          </p:nvSpPr>
          <p:spPr>
            <a:xfrm>
              <a:off x="113764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52: 대화와"/>
            <p:cNvSpPr txBox="1"/>
            <p:nvPr/>
          </p:nvSpPr>
          <p:spPr>
            <a:xfrm>
              <a:off x="118080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52:  "/>
            <p:cNvSpPr txBox="1"/>
            <p:nvPr/>
          </p:nvSpPr>
          <p:spPr>
            <a:xfrm>
              <a:off x="163844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52: 업무의"/>
            <p:cNvSpPr txBox="1"/>
            <p:nvPr/>
          </p:nvSpPr>
          <p:spPr>
            <a:xfrm>
              <a:off x="1681609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업무의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52:  "/>
            <p:cNvSpPr txBox="1"/>
            <p:nvPr/>
          </p:nvSpPr>
          <p:spPr>
            <a:xfrm>
              <a:off x="2139404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52: 흐름을"/>
            <p:cNvSpPr txBox="1"/>
            <p:nvPr/>
          </p:nvSpPr>
          <p:spPr>
            <a:xfrm>
              <a:off x="2182416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흐름을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52:  "/>
            <p:cNvSpPr txBox="1"/>
            <p:nvPr/>
          </p:nvSpPr>
          <p:spPr>
            <a:xfrm>
              <a:off x="264021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52: 끊고"/>
            <p:cNvSpPr txBox="1"/>
            <p:nvPr/>
          </p:nvSpPr>
          <p:spPr>
            <a:xfrm>
              <a:off x="2683222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52:  "/>
            <p:cNvSpPr txBox="1"/>
            <p:nvPr/>
          </p:nvSpPr>
          <p:spPr>
            <a:xfrm>
              <a:off x="298846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52: 싶지"/>
            <p:cNvSpPr txBox="1"/>
            <p:nvPr/>
          </p:nvSpPr>
          <p:spPr>
            <a:xfrm>
              <a:off x="303148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52:  "/>
            <p:cNvSpPr txBox="1"/>
            <p:nvPr/>
          </p:nvSpPr>
          <p:spPr>
            <a:xfrm>
              <a:off x="333672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52: 않아요"/>
            <p:cNvSpPr txBox="1"/>
            <p:nvPr/>
          </p:nvSpPr>
          <p:spPr>
            <a:xfrm>
              <a:off x="337973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52: .”"/>
            <p:cNvSpPr txBox="1"/>
            <p:nvPr/>
          </p:nvSpPr>
          <p:spPr>
            <a:xfrm>
              <a:off x="383753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9" name="Line 53: 지현 · 26세 직장인"/>
          <p:cNvGrpSpPr/>
          <p:nvPr/>
        </p:nvGrpSpPr>
        <p:grpSpPr>
          <a:xfrm>
            <a:off x="6648450" y="5543550"/>
            <a:ext cx="939105" cy="220980"/>
            <a:chOff x="6648450" y="5543550"/>
            <a:chExt cx="939105" cy="220980"/>
          </a:xfrm>
        </p:grpSpPr>
        <p:sp>
          <p:nvSpPr>
            <p:cNvPr id="160" name="Weave text 53: 지현"/>
            <p:cNvSpPr txBox="1"/>
            <p:nvPr/>
          </p:nvSpPr>
          <p:spPr>
            <a:xfrm>
              <a:off x="664845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53:  · 26"/>
            <p:cNvSpPr txBox="1"/>
            <p:nvPr/>
          </p:nvSpPr>
          <p:spPr>
            <a:xfrm>
              <a:off x="6858744" y="5543550"/>
              <a:ext cx="27607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26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53: 세"/>
            <p:cNvSpPr txBox="1"/>
            <p:nvPr/>
          </p:nvSpPr>
          <p:spPr>
            <a:xfrm>
              <a:off x="7096571" y="55435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53:  "/>
            <p:cNvSpPr txBox="1"/>
            <p:nvPr/>
          </p:nvSpPr>
          <p:spPr>
            <a:xfrm>
              <a:off x="7201644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53: 직장인"/>
            <p:cNvSpPr txBox="1"/>
            <p:nvPr/>
          </p:nvSpPr>
          <p:spPr>
            <a:xfrm>
              <a:off x="7233791" y="554355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직장인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54: “가족·친구들이 흘린 말 한마디를 놓치지 않고"/>
          <p:cNvGrpSpPr/>
          <p:nvPr/>
        </p:nvGrpSpPr>
        <p:grpSpPr>
          <a:xfrm>
            <a:off x="6648450" y="5800725"/>
            <a:ext cx="3114824" cy="312420"/>
            <a:chOff x="6648450" y="5800725"/>
            <a:chExt cx="3114824" cy="312420"/>
          </a:xfrm>
        </p:grpSpPr>
        <p:sp>
          <p:nvSpPr>
            <p:cNvPr id="166" name="Weave text 54: “"/>
            <p:cNvSpPr txBox="1"/>
            <p:nvPr/>
          </p:nvSpPr>
          <p:spPr>
            <a:xfrm>
              <a:off x="664845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54: 가족"/>
            <p:cNvSpPr txBox="1"/>
            <p:nvPr/>
          </p:nvSpPr>
          <p:spPr>
            <a:xfrm>
              <a:off x="6718697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54: ·"/>
            <p:cNvSpPr txBox="1"/>
            <p:nvPr/>
          </p:nvSpPr>
          <p:spPr>
            <a:xfrm>
              <a:off x="7023943" y="5800725"/>
              <a:ext cx="82451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54: 친구들이"/>
            <p:cNvSpPr txBox="1"/>
            <p:nvPr/>
          </p:nvSpPr>
          <p:spPr>
            <a:xfrm>
              <a:off x="7068145" y="5800725"/>
              <a:ext cx="64859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친구들이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54:  "/>
            <p:cNvSpPr txBox="1"/>
            <p:nvPr/>
          </p:nvSpPr>
          <p:spPr>
            <a:xfrm>
              <a:off x="767848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54: 흘린"/>
            <p:cNvSpPr txBox="1"/>
            <p:nvPr/>
          </p:nvSpPr>
          <p:spPr>
            <a:xfrm>
              <a:off x="7721650" y="5800725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흘린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54:  "/>
            <p:cNvSpPr txBox="1"/>
            <p:nvPr/>
          </p:nvSpPr>
          <p:spPr>
            <a:xfrm>
              <a:off x="8026747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54: 말"/>
            <p:cNvSpPr txBox="1"/>
            <p:nvPr/>
          </p:nvSpPr>
          <p:spPr>
            <a:xfrm>
              <a:off x="8069907" y="5800725"/>
              <a:ext cx="19079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말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54:  "/>
            <p:cNvSpPr txBox="1"/>
            <p:nvPr/>
          </p:nvSpPr>
          <p:spPr>
            <a:xfrm>
              <a:off x="8222456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54: 한마디를"/>
            <p:cNvSpPr txBox="1"/>
            <p:nvPr/>
          </p:nvSpPr>
          <p:spPr>
            <a:xfrm>
              <a:off x="8265468" y="5800725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한마디를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54:  "/>
            <p:cNvSpPr txBox="1"/>
            <p:nvPr/>
          </p:nvSpPr>
          <p:spPr>
            <a:xfrm>
              <a:off x="887596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54: 놓치지"/>
            <p:cNvSpPr txBox="1"/>
            <p:nvPr/>
          </p:nvSpPr>
          <p:spPr>
            <a:xfrm>
              <a:off x="8918972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54:  "/>
            <p:cNvSpPr txBox="1"/>
            <p:nvPr/>
          </p:nvSpPr>
          <p:spPr>
            <a:xfrm>
              <a:off x="937676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54: 않고"/>
            <p:cNvSpPr txBox="1"/>
            <p:nvPr/>
          </p:nvSpPr>
          <p:spPr>
            <a:xfrm>
              <a:off x="9419779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0" name="Line 55: 제때 챙겨주고 싶어요.”"/>
          <p:cNvGrpSpPr/>
          <p:nvPr/>
        </p:nvGrpSpPr>
        <p:grpSpPr>
          <a:xfrm>
            <a:off x="6648450" y="6057900"/>
            <a:ext cx="1602581" cy="312420"/>
            <a:chOff x="6648450" y="6057900"/>
            <a:chExt cx="1602581" cy="312420"/>
          </a:xfrm>
        </p:grpSpPr>
        <p:sp>
          <p:nvSpPr>
            <p:cNvPr id="181" name="Weave text 55: 제때"/>
            <p:cNvSpPr txBox="1"/>
            <p:nvPr/>
          </p:nvSpPr>
          <p:spPr>
            <a:xfrm>
              <a:off x="6648450" y="60579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55:  "/>
            <p:cNvSpPr txBox="1"/>
            <p:nvPr/>
          </p:nvSpPr>
          <p:spPr>
            <a:xfrm>
              <a:off x="6953548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55: 챙겨주고"/>
            <p:cNvSpPr txBox="1"/>
            <p:nvPr/>
          </p:nvSpPr>
          <p:spPr>
            <a:xfrm>
              <a:off x="6996559" y="6057900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챙겨주고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55:  "/>
            <p:cNvSpPr txBox="1"/>
            <p:nvPr/>
          </p:nvSpPr>
          <p:spPr>
            <a:xfrm>
              <a:off x="7607052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55: 싶어요"/>
            <p:cNvSpPr txBox="1"/>
            <p:nvPr/>
          </p:nvSpPr>
          <p:spPr>
            <a:xfrm>
              <a:off x="7650063" y="60579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싶어요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55: .”"/>
            <p:cNvSpPr txBox="1"/>
            <p:nvPr/>
          </p:nvSpPr>
          <p:spPr>
            <a:xfrm>
              <a:off x="8107859" y="6057900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7" name="Line 56: 03 / 12"/>
          <p:cNvGrpSpPr/>
          <p:nvPr/>
        </p:nvGrpSpPr>
        <p:grpSpPr>
          <a:xfrm>
            <a:off x="11151989" y="6486525"/>
            <a:ext cx="468511" cy="190500"/>
            <a:chOff x="11151989" y="6486525"/>
            <a:chExt cx="468511" cy="190500"/>
          </a:xfrm>
        </p:grpSpPr>
        <p:sp>
          <p:nvSpPr>
            <p:cNvPr id="188" name="Weave text 56: 03 / 12"/>
            <p:cNvSpPr txBox="1"/>
            <p:nvPr/>
          </p:nvSpPr>
          <p:spPr>
            <a:xfrm>
              <a:off x="11151989" y="6486525"/>
              <a:ext cx="4685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03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57: 04 / SOLUTION"/>
          <p:cNvGrpSpPr/>
          <p:nvPr/>
        </p:nvGrpSpPr>
        <p:grpSpPr>
          <a:xfrm>
            <a:off x="609600" y="371475"/>
            <a:ext cx="1058019" cy="205740"/>
            <a:chOff x="609600" y="371475"/>
            <a:chExt cx="1058019" cy="205740"/>
          </a:xfrm>
        </p:grpSpPr>
        <p:sp>
          <p:nvSpPr>
            <p:cNvPr id="4" name="Weave text 57: 04 / SOLUTION"/>
            <p:cNvSpPr txBox="1"/>
            <p:nvPr/>
          </p:nvSpPr>
          <p:spPr>
            <a:xfrm>
              <a:off x="609600" y="371475"/>
              <a:ext cx="105801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04 / SOLUTION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58: 같은 기록, 세 가지 사용 방식."/>
          <p:cNvGrpSpPr/>
          <p:nvPr/>
        </p:nvGrpSpPr>
        <p:grpSpPr>
          <a:xfrm>
            <a:off x="609600" y="704850"/>
            <a:ext cx="4266158" cy="647700"/>
            <a:chOff x="609600" y="704850"/>
            <a:chExt cx="4266158" cy="647700"/>
          </a:xfrm>
        </p:grpSpPr>
        <p:sp>
          <p:nvSpPr>
            <p:cNvPr id="6" name="Weave text 58: 같은"/>
            <p:cNvSpPr txBox="1"/>
            <p:nvPr/>
          </p:nvSpPr>
          <p:spPr>
            <a:xfrm>
              <a:off x="609600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같은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58:  "/>
            <p:cNvSpPr txBox="1"/>
            <p:nvPr/>
          </p:nvSpPr>
          <p:spPr>
            <a:xfrm>
              <a:off x="1272480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58: 기록"/>
            <p:cNvSpPr txBox="1"/>
            <p:nvPr/>
          </p:nvSpPr>
          <p:spPr>
            <a:xfrm>
              <a:off x="134942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58: , "/>
            <p:cNvSpPr txBox="1"/>
            <p:nvPr/>
          </p:nvSpPr>
          <p:spPr>
            <a:xfrm>
              <a:off x="201230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58: 세"/>
            <p:cNvSpPr txBox="1"/>
            <p:nvPr/>
          </p:nvSpPr>
          <p:spPr>
            <a:xfrm>
              <a:off x="2183904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58:  "/>
            <p:cNvSpPr txBox="1"/>
            <p:nvPr/>
          </p:nvSpPr>
          <p:spPr>
            <a:xfrm>
              <a:off x="251534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58: 가지"/>
            <p:cNvSpPr txBox="1"/>
            <p:nvPr/>
          </p:nvSpPr>
          <p:spPr>
            <a:xfrm>
              <a:off x="259228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58:  "/>
            <p:cNvSpPr txBox="1"/>
            <p:nvPr/>
          </p:nvSpPr>
          <p:spPr>
            <a:xfrm>
              <a:off x="325531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58: 사용"/>
            <p:cNvSpPr txBox="1"/>
            <p:nvPr/>
          </p:nvSpPr>
          <p:spPr>
            <a:xfrm>
              <a:off x="3332262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58:  "/>
            <p:cNvSpPr txBox="1"/>
            <p:nvPr/>
          </p:nvSpPr>
          <p:spPr>
            <a:xfrm>
              <a:off x="399514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58: 방식"/>
            <p:cNvSpPr txBox="1"/>
            <p:nvPr/>
          </p:nvSpPr>
          <p:spPr>
            <a:xfrm>
              <a:off x="407208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방식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58: ."/>
            <p:cNvSpPr txBox="1"/>
            <p:nvPr/>
          </p:nvSpPr>
          <p:spPr>
            <a:xfrm>
              <a:off x="473496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59: Weave Assist는 흩어진 기록을 엮어, 필요한 순간 건네는 온디바"/>
          <p:cNvGrpSpPr/>
          <p:nvPr/>
        </p:nvGrpSpPr>
        <p:grpSpPr>
          <a:xfrm>
            <a:off x="609600" y="1343025"/>
            <a:ext cx="5399187" cy="297180"/>
            <a:chOff x="609600" y="1343025"/>
            <a:chExt cx="5399187" cy="297180"/>
          </a:xfrm>
        </p:grpSpPr>
        <p:sp>
          <p:nvSpPr>
            <p:cNvPr id="19" name="Weave text 59: Weave Assist"/>
            <p:cNvSpPr txBox="1"/>
            <p:nvPr/>
          </p:nvSpPr>
          <p:spPr>
            <a:xfrm>
              <a:off x="609600" y="1343025"/>
              <a:ext cx="106218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Weave Assist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" name="Weave text 59: 는"/>
            <p:cNvSpPr txBox="1"/>
            <p:nvPr/>
          </p:nvSpPr>
          <p:spPr>
            <a:xfrm>
              <a:off x="1633538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" name="Weave text 59:  "/>
            <p:cNvSpPr txBox="1"/>
            <p:nvPr/>
          </p:nvSpPr>
          <p:spPr>
            <a:xfrm>
              <a:off x="17825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" name="Weave text 59: 흩어진"/>
            <p:cNvSpPr txBox="1"/>
            <p:nvPr/>
          </p:nvSpPr>
          <p:spPr>
            <a:xfrm>
              <a:off x="182805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59:  "/>
            <p:cNvSpPr txBox="1"/>
            <p:nvPr/>
          </p:nvSpPr>
          <p:spPr>
            <a:xfrm>
              <a:off x="227498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59: 기록을"/>
            <p:cNvSpPr txBox="1"/>
            <p:nvPr/>
          </p:nvSpPr>
          <p:spPr>
            <a:xfrm>
              <a:off x="2320528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59:  "/>
            <p:cNvSpPr txBox="1"/>
            <p:nvPr/>
          </p:nvSpPr>
          <p:spPr>
            <a:xfrm>
              <a:off x="27673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59: 엮어"/>
            <p:cNvSpPr txBox="1"/>
            <p:nvPr/>
          </p:nvSpPr>
          <p:spPr>
            <a:xfrm>
              <a:off x="281285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59: , "/>
            <p:cNvSpPr txBox="1"/>
            <p:nvPr/>
          </p:nvSpPr>
          <p:spPr>
            <a:xfrm>
              <a:off x="311080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59: 필요한"/>
            <p:cNvSpPr txBox="1"/>
            <p:nvPr/>
          </p:nvSpPr>
          <p:spPr>
            <a:xfrm>
              <a:off x="320307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59:  "/>
            <p:cNvSpPr txBox="1"/>
            <p:nvPr/>
          </p:nvSpPr>
          <p:spPr>
            <a:xfrm>
              <a:off x="36500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59: 순간"/>
            <p:cNvSpPr txBox="1"/>
            <p:nvPr/>
          </p:nvSpPr>
          <p:spPr>
            <a:xfrm>
              <a:off x="369555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59:  "/>
            <p:cNvSpPr txBox="1"/>
            <p:nvPr/>
          </p:nvSpPr>
          <p:spPr>
            <a:xfrm>
              <a:off x="39935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" name="Weave text 59: 건네는"/>
            <p:cNvSpPr txBox="1"/>
            <p:nvPr/>
          </p:nvSpPr>
          <p:spPr>
            <a:xfrm>
              <a:off x="4039046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건네는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59:  "/>
            <p:cNvSpPr txBox="1"/>
            <p:nvPr/>
          </p:nvSpPr>
          <p:spPr>
            <a:xfrm>
              <a:off x="448582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59: 온디바이스"/>
            <p:cNvSpPr txBox="1"/>
            <p:nvPr/>
          </p:nvSpPr>
          <p:spPr>
            <a:xfrm>
              <a:off x="4531370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59:  AI"/>
            <p:cNvSpPr txBox="1"/>
            <p:nvPr/>
          </p:nvSpPr>
          <p:spPr>
            <a:xfrm>
              <a:off x="5276255" y="1343025"/>
              <a:ext cx="23901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59: 입니다"/>
            <p:cNvSpPr txBox="1"/>
            <p:nvPr/>
          </p:nvSpPr>
          <p:spPr>
            <a:xfrm>
              <a:off x="547702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59: ."/>
            <p:cNvSpPr txBox="1"/>
            <p:nvPr/>
          </p:nvSpPr>
          <p:spPr>
            <a:xfrm>
              <a:off x="5923955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" name="Line 60: 내 기록"/>
          <p:cNvGrpSpPr/>
          <p:nvPr/>
        </p:nvGrpSpPr>
        <p:grpSpPr>
          <a:xfrm>
            <a:off x="609600" y="2143125"/>
            <a:ext cx="439787" cy="251460"/>
            <a:chOff x="609600" y="2143125"/>
            <a:chExt cx="439787" cy="251460"/>
          </a:xfrm>
        </p:grpSpPr>
        <p:sp>
          <p:nvSpPr>
            <p:cNvPr id="39" name="Weave text 60: 내"/>
            <p:cNvSpPr txBox="1"/>
            <p:nvPr/>
          </p:nvSpPr>
          <p:spPr>
            <a:xfrm>
              <a:off x="609600" y="21431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" name="Weave text 60:  "/>
            <p:cNvSpPr txBox="1"/>
            <p:nvPr/>
          </p:nvSpPr>
          <p:spPr>
            <a:xfrm>
              <a:off x="73223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" name="Weave text 60: 기록"/>
            <p:cNvSpPr txBox="1"/>
            <p:nvPr/>
          </p:nvSpPr>
          <p:spPr>
            <a:xfrm>
              <a:off x="765870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2" name="Line 61: 대화 · 메모 · 메일 · 일정 · 사진 등"/>
          <p:cNvGrpSpPr/>
          <p:nvPr/>
        </p:nvGrpSpPr>
        <p:grpSpPr>
          <a:xfrm>
            <a:off x="1258937" y="2143125"/>
            <a:ext cx="2404765" cy="312420"/>
            <a:chOff x="1258937" y="2143125"/>
            <a:chExt cx="2404765" cy="312420"/>
          </a:xfrm>
        </p:grpSpPr>
        <p:sp>
          <p:nvSpPr>
            <p:cNvPr id="43" name="Weave text 61: 대화"/>
            <p:cNvSpPr txBox="1"/>
            <p:nvPr/>
          </p:nvSpPr>
          <p:spPr>
            <a:xfrm>
              <a:off x="1258937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61:  · "/>
            <p:cNvSpPr txBox="1"/>
            <p:nvPr/>
          </p:nvSpPr>
          <p:spPr>
            <a:xfrm>
              <a:off x="1574304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61: 메모"/>
            <p:cNvSpPr txBox="1"/>
            <p:nvPr/>
          </p:nvSpPr>
          <p:spPr>
            <a:xfrm>
              <a:off x="1720155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61:  · "/>
            <p:cNvSpPr txBox="1"/>
            <p:nvPr/>
          </p:nvSpPr>
          <p:spPr>
            <a:xfrm>
              <a:off x="2035671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61: 메일"/>
            <p:cNvSpPr txBox="1"/>
            <p:nvPr/>
          </p:nvSpPr>
          <p:spPr>
            <a:xfrm>
              <a:off x="2181523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61:  · "/>
            <p:cNvSpPr txBox="1"/>
            <p:nvPr/>
          </p:nvSpPr>
          <p:spPr>
            <a:xfrm>
              <a:off x="2496889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61: 일정"/>
            <p:cNvSpPr txBox="1"/>
            <p:nvPr/>
          </p:nvSpPr>
          <p:spPr>
            <a:xfrm>
              <a:off x="2642741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61:  · "/>
            <p:cNvSpPr txBox="1"/>
            <p:nvPr/>
          </p:nvSpPr>
          <p:spPr>
            <a:xfrm>
              <a:off x="2958257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61: 사진"/>
            <p:cNvSpPr txBox="1"/>
            <p:nvPr/>
          </p:nvSpPr>
          <p:spPr>
            <a:xfrm>
              <a:off x="310410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61:  "/>
            <p:cNvSpPr txBox="1"/>
            <p:nvPr/>
          </p:nvSpPr>
          <p:spPr>
            <a:xfrm>
              <a:off x="3419475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" name="Weave text 61: 등"/>
            <p:cNvSpPr txBox="1"/>
            <p:nvPr/>
          </p:nvSpPr>
          <p:spPr>
            <a:xfrm>
              <a:off x="3467695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" name="Line 62: 현재 맥락"/>
          <p:cNvGrpSpPr/>
          <p:nvPr/>
        </p:nvGrpSpPr>
        <p:grpSpPr>
          <a:xfrm>
            <a:off x="6143625" y="2143125"/>
            <a:ext cx="562570" cy="251460"/>
            <a:chOff x="6143625" y="2143125"/>
            <a:chExt cx="562570" cy="251460"/>
          </a:xfrm>
        </p:grpSpPr>
        <p:sp>
          <p:nvSpPr>
            <p:cNvPr id="55" name="Weave text 62: 현재"/>
            <p:cNvSpPr txBox="1"/>
            <p:nvPr/>
          </p:nvSpPr>
          <p:spPr>
            <a:xfrm>
              <a:off x="6143625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현재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62:  "/>
            <p:cNvSpPr txBox="1"/>
            <p:nvPr/>
          </p:nvSpPr>
          <p:spPr>
            <a:xfrm>
              <a:off x="638889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62: 맥락"/>
            <p:cNvSpPr txBox="1"/>
            <p:nvPr/>
          </p:nvSpPr>
          <p:spPr>
            <a:xfrm>
              <a:off x="6422529" y="21431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맥락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8" name="Line 63: 작성 중인 내용 · 대화 · 시간 · 위치 등"/>
          <p:cNvGrpSpPr/>
          <p:nvPr/>
        </p:nvGrpSpPr>
        <p:grpSpPr>
          <a:xfrm>
            <a:off x="6896695" y="2143125"/>
            <a:ext cx="2670870" cy="312420"/>
            <a:chOff x="6896695" y="2143125"/>
            <a:chExt cx="2670870" cy="312420"/>
          </a:xfrm>
        </p:grpSpPr>
        <p:sp>
          <p:nvSpPr>
            <p:cNvPr id="59" name="Weave text 63: 작성"/>
            <p:cNvSpPr txBox="1"/>
            <p:nvPr/>
          </p:nvSpPr>
          <p:spPr>
            <a:xfrm>
              <a:off x="6896695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" name="Weave text 63:  "/>
            <p:cNvSpPr txBox="1"/>
            <p:nvPr/>
          </p:nvSpPr>
          <p:spPr>
            <a:xfrm>
              <a:off x="7212062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" name="Weave text 63: 중인"/>
            <p:cNvSpPr txBox="1"/>
            <p:nvPr/>
          </p:nvSpPr>
          <p:spPr>
            <a:xfrm>
              <a:off x="726028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" name="Weave text 63:  "/>
            <p:cNvSpPr txBox="1"/>
            <p:nvPr/>
          </p:nvSpPr>
          <p:spPr>
            <a:xfrm>
              <a:off x="757579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" name="Weave text 63: 내용"/>
            <p:cNvSpPr txBox="1"/>
            <p:nvPr/>
          </p:nvSpPr>
          <p:spPr>
            <a:xfrm>
              <a:off x="762401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63:  · "/>
            <p:cNvSpPr txBox="1"/>
            <p:nvPr/>
          </p:nvSpPr>
          <p:spPr>
            <a:xfrm>
              <a:off x="7939385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63: 대화"/>
            <p:cNvSpPr txBox="1"/>
            <p:nvPr/>
          </p:nvSpPr>
          <p:spPr>
            <a:xfrm>
              <a:off x="8085237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63:  · "/>
            <p:cNvSpPr txBox="1"/>
            <p:nvPr/>
          </p:nvSpPr>
          <p:spPr>
            <a:xfrm>
              <a:off x="8400752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63: 시간"/>
            <p:cNvSpPr txBox="1"/>
            <p:nvPr/>
          </p:nvSpPr>
          <p:spPr>
            <a:xfrm>
              <a:off x="8546604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63:  · "/>
            <p:cNvSpPr txBox="1"/>
            <p:nvPr/>
          </p:nvSpPr>
          <p:spPr>
            <a:xfrm>
              <a:off x="8862120" y="2143125"/>
              <a:ext cx="18395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63: 위치"/>
            <p:cNvSpPr txBox="1"/>
            <p:nvPr/>
          </p:nvSpPr>
          <p:spPr>
            <a:xfrm>
              <a:off x="900782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63:  "/>
            <p:cNvSpPr txBox="1"/>
            <p:nvPr/>
          </p:nvSpPr>
          <p:spPr>
            <a:xfrm>
              <a:off x="932333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63: 등"/>
            <p:cNvSpPr txBox="1"/>
            <p:nvPr/>
          </p:nvSpPr>
          <p:spPr>
            <a:xfrm>
              <a:off x="9371558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2" name="Line 64: 사용 방식"/>
          <p:cNvGrpSpPr/>
          <p:nvPr/>
        </p:nvGrpSpPr>
        <p:grpSpPr>
          <a:xfrm>
            <a:off x="609600" y="2867025"/>
            <a:ext cx="513755" cy="220980"/>
            <a:chOff x="609600" y="2867025"/>
            <a:chExt cx="513755" cy="220980"/>
          </a:xfrm>
        </p:grpSpPr>
        <p:sp>
          <p:nvSpPr>
            <p:cNvPr id="73" name="Weave text 64: 사용"/>
            <p:cNvSpPr txBox="1"/>
            <p:nvPr/>
          </p:nvSpPr>
          <p:spPr>
            <a:xfrm>
              <a:off x="60960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64:  "/>
            <p:cNvSpPr txBox="1"/>
            <p:nvPr/>
          </p:nvSpPr>
          <p:spPr>
            <a:xfrm>
              <a:off x="82897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64: 방식"/>
            <p:cNvSpPr txBox="1"/>
            <p:nvPr/>
          </p:nvSpPr>
          <p:spPr>
            <a:xfrm>
              <a:off x="86573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방식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6" name="Line 65: 언제"/>
          <p:cNvGrpSpPr/>
          <p:nvPr/>
        </p:nvGrpSpPr>
        <p:grpSpPr>
          <a:xfrm>
            <a:off x="3143250" y="2867025"/>
            <a:ext cx="257621" cy="220980"/>
            <a:chOff x="3143250" y="2867025"/>
            <a:chExt cx="257621" cy="220980"/>
          </a:xfrm>
        </p:grpSpPr>
        <p:sp>
          <p:nvSpPr>
            <p:cNvPr id="77" name="Weave text 65: 언제"/>
            <p:cNvSpPr txBox="1"/>
            <p:nvPr/>
          </p:nvSpPr>
          <p:spPr>
            <a:xfrm>
              <a:off x="3143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언제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8" name="Line 66: 어떻게"/>
          <p:cNvGrpSpPr/>
          <p:nvPr/>
        </p:nvGrpSpPr>
        <p:grpSpPr>
          <a:xfrm>
            <a:off x="5962650" y="2867025"/>
            <a:ext cx="367308" cy="220980"/>
            <a:chOff x="5962650" y="2867025"/>
            <a:chExt cx="367308" cy="220980"/>
          </a:xfrm>
        </p:grpSpPr>
        <p:sp>
          <p:nvSpPr>
            <p:cNvPr id="79" name="Weave text 66: 어떻게"/>
            <p:cNvSpPr txBox="1"/>
            <p:nvPr/>
          </p:nvSpPr>
          <p:spPr>
            <a:xfrm>
              <a:off x="5962650" y="2867025"/>
              <a:ext cx="367308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어떻게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0" name="Line 67: 사용 경험"/>
          <p:cNvGrpSpPr/>
          <p:nvPr/>
        </p:nvGrpSpPr>
        <p:grpSpPr>
          <a:xfrm>
            <a:off x="8477250" y="2867025"/>
            <a:ext cx="513755" cy="220980"/>
            <a:chOff x="8477250" y="2867025"/>
            <a:chExt cx="513755" cy="220980"/>
          </a:xfrm>
        </p:grpSpPr>
        <p:sp>
          <p:nvSpPr>
            <p:cNvPr id="81" name="Weave text 67: 사용"/>
            <p:cNvSpPr txBox="1"/>
            <p:nvPr/>
          </p:nvSpPr>
          <p:spPr>
            <a:xfrm>
              <a:off x="8477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67:  "/>
            <p:cNvSpPr txBox="1"/>
            <p:nvPr/>
          </p:nvSpPr>
          <p:spPr>
            <a:xfrm>
              <a:off x="869662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67: 경험"/>
            <p:cNvSpPr txBox="1"/>
            <p:nvPr/>
          </p:nvSpPr>
          <p:spPr>
            <a:xfrm>
              <a:off x="873338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4" name="Line 68: 01"/>
          <p:cNvGrpSpPr/>
          <p:nvPr/>
        </p:nvGrpSpPr>
        <p:grpSpPr>
          <a:xfrm>
            <a:off x="609600" y="3509962"/>
            <a:ext cx="156716" cy="220980"/>
            <a:chOff x="609600" y="3509962"/>
            <a:chExt cx="156716" cy="220980"/>
          </a:xfrm>
        </p:grpSpPr>
        <p:sp>
          <p:nvSpPr>
            <p:cNvPr id="85" name="Weave text 68: 01"/>
            <p:cNvSpPr txBox="1"/>
            <p:nvPr/>
          </p:nvSpPr>
          <p:spPr>
            <a:xfrm>
              <a:off x="609600" y="3509962"/>
              <a:ext cx="15671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6" name="Line 69: 전역 검색"/>
          <p:cNvGrpSpPr/>
          <p:nvPr/>
        </p:nvGrpSpPr>
        <p:grpSpPr>
          <a:xfrm>
            <a:off x="871091" y="3455194"/>
            <a:ext cx="784622" cy="358140"/>
            <a:chOff x="871091" y="3455194"/>
            <a:chExt cx="784622" cy="358140"/>
          </a:xfrm>
        </p:grpSpPr>
        <p:sp>
          <p:nvSpPr>
            <p:cNvPr id="87" name="Weave text 69: 전역"/>
            <p:cNvSpPr txBox="1"/>
            <p:nvPr/>
          </p:nvSpPr>
          <p:spPr>
            <a:xfrm>
              <a:off x="871091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전역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8" name="Weave text 69:  "/>
            <p:cNvSpPr txBox="1"/>
            <p:nvPr/>
          </p:nvSpPr>
          <p:spPr>
            <a:xfrm>
              <a:off x="1223070" y="34551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9" name="Weave text 69: 검색"/>
            <p:cNvSpPr txBox="1"/>
            <p:nvPr/>
          </p:nvSpPr>
          <p:spPr>
            <a:xfrm>
              <a:off x="1265486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0" name="Line 70: 필요한 내용을 알고"/>
          <p:cNvGrpSpPr/>
          <p:nvPr/>
        </p:nvGrpSpPr>
        <p:grpSpPr>
          <a:xfrm>
            <a:off x="3143250" y="3347591"/>
            <a:ext cx="1320998" cy="297180"/>
            <a:chOff x="3143250" y="3347591"/>
            <a:chExt cx="1320998" cy="297180"/>
          </a:xfrm>
        </p:grpSpPr>
        <p:sp>
          <p:nvSpPr>
            <p:cNvPr id="91" name="Weave text 70: 필요한"/>
            <p:cNvSpPr txBox="1"/>
            <p:nvPr/>
          </p:nvSpPr>
          <p:spPr>
            <a:xfrm>
              <a:off x="3143250" y="33475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70:  "/>
            <p:cNvSpPr txBox="1"/>
            <p:nvPr/>
          </p:nvSpPr>
          <p:spPr>
            <a:xfrm>
              <a:off x="3590032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70: 내용을"/>
            <p:cNvSpPr txBox="1"/>
            <p:nvPr/>
          </p:nvSpPr>
          <p:spPr>
            <a:xfrm>
              <a:off x="3635573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70:  "/>
            <p:cNvSpPr txBox="1"/>
            <p:nvPr/>
          </p:nvSpPr>
          <p:spPr>
            <a:xfrm>
              <a:off x="4082504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70: 알고"/>
            <p:cNvSpPr txBox="1"/>
            <p:nvPr/>
          </p:nvSpPr>
          <p:spPr>
            <a:xfrm>
              <a:off x="412804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6" name="Line 71: 직접 찾을 때"/>
          <p:cNvGrpSpPr/>
          <p:nvPr/>
        </p:nvGrpSpPr>
        <p:grpSpPr>
          <a:xfrm>
            <a:off x="3143250" y="3614738"/>
            <a:ext cx="874068" cy="297180"/>
            <a:chOff x="3143250" y="3614738"/>
            <a:chExt cx="874068" cy="297180"/>
          </a:xfrm>
        </p:grpSpPr>
        <p:sp>
          <p:nvSpPr>
            <p:cNvPr id="97" name="Weave text 71: 직접"/>
            <p:cNvSpPr txBox="1"/>
            <p:nvPr/>
          </p:nvSpPr>
          <p:spPr>
            <a:xfrm>
              <a:off x="3143250" y="36147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71:  "/>
            <p:cNvSpPr txBox="1"/>
            <p:nvPr/>
          </p:nvSpPr>
          <p:spPr>
            <a:xfrm>
              <a:off x="3441055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71: 찾을"/>
            <p:cNvSpPr txBox="1"/>
            <p:nvPr/>
          </p:nvSpPr>
          <p:spPr>
            <a:xfrm>
              <a:off x="3486596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71:  "/>
            <p:cNvSpPr txBox="1"/>
            <p:nvPr/>
          </p:nvSpPr>
          <p:spPr>
            <a:xfrm>
              <a:off x="3784550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71: 때"/>
            <p:cNvSpPr txBox="1"/>
            <p:nvPr/>
          </p:nvSpPr>
          <p:spPr>
            <a:xfrm>
              <a:off x="3830092" y="36147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2" name="Line 72: 검색 패널을 열고"/>
          <p:cNvGrpSpPr/>
          <p:nvPr/>
        </p:nvGrpSpPr>
        <p:grpSpPr>
          <a:xfrm>
            <a:off x="5962650" y="3347591"/>
            <a:ext cx="1172021" cy="297180"/>
            <a:chOff x="5962650" y="3347591"/>
            <a:chExt cx="1172021" cy="297180"/>
          </a:xfrm>
        </p:grpSpPr>
        <p:sp>
          <p:nvSpPr>
            <p:cNvPr id="103" name="Weave text 72: 검색"/>
            <p:cNvSpPr txBox="1"/>
            <p:nvPr/>
          </p:nvSpPr>
          <p:spPr>
            <a:xfrm>
              <a:off x="59626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4" name="Weave text 72:  "/>
            <p:cNvSpPr txBox="1"/>
            <p:nvPr/>
          </p:nvSpPr>
          <p:spPr>
            <a:xfrm>
              <a:off x="62604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5" name="Weave text 72: 패널을"/>
            <p:cNvSpPr txBox="1"/>
            <p:nvPr/>
          </p:nvSpPr>
          <p:spPr>
            <a:xfrm>
              <a:off x="6305996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패널을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6" name="Weave text 72:  "/>
            <p:cNvSpPr txBox="1"/>
            <p:nvPr/>
          </p:nvSpPr>
          <p:spPr>
            <a:xfrm>
              <a:off x="6752927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7" name="Weave text 72: 열고"/>
            <p:cNvSpPr txBox="1"/>
            <p:nvPr/>
          </p:nvSpPr>
          <p:spPr>
            <a:xfrm>
              <a:off x="6798469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열고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8" name="Line 73: 기억나는 내용을 입력"/>
          <p:cNvGrpSpPr/>
          <p:nvPr/>
        </p:nvGrpSpPr>
        <p:grpSpPr>
          <a:xfrm>
            <a:off x="5962650" y="3614738"/>
            <a:ext cx="1469975" cy="297180"/>
            <a:chOff x="5962650" y="3614738"/>
            <a:chExt cx="1469975" cy="297180"/>
          </a:xfrm>
        </p:grpSpPr>
        <p:sp>
          <p:nvSpPr>
            <p:cNvPr id="109" name="Weave text 73: 기억나는"/>
            <p:cNvSpPr txBox="1"/>
            <p:nvPr/>
          </p:nvSpPr>
          <p:spPr>
            <a:xfrm>
              <a:off x="5962650" y="36147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기억나는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73:  "/>
            <p:cNvSpPr txBox="1"/>
            <p:nvPr/>
          </p:nvSpPr>
          <p:spPr>
            <a:xfrm>
              <a:off x="6558409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73: 내용을"/>
            <p:cNvSpPr txBox="1"/>
            <p:nvPr/>
          </p:nvSpPr>
          <p:spPr>
            <a:xfrm>
              <a:off x="6603950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73:  "/>
            <p:cNvSpPr txBox="1"/>
            <p:nvPr/>
          </p:nvSpPr>
          <p:spPr>
            <a:xfrm>
              <a:off x="70508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73: 입력"/>
            <p:cNvSpPr txBox="1"/>
            <p:nvPr/>
          </p:nvSpPr>
          <p:spPr>
            <a:xfrm>
              <a:off x="70964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4" name="Line 74: 여러 앱의 기록을"/>
          <p:cNvGrpSpPr/>
          <p:nvPr/>
        </p:nvGrpSpPr>
        <p:grpSpPr>
          <a:xfrm>
            <a:off x="8477250" y="3347591"/>
            <a:ext cx="1172021" cy="297180"/>
            <a:chOff x="8477250" y="3347591"/>
            <a:chExt cx="1172021" cy="297180"/>
          </a:xfrm>
        </p:grpSpPr>
        <p:sp>
          <p:nvSpPr>
            <p:cNvPr id="115" name="Weave text 74: 여러"/>
            <p:cNvSpPr txBox="1"/>
            <p:nvPr/>
          </p:nvSpPr>
          <p:spPr>
            <a:xfrm>
              <a:off x="84772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74:  "/>
            <p:cNvSpPr txBox="1"/>
            <p:nvPr/>
          </p:nvSpPr>
          <p:spPr>
            <a:xfrm>
              <a:off x="87750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74: 앱의"/>
            <p:cNvSpPr txBox="1"/>
            <p:nvPr/>
          </p:nvSpPr>
          <p:spPr>
            <a:xfrm>
              <a:off x="882059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74:  "/>
            <p:cNvSpPr txBox="1"/>
            <p:nvPr/>
          </p:nvSpPr>
          <p:spPr>
            <a:xfrm>
              <a:off x="9118550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74: 기록을"/>
            <p:cNvSpPr txBox="1"/>
            <p:nvPr/>
          </p:nvSpPr>
          <p:spPr>
            <a:xfrm>
              <a:off x="9164092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75: 출처별 목록으로 단번에 확인"/>
          <p:cNvGrpSpPr/>
          <p:nvPr/>
        </p:nvGrpSpPr>
        <p:grpSpPr>
          <a:xfrm>
            <a:off x="8477250" y="3614738"/>
            <a:ext cx="1962448" cy="297180"/>
            <a:chOff x="8477250" y="3614738"/>
            <a:chExt cx="1962448" cy="297180"/>
          </a:xfrm>
        </p:grpSpPr>
        <p:sp>
          <p:nvSpPr>
            <p:cNvPr id="121" name="Weave text 75: 출처별"/>
            <p:cNvSpPr txBox="1"/>
            <p:nvPr/>
          </p:nvSpPr>
          <p:spPr>
            <a:xfrm>
              <a:off x="8477250" y="361473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75:  "/>
            <p:cNvSpPr txBox="1"/>
            <p:nvPr/>
          </p:nvSpPr>
          <p:spPr>
            <a:xfrm>
              <a:off x="8924032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75: 목록으로"/>
            <p:cNvSpPr txBox="1"/>
            <p:nvPr/>
          </p:nvSpPr>
          <p:spPr>
            <a:xfrm>
              <a:off x="8969573" y="36147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목록으로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75:  "/>
            <p:cNvSpPr txBox="1"/>
            <p:nvPr/>
          </p:nvSpPr>
          <p:spPr>
            <a:xfrm>
              <a:off x="95654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75: 단번에"/>
            <p:cNvSpPr txBox="1"/>
            <p:nvPr/>
          </p:nvSpPr>
          <p:spPr>
            <a:xfrm>
              <a:off x="9611023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단번에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75:  "/>
            <p:cNvSpPr txBox="1"/>
            <p:nvPr/>
          </p:nvSpPr>
          <p:spPr>
            <a:xfrm>
              <a:off x="10057954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75: 확인"/>
            <p:cNvSpPr txBox="1"/>
            <p:nvPr/>
          </p:nvSpPr>
          <p:spPr>
            <a:xfrm>
              <a:off x="10103495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8" name="Line 76: 02"/>
          <p:cNvGrpSpPr/>
          <p:nvPr/>
        </p:nvGrpSpPr>
        <p:grpSpPr>
          <a:xfrm>
            <a:off x="609600" y="4329112"/>
            <a:ext cx="179933" cy="220980"/>
            <a:chOff x="609600" y="4329112"/>
            <a:chExt cx="179933" cy="220980"/>
          </a:xfrm>
        </p:grpSpPr>
        <p:sp>
          <p:nvSpPr>
            <p:cNvPr id="129" name="Weave text 76: 02"/>
            <p:cNvSpPr txBox="1"/>
            <p:nvPr/>
          </p:nvSpPr>
          <p:spPr>
            <a:xfrm>
              <a:off x="609600" y="4329112"/>
              <a:ext cx="17993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0" name="Line 77: 자동 완성"/>
          <p:cNvGrpSpPr/>
          <p:nvPr/>
        </p:nvGrpSpPr>
        <p:grpSpPr>
          <a:xfrm>
            <a:off x="894308" y="4274344"/>
            <a:ext cx="784622" cy="358140"/>
            <a:chOff x="894308" y="4274344"/>
            <a:chExt cx="784622" cy="358140"/>
          </a:xfrm>
        </p:grpSpPr>
        <p:sp>
          <p:nvSpPr>
            <p:cNvPr id="131" name="Weave text 77: 자동"/>
            <p:cNvSpPr txBox="1"/>
            <p:nvPr/>
          </p:nvSpPr>
          <p:spPr>
            <a:xfrm>
              <a:off x="894308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77:  "/>
            <p:cNvSpPr txBox="1"/>
            <p:nvPr/>
          </p:nvSpPr>
          <p:spPr>
            <a:xfrm>
              <a:off x="1246287" y="427434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77: 완성"/>
            <p:cNvSpPr txBox="1"/>
            <p:nvPr/>
          </p:nvSpPr>
          <p:spPr>
            <a:xfrm>
              <a:off x="1288703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34" name="Line 78: 입력할 내용이 정확히"/>
          <p:cNvGrpSpPr/>
          <p:nvPr/>
        </p:nvGrpSpPr>
        <p:grpSpPr>
          <a:xfrm>
            <a:off x="3143250" y="4166741"/>
            <a:ext cx="1469975" cy="297180"/>
            <a:chOff x="3143250" y="4166741"/>
            <a:chExt cx="1469975" cy="297180"/>
          </a:xfrm>
        </p:grpSpPr>
        <p:sp>
          <p:nvSpPr>
            <p:cNvPr id="135" name="Weave text 78: 입력할"/>
            <p:cNvSpPr txBox="1"/>
            <p:nvPr/>
          </p:nvSpPr>
          <p:spPr>
            <a:xfrm>
              <a:off x="3143250" y="416674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78:  "/>
            <p:cNvSpPr txBox="1"/>
            <p:nvPr/>
          </p:nvSpPr>
          <p:spPr>
            <a:xfrm>
              <a:off x="3590032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78: 내용이"/>
            <p:cNvSpPr txBox="1"/>
            <p:nvPr/>
          </p:nvSpPr>
          <p:spPr>
            <a:xfrm>
              <a:off x="3635573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78:  "/>
            <p:cNvSpPr txBox="1"/>
            <p:nvPr/>
          </p:nvSpPr>
          <p:spPr>
            <a:xfrm>
              <a:off x="4082504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78: 정확히"/>
            <p:cNvSpPr txBox="1"/>
            <p:nvPr/>
          </p:nvSpPr>
          <p:spPr>
            <a:xfrm>
              <a:off x="4128046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79: 기억나지 않을 때"/>
          <p:cNvGrpSpPr/>
          <p:nvPr/>
        </p:nvGrpSpPr>
        <p:grpSpPr>
          <a:xfrm>
            <a:off x="3143250" y="4433888"/>
            <a:ext cx="1172021" cy="297180"/>
            <a:chOff x="3143250" y="4433888"/>
            <a:chExt cx="1172021" cy="297180"/>
          </a:xfrm>
        </p:grpSpPr>
        <p:sp>
          <p:nvSpPr>
            <p:cNvPr id="141" name="Weave text 79: 기억나지"/>
            <p:cNvSpPr txBox="1"/>
            <p:nvPr/>
          </p:nvSpPr>
          <p:spPr>
            <a:xfrm>
              <a:off x="3143250" y="443388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79:  "/>
            <p:cNvSpPr txBox="1"/>
            <p:nvPr/>
          </p:nvSpPr>
          <p:spPr>
            <a:xfrm>
              <a:off x="3739009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79: 않을"/>
            <p:cNvSpPr txBox="1"/>
            <p:nvPr/>
          </p:nvSpPr>
          <p:spPr>
            <a:xfrm>
              <a:off x="3784550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않을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79:  "/>
            <p:cNvSpPr txBox="1"/>
            <p:nvPr/>
          </p:nvSpPr>
          <p:spPr>
            <a:xfrm>
              <a:off x="4082504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79: 때"/>
            <p:cNvSpPr txBox="1"/>
            <p:nvPr/>
          </p:nvSpPr>
          <p:spPr>
            <a:xfrm>
              <a:off x="4128046" y="443388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6" name="Line 80: 키보드에서"/>
          <p:cNvGrpSpPr/>
          <p:nvPr/>
        </p:nvGrpSpPr>
        <p:grpSpPr>
          <a:xfrm>
            <a:off x="5962650" y="4166741"/>
            <a:ext cx="782985" cy="297180"/>
            <a:chOff x="5962650" y="4166741"/>
            <a:chExt cx="782985" cy="297180"/>
          </a:xfrm>
        </p:grpSpPr>
        <p:sp>
          <p:nvSpPr>
            <p:cNvPr id="147" name="Weave text 80: 키보드에서"/>
            <p:cNvSpPr txBox="1"/>
            <p:nvPr/>
          </p:nvSpPr>
          <p:spPr>
            <a:xfrm>
              <a:off x="5962650" y="4166741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키보드에서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8" name="Line 81: Weave 버튼 선택"/>
          <p:cNvGrpSpPr/>
          <p:nvPr/>
        </p:nvGrpSpPr>
        <p:grpSpPr>
          <a:xfrm>
            <a:off x="5962650" y="4433888"/>
            <a:ext cx="1243310" cy="297180"/>
            <a:chOff x="5962650" y="4433888"/>
            <a:chExt cx="1243310" cy="297180"/>
          </a:xfrm>
        </p:grpSpPr>
        <p:sp>
          <p:nvSpPr>
            <p:cNvPr id="149" name="Weave text 81: Weave "/>
            <p:cNvSpPr txBox="1"/>
            <p:nvPr/>
          </p:nvSpPr>
          <p:spPr>
            <a:xfrm>
              <a:off x="5962650" y="443388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81: 버튼"/>
            <p:cNvSpPr txBox="1"/>
            <p:nvPr/>
          </p:nvSpPr>
          <p:spPr>
            <a:xfrm>
              <a:off x="6526262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81:  "/>
            <p:cNvSpPr txBox="1"/>
            <p:nvPr/>
          </p:nvSpPr>
          <p:spPr>
            <a:xfrm>
              <a:off x="6824216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81: 선택"/>
            <p:cNvSpPr txBox="1"/>
            <p:nvPr/>
          </p:nvSpPr>
          <p:spPr>
            <a:xfrm>
              <a:off x="6869757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3" name="Line 82: 답장·검색어·문구와"/>
          <p:cNvGrpSpPr/>
          <p:nvPr/>
        </p:nvGrpSpPr>
        <p:grpSpPr>
          <a:xfrm>
            <a:off x="8477250" y="4166741"/>
            <a:ext cx="1323231" cy="297180"/>
            <a:chOff x="8477250" y="4166741"/>
            <a:chExt cx="1323231" cy="297180"/>
          </a:xfrm>
        </p:grpSpPr>
        <p:sp>
          <p:nvSpPr>
            <p:cNvPr id="154" name="Weave text 82: 답장"/>
            <p:cNvSpPr txBox="1"/>
            <p:nvPr/>
          </p:nvSpPr>
          <p:spPr>
            <a:xfrm>
              <a:off x="8477250" y="416674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82: ·"/>
            <p:cNvSpPr txBox="1"/>
            <p:nvPr/>
          </p:nvSpPr>
          <p:spPr>
            <a:xfrm>
              <a:off x="8775055" y="4166741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82: 검색어"/>
            <p:cNvSpPr txBox="1"/>
            <p:nvPr/>
          </p:nvSpPr>
          <p:spPr>
            <a:xfrm>
              <a:off x="8821787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82: ·"/>
            <p:cNvSpPr txBox="1"/>
            <p:nvPr/>
          </p:nvSpPr>
          <p:spPr>
            <a:xfrm>
              <a:off x="9268718" y="4166741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82: 문구와"/>
            <p:cNvSpPr txBox="1"/>
            <p:nvPr/>
          </p:nvSpPr>
          <p:spPr>
            <a:xfrm>
              <a:off x="9315301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문구와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9" name="Line 83: 출처를 확인하고 즉시 입력"/>
          <p:cNvGrpSpPr/>
          <p:nvPr/>
        </p:nvGrpSpPr>
        <p:grpSpPr>
          <a:xfrm>
            <a:off x="8477250" y="4433888"/>
            <a:ext cx="1813471" cy="297180"/>
            <a:chOff x="8477250" y="4433888"/>
            <a:chExt cx="1813471" cy="297180"/>
          </a:xfrm>
        </p:grpSpPr>
        <p:sp>
          <p:nvSpPr>
            <p:cNvPr id="160" name="Weave text 83: 출처를"/>
            <p:cNvSpPr txBox="1"/>
            <p:nvPr/>
          </p:nvSpPr>
          <p:spPr>
            <a:xfrm>
              <a:off x="8477250" y="443388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83:  "/>
            <p:cNvSpPr txBox="1"/>
            <p:nvPr/>
          </p:nvSpPr>
          <p:spPr>
            <a:xfrm>
              <a:off x="8924032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83: 확인하고"/>
            <p:cNvSpPr txBox="1"/>
            <p:nvPr/>
          </p:nvSpPr>
          <p:spPr>
            <a:xfrm>
              <a:off x="8969573" y="443388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83:  "/>
            <p:cNvSpPr txBox="1"/>
            <p:nvPr/>
          </p:nvSpPr>
          <p:spPr>
            <a:xfrm>
              <a:off x="9565481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83: 즉시"/>
            <p:cNvSpPr txBox="1"/>
            <p:nvPr/>
          </p:nvSpPr>
          <p:spPr>
            <a:xfrm>
              <a:off x="9611023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즉시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83:  "/>
            <p:cNvSpPr txBox="1"/>
            <p:nvPr/>
          </p:nvSpPr>
          <p:spPr>
            <a:xfrm>
              <a:off x="9908977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83: 입력"/>
            <p:cNvSpPr txBox="1"/>
            <p:nvPr/>
          </p:nvSpPr>
          <p:spPr>
            <a:xfrm>
              <a:off x="9954518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84: 03"/>
          <p:cNvGrpSpPr/>
          <p:nvPr/>
        </p:nvGrpSpPr>
        <p:grpSpPr>
          <a:xfrm>
            <a:off x="609600" y="5148262"/>
            <a:ext cx="180826" cy="220980"/>
            <a:chOff x="609600" y="5148262"/>
            <a:chExt cx="180826" cy="220980"/>
          </a:xfrm>
        </p:grpSpPr>
        <p:sp>
          <p:nvSpPr>
            <p:cNvPr id="168" name="Weave text 84: 03"/>
            <p:cNvSpPr txBox="1"/>
            <p:nvPr/>
          </p:nvSpPr>
          <p:spPr>
            <a:xfrm>
              <a:off x="609600" y="5148262"/>
              <a:ext cx="1808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85: 먼저 건네는 기억"/>
          <p:cNvGrpSpPr/>
          <p:nvPr/>
        </p:nvGrpSpPr>
        <p:grpSpPr>
          <a:xfrm>
            <a:off x="895201" y="5093494"/>
            <a:ext cx="1355080" cy="358140"/>
            <a:chOff x="895201" y="5093494"/>
            <a:chExt cx="1355080" cy="358140"/>
          </a:xfrm>
        </p:grpSpPr>
        <p:sp>
          <p:nvSpPr>
            <p:cNvPr id="170" name="Weave text 85: 먼저"/>
            <p:cNvSpPr txBox="1"/>
            <p:nvPr/>
          </p:nvSpPr>
          <p:spPr>
            <a:xfrm>
              <a:off x="895201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먼저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85:  "/>
            <p:cNvSpPr txBox="1"/>
            <p:nvPr/>
          </p:nvSpPr>
          <p:spPr>
            <a:xfrm>
              <a:off x="1247180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85: 건네는"/>
            <p:cNvSpPr txBox="1"/>
            <p:nvPr/>
          </p:nvSpPr>
          <p:spPr>
            <a:xfrm>
              <a:off x="1289596" y="5093494"/>
              <a:ext cx="56629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건네는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85:  "/>
            <p:cNvSpPr txBox="1"/>
            <p:nvPr/>
          </p:nvSpPr>
          <p:spPr>
            <a:xfrm>
              <a:off x="1817638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85: 기억"/>
            <p:cNvSpPr txBox="1"/>
            <p:nvPr/>
          </p:nvSpPr>
          <p:spPr>
            <a:xfrm>
              <a:off x="1860054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5" name="Line 86: 지금 도움이 될 기억을"/>
          <p:cNvGrpSpPr/>
          <p:nvPr/>
        </p:nvGrpSpPr>
        <p:grpSpPr>
          <a:xfrm>
            <a:off x="3143250" y="4985891"/>
            <a:ext cx="1515517" cy="297180"/>
            <a:chOff x="3143250" y="4985891"/>
            <a:chExt cx="1515517" cy="297180"/>
          </a:xfrm>
        </p:grpSpPr>
        <p:sp>
          <p:nvSpPr>
            <p:cNvPr id="176" name="Weave text 86: 지금"/>
            <p:cNvSpPr txBox="1"/>
            <p:nvPr/>
          </p:nvSpPr>
          <p:spPr>
            <a:xfrm>
              <a:off x="3143250" y="49858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86:  "/>
            <p:cNvSpPr txBox="1"/>
            <p:nvPr/>
          </p:nvSpPr>
          <p:spPr>
            <a:xfrm>
              <a:off x="3441055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86: 도움이"/>
            <p:cNvSpPr txBox="1"/>
            <p:nvPr/>
          </p:nvSpPr>
          <p:spPr>
            <a:xfrm>
              <a:off x="348659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86:  "/>
            <p:cNvSpPr txBox="1"/>
            <p:nvPr/>
          </p:nvSpPr>
          <p:spPr>
            <a:xfrm>
              <a:off x="3933527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86: 될"/>
            <p:cNvSpPr txBox="1"/>
            <p:nvPr/>
          </p:nvSpPr>
          <p:spPr>
            <a:xfrm>
              <a:off x="3979069" y="4985891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86:  "/>
            <p:cNvSpPr txBox="1"/>
            <p:nvPr/>
          </p:nvSpPr>
          <p:spPr>
            <a:xfrm>
              <a:off x="4128046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86: 기억을"/>
            <p:cNvSpPr txBox="1"/>
            <p:nvPr/>
          </p:nvSpPr>
          <p:spPr>
            <a:xfrm>
              <a:off x="4173587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87: 미처 떠올리지 못했을 때"/>
          <p:cNvGrpSpPr/>
          <p:nvPr/>
        </p:nvGrpSpPr>
        <p:grpSpPr>
          <a:xfrm>
            <a:off x="3143250" y="5253038"/>
            <a:ext cx="1664494" cy="297180"/>
            <a:chOff x="3143250" y="5253038"/>
            <a:chExt cx="1664494" cy="297180"/>
          </a:xfrm>
        </p:grpSpPr>
        <p:sp>
          <p:nvSpPr>
            <p:cNvPr id="184" name="Weave text 87: 미처"/>
            <p:cNvSpPr txBox="1"/>
            <p:nvPr/>
          </p:nvSpPr>
          <p:spPr>
            <a:xfrm>
              <a:off x="3143250" y="52530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미처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87:  "/>
            <p:cNvSpPr txBox="1"/>
            <p:nvPr/>
          </p:nvSpPr>
          <p:spPr>
            <a:xfrm>
              <a:off x="3441055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87: 떠올리지"/>
            <p:cNvSpPr txBox="1"/>
            <p:nvPr/>
          </p:nvSpPr>
          <p:spPr>
            <a:xfrm>
              <a:off x="3486596" y="52530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떠올리지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87:  "/>
            <p:cNvSpPr txBox="1"/>
            <p:nvPr/>
          </p:nvSpPr>
          <p:spPr>
            <a:xfrm>
              <a:off x="4082504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8" name="Weave text 87: 못했을"/>
            <p:cNvSpPr txBox="1"/>
            <p:nvPr/>
          </p:nvSpPr>
          <p:spPr>
            <a:xfrm>
              <a:off x="4128046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못했을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87:  "/>
            <p:cNvSpPr txBox="1"/>
            <p:nvPr/>
          </p:nvSpPr>
          <p:spPr>
            <a:xfrm>
              <a:off x="4574977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87: 때"/>
            <p:cNvSpPr txBox="1"/>
            <p:nvPr/>
          </p:nvSpPr>
          <p:spPr>
            <a:xfrm>
              <a:off x="4620518" y="52530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88: 관련 기억이 감지되면"/>
          <p:cNvGrpSpPr/>
          <p:nvPr/>
        </p:nvGrpSpPr>
        <p:grpSpPr>
          <a:xfrm>
            <a:off x="5962650" y="4852243"/>
            <a:ext cx="1469975" cy="297180"/>
            <a:chOff x="5962650" y="4852243"/>
            <a:chExt cx="1469975" cy="297180"/>
          </a:xfrm>
        </p:grpSpPr>
        <p:sp>
          <p:nvSpPr>
            <p:cNvPr id="192" name="Weave text 88: 관련"/>
            <p:cNvSpPr txBox="1"/>
            <p:nvPr/>
          </p:nvSpPr>
          <p:spPr>
            <a:xfrm>
              <a:off x="59626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관련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88:  "/>
            <p:cNvSpPr txBox="1"/>
            <p:nvPr/>
          </p:nvSpPr>
          <p:spPr>
            <a:xfrm>
              <a:off x="62604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88: 기억이"/>
            <p:cNvSpPr txBox="1"/>
            <p:nvPr/>
          </p:nvSpPr>
          <p:spPr>
            <a:xfrm>
              <a:off x="63059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88:  "/>
            <p:cNvSpPr txBox="1"/>
            <p:nvPr/>
          </p:nvSpPr>
          <p:spPr>
            <a:xfrm>
              <a:off x="67529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88: 감지되면"/>
            <p:cNvSpPr txBox="1"/>
            <p:nvPr/>
          </p:nvSpPr>
          <p:spPr>
            <a:xfrm>
              <a:off x="6798469" y="4852243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감지되면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7" name="Line 89: Weave 버튼에 알림 표시"/>
          <p:cNvGrpSpPr/>
          <p:nvPr/>
        </p:nvGrpSpPr>
        <p:grpSpPr>
          <a:xfrm>
            <a:off x="5962650" y="5119390"/>
            <a:ext cx="1735634" cy="297180"/>
            <a:chOff x="5962650" y="5119390"/>
            <a:chExt cx="1735634" cy="297180"/>
          </a:xfrm>
        </p:grpSpPr>
        <p:sp>
          <p:nvSpPr>
            <p:cNvPr id="198" name="Weave text 89: Weave "/>
            <p:cNvSpPr txBox="1"/>
            <p:nvPr/>
          </p:nvSpPr>
          <p:spPr>
            <a:xfrm>
              <a:off x="5962650" y="5119390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89: 버튼에"/>
            <p:cNvSpPr txBox="1"/>
            <p:nvPr/>
          </p:nvSpPr>
          <p:spPr>
            <a:xfrm>
              <a:off x="6526262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버튼에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89:  "/>
            <p:cNvSpPr txBox="1"/>
            <p:nvPr/>
          </p:nvSpPr>
          <p:spPr>
            <a:xfrm>
              <a:off x="6973193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89: 알림"/>
            <p:cNvSpPr txBox="1"/>
            <p:nvPr/>
          </p:nvSpPr>
          <p:spPr>
            <a:xfrm>
              <a:off x="7018734" y="511939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89:  "/>
            <p:cNvSpPr txBox="1"/>
            <p:nvPr/>
          </p:nvSpPr>
          <p:spPr>
            <a:xfrm>
              <a:off x="7316688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89: 표시"/>
            <p:cNvSpPr txBox="1"/>
            <p:nvPr/>
          </p:nvSpPr>
          <p:spPr>
            <a:xfrm>
              <a:off x="7362230" y="511939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표시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90: Flickering · 짧게 강조"/>
          <p:cNvGrpSpPr/>
          <p:nvPr/>
        </p:nvGrpSpPr>
        <p:grpSpPr>
          <a:xfrm>
            <a:off x="5962650" y="5443686"/>
            <a:ext cx="1023045" cy="205740"/>
            <a:chOff x="5962650" y="5443686"/>
            <a:chExt cx="1023045" cy="205740"/>
          </a:xfrm>
        </p:grpSpPr>
        <p:sp>
          <p:nvSpPr>
            <p:cNvPr id="205" name="Weave text 90: Flickering · "/>
            <p:cNvSpPr txBox="1"/>
            <p:nvPr/>
          </p:nvSpPr>
          <p:spPr>
            <a:xfrm>
              <a:off x="5962650" y="5443686"/>
              <a:ext cx="60796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Flickering ·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90: 짧게"/>
            <p:cNvSpPr txBox="1"/>
            <p:nvPr/>
          </p:nvSpPr>
          <p:spPr>
            <a:xfrm>
              <a:off x="6532364" y="5443686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짧게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90:  "/>
            <p:cNvSpPr txBox="1"/>
            <p:nvPr/>
          </p:nvSpPr>
          <p:spPr>
            <a:xfrm>
              <a:off x="6725245" y="5443686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90: 강조"/>
            <p:cNvSpPr txBox="1"/>
            <p:nvPr/>
          </p:nvSpPr>
          <p:spPr>
            <a:xfrm>
              <a:off x="6754713" y="5443686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강조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9" name="Line 91: 현재 상황에 맞는"/>
          <p:cNvGrpSpPr/>
          <p:nvPr/>
        </p:nvGrpSpPr>
        <p:grpSpPr>
          <a:xfrm>
            <a:off x="8477250" y="4852243"/>
            <a:ext cx="1172021" cy="297180"/>
            <a:chOff x="8477250" y="4852243"/>
            <a:chExt cx="1172021" cy="297180"/>
          </a:xfrm>
        </p:grpSpPr>
        <p:sp>
          <p:nvSpPr>
            <p:cNvPr id="210" name="Weave text 91: 현재"/>
            <p:cNvSpPr txBox="1"/>
            <p:nvPr/>
          </p:nvSpPr>
          <p:spPr>
            <a:xfrm>
              <a:off x="84772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91:  "/>
            <p:cNvSpPr txBox="1"/>
            <p:nvPr/>
          </p:nvSpPr>
          <p:spPr>
            <a:xfrm>
              <a:off x="87750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91: 상황에"/>
            <p:cNvSpPr txBox="1"/>
            <p:nvPr/>
          </p:nvSpPr>
          <p:spPr>
            <a:xfrm>
              <a:off x="88205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91:  "/>
            <p:cNvSpPr txBox="1"/>
            <p:nvPr/>
          </p:nvSpPr>
          <p:spPr>
            <a:xfrm>
              <a:off x="92675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91: 맞는"/>
            <p:cNvSpPr txBox="1"/>
            <p:nvPr/>
          </p:nvSpPr>
          <p:spPr>
            <a:xfrm>
              <a:off x="9313069" y="485224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92: 기억과 출처를 확인하고"/>
          <p:cNvGrpSpPr/>
          <p:nvPr/>
        </p:nvGrpSpPr>
        <p:grpSpPr>
          <a:xfrm>
            <a:off x="8477250" y="5119390"/>
            <a:ext cx="1618952" cy="297180"/>
            <a:chOff x="8477250" y="5119390"/>
            <a:chExt cx="1618952" cy="297180"/>
          </a:xfrm>
        </p:grpSpPr>
        <p:sp>
          <p:nvSpPr>
            <p:cNvPr id="216" name="Weave text 92: 기억과"/>
            <p:cNvSpPr txBox="1"/>
            <p:nvPr/>
          </p:nvSpPr>
          <p:spPr>
            <a:xfrm>
              <a:off x="8477250" y="511939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92:  "/>
            <p:cNvSpPr txBox="1"/>
            <p:nvPr/>
          </p:nvSpPr>
          <p:spPr>
            <a:xfrm>
              <a:off x="8924032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92: 출처를"/>
            <p:cNvSpPr txBox="1"/>
            <p:nvPr/>
          </p:nvSpPr>
          <p:spPr>
            <a:xfrm>
              <a:off x="8969573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92:  "/>
            <p:cNvSpPr txBox="1"/>
            <p:nvPr/>
          </p:nvSpPr>
          <p:spPr>
            <a:xfrm>
              <a:off x="9416504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92: 확인하고"/>
            <p:cNvSpPr txBox="1"/>
            <p:nvPr/>
          </p:nvSpPr>
          <p:spPr>
            <a:xfrm>
              <a:off x="9462046" y="511939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1" name="Line 93: 대화에 활용"/>
          <p:cNvGrpSpPr/>
          <p:nvPr/>
        </p:nvGrpSpPr>
        <p:grpSpPr>
          <a:xfrm>
            <a:off x="8477250" y="5386536"/>
            <a:ext cx="828526" cy="297180"/>
            <a:chOff x="8477250" y="5386536"/>
            <a:chExt cx="828526" cy="297180"/>
          </a:xfrm>
        </p:grpSpPr>
        <p:sp>
          <p:nvSpPr>
            <p:cNvPr id="222" name="Weave text 93: 대화에"/>
            <p:cNvSpPr txBox="1"/>
            <p:nvPr/>
          </p:nvSpPr>
          <p:spPr>
            <a:xfrm>
              <a:off x="8477250" y="5386536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93:  "/>
            <p:cNvSpPr txBox="1"/>
            <p:nvPr/>
          </p:nvSpPr>
          <p:spPr>
            <a:xfrm>
              <a:off x="8924032" y="5386536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93: 활용"/>
            <p:cNvSpPr txBox="1"/>
            <p:nvPr/>
          </p:nvSpPr>
          <p:spPr>
            <a:xfrm>
              <a:off x="8969573" y="5386536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5" name="Line 94: 기록은 출처와 함께 확인하고, 입력할 내용은 사용자가 선택합니다."/>
          <p:cNvGrpSpPr/>
          <p:nvPr/>
        </p:nvGrpSpPr>
        <p:grpSpPr>
          <a:xfrm>
            <a:off x="609600" y="6029325"/>
            <a:ext cx="3950791" cy="266700"/>
            <a:chOff x="609600" y="6029325"/>
            <a:chExt cx="3950791" cy="266700"/>
          </a:xfrm>
        </p:grpSpPr>
        <p:sp>
          <p:nvSpPr>
            <p:cNvPr id="226" name="Weave text 94: 기록은"/>
            <p:cNvSpPr txBox="1"/>
            <p:nvPr/>
          </p:nvSpPr>
          <p:spPr>
            <a:xfrm>
              <a:off x="60960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94:  "/>
            <p:cNvSpPr txBox="1"/>
            <p:nvPr/>
          </p:nvSpPr>
          <p:spPr>
            <a:xfrm>
              <a:off x="100384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94: 출처와"/>
            <p:cNvSpPr txBox="1"/>
            <p:nvPr/>
          </p:nvSpPr>
          <p:spPr>
            <a:xfrm>
              <a:off x="1044029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94:  "/>
            <p:cNvSpPr txBox="1"/>
            <p:nvPr/>
          </p:nvSpPr>
          <p:spPr>
            <a:xfrm>
              <a:off x="143842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94: 함께"/>
            <p:cNvSpPr txBox="1"/>
            <p:nvPr/>
          </p:nvSpPr>
          <p:spPr>
            <a:xfrm>
              <a:off x="1478607" y="602932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94:  "/>
            <p:cNvSpPr txBox="1"/>
            <p:nvPr/>
          </p:nvSpPr>
          <p:spPr>
            <a:xfrm>
              <a:off x="1741438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94: 확인하고"/>
            <p:cNvSpPr txBox="1"/>
            <p:nvPr/>
          </p:nvSpPr>
          <p:spPr>
            <a:xfrm>
              <a:off x="1781621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94: , "/>
            <p:cNvSpPr txBox="1"/>
            <p:nvPr/>
          </p:nvSpPr>
          <p:spPr>
            <a:xfrm>
              <a:off x="2307431" y="6029325"/>
              <a:ext cx="119658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94: 입력할"/>
            <p:cNvSpPr txBox="1"/>
            <p:nvPr/>
          </p:nvSpPr>
          <p:spPr>
            <a:xfrm>
              <a:off x="238884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94:  "/>
            <p:cNvSpPr txBox="1"/>
            <p:nvPr/>
          </p:nvSpPr>
          <p:spPr>
            <a:xfrm>
              <a:off x="278308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94: 내용은"/>
            <p:cNvSpPr txBox="1"/>
            <p:nvPr/>
          </p:nvSpPr>
          <p:spPr>
            <a:xfrm>
              <a:off x="2823270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94:  "/>
            <p:cNvSpPr txBox="1"/>
            <p:nvPr/>
          </p:nvSpPr>
          <p:spPr>
            <a:xfrm>
              <a:off x="321766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94: 사용자가"/>
            <p:cNvSpPr txBox="1"/>
            <p:nvPr/>
          </p:nvSpPr>
          <p:spPr>
            <a:xfrm>
              <a:off x="3257848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9" name="Weave text 94:  "/>
            <p:cNvSpPr txBox="1"/>
            <p:nvPr/>
          </p:nvSpPr>
          <p:spPr>
            <a:xfrm>
              <a:off x="3783657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0" name="Weave text 94: 선택합니다"/>
            <p:cNvSpPr txBox="1"/>
            <p:nvPr/>
          </p:nvSpPr>
          <p:spPr>
            <a:xfrm>
              <a:off x="3823841" y="6029325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선택합니다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94: ."/>
            <p:cNvSpPr txBox="1"/>
            <p:nvPr/>
          </p:nvSpPr>
          <p:spPr>
            <a:xfrm>
              <a:off x="4481066" y="6029325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2" name="Line 95: 04 / 12"/>
          <p:cNvGrpSpPr/>
          <p:nvPr/>
        </p:nvGrpSpPr>
        <p:grpSpPr>
          <a:xfrm>
            <a:off x="11149310" y="6486525"/>
            <a:ext cx="471190" cy="190500"/>
            <a:chOff x="11149310" y="6486525"/>
            <a:chExt cx="471190" cy="190500"/>
          </a:xfrm>
        </p:grpSpPr>
        <p:sp>
          <p:nvSpPr>
            <p:cNvPr id="243" name="Weave text 95: 04 / 12"/>
            <p:cNvSpPr txBox="1"/>
            <p:nvPr/>
          </p:nvSpPr>
          <p:spPr>
            <a:xfrm>
              <a:off x="11149310" y="6486525"/>
              <a:ext cx="47119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04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96: 05 / GLOBAL SEARCH"/>
          <p:cNvGrpSpPr/>
          <p:nvPr/>
        </p:nvGrpSpPr>
        <p:grpSpPr>
          <a:xfrm>
            <a:off x="609600" y="390525"/>
            <a:ext cx="1653480" cy="220980"/>
            <a:chOff x="609600" y="390525"/>
            <a:chExt cx="1653480" cy="220980"/>
          </a:xfrm>
        </p:grpSpPr>
        <p:sp>
          <p:nvSpPr>
            <p:cNvPr id="4" name="Weave text 96: 05 / GLOBAL SEARCH"/>
            <p:cNvSpPr txBox="1"/>
            <p:nvPr/>
          </p:nvSpPr>
          <p:spPr>
            <a:xfrm>
              <a:off x="609600" y="390525"/>
              <a:ext cx="165348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05 / GLOBAL SEARCH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97: 어디에 적었든, 한 번에 찾습니다."/>
          <p:cNvGrpSpPr/>
          <p:nvPr/>
        </p:nvGrpSpPr>
        <p:grpSpPr>
          <a:xfrm>
            <a:off x="609600" y="676275"/>
            <a:ext cx="4924425" cy="647700"/>
            <a:chOff x="609600" y="676275"/>
            <a:chExt cx="4924425" cy="647700"/>
          </a:xfrm>
        </p:grpSpPr>
        <p:sp>
          <p:nvSpPr>
            <p:cNvPr id="6" name="Weave text 97: 어디에"/>
            <p:cNvSpPr txBox="1"/>
            <p:nvPr/>
          </p:nvSpPr>
          <p:spPr>
            <a:xfrm>
              <a:off x="609600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97:  "/>
            <p:cNvSpPr txBox="1"/>
            <p:nvPr/>
          </p:nvSpPr>
          <p:spPr>
            <a:xfrm>
              <a:off x="161538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97: 적었든"/>
            <p:cNvSpPr txBox="1"/>
            <p:nvPr/>
          </p:nvSpPr>
          <p:spPr>
            <a:xfrm>
              <a:off x="1696045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97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97: 한"/>
            <p:cNvSpPr txBox="1"/>
            <p:nvPr/>
          </p:nvSpPr>
          <p:spPr>
            <a:xfrm>
              <a:off x="2881164" y="676275"/>
              <a:ext cx="3735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97:  "/>
            <p:cNvSpPr txBox="1"/>
            <p:nvPr/>
          </p:nvSpPr>
          <p:spPr>
            <a:xfrm>
              <a:off x="3216473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97: 번에"/>
            <p:cNvSpPr txBox="1"/>
            <p:nvPr/>
          </p:nvSpPr>
          <p:spPr>
            <a:xfrm>
              <a:off x="3297138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97:  "/>
            <p:cNvSpPr txBox="1"/>
            <p:nvPr/>
          </p:nvSpPr>
          <p:spPr>
            <a:xfrm>
              <a:off x="396775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97: 찾습니다"/>
            <p:cNvSpPr txBox="1"/>
            <p:nvPr/>
          </p:nvSpPr>
          <p:spPr>
            <a:xfrm>
              <a:off x="4048423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97: ."/>
            <p:cNvSpPr txBox="1"/>
            <p:nvPr/>
          </p:nvSpPr>
          <p:spPr>
            <a:xfrm>
              <a:off x="5389662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98: 통화는 그대로. 노트·메일·나와의 채팅에 남긴 시연 준비 내용을 한곳에서"/>
          <p:cNvGrpSpPr/>
          <p:nvPr/>
        </p:nvGrpSpPr>
        <p:grpSpPr>
          <a:xfrm>
            <a:off x="609600" y="1276350"/>
            <a:ext cx="5699671" cy="297180"/>
            <a:chOff x="609600" y="1276350"/>
            <a:chExt cx="5699671" cy="297180"/>
          </a:xfrm>
        </p:grpSpPr>
        <p:sp>
          <p:nvSpPr>
            <p:cNvPr id="17" name="Weave text 98: 통화는"/>
            <p:cNvSpPr txBox="1"/>
            <p:nvPr/>
          </p:nvSpPr>
          <p:spPr>
            <a:xfrm>
              <a:off x="609600" y="127635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98:  "/>
            <p:cNvSpPr txBox="1"/>
            <p:nvPr/>
          </p:nvSpPr>
          <p:spPr>
            <a:xfrm>
              <a:off x="105638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98: 그대로"/>
            <p:cNvSpPr txBox="1"/>
            <p:nvPr/>
          </p:nvSpPr>
          <p:spPr>
            <a:xfrm>
              <a:off x="1101923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그대로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98: . "/>
            <p:cNvSpPr txBox="1"/>
            <p:nvPr/>
          </p:nvSpPr>
          <p:spPr>
            <a:xfrm>
              <a:off x="1548854" y="1276350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98: 노트"/>
            <p:cNvSpPr txBox="1"/>
            <p:nvPr/>
          </p:nvSpPr>
          <p:spPr>
            <a:xfrm>
              <a:off x="164112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98: ·"/>
            <p:cNvSpPr txBox="1"/>
            <p:nvPr/>
          </p:nvSpPr>
          <p:spPr>
            <a:xfrm>
              <a:off x="1939082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98: 메일"/>
            <p:cNvSpPr txBox="1"/>
            <p:nvPr/>
          </p:nvSpPr>
          <p:spPr>
            <a:xfrm>
              <a:off x="198566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98: ·"/>
            <p:cNvSpPr txBox="1"/>
            <p:nvPr/>
          </p:nvSpPr>
          <p:spPr>
            <a:xfrm>
              <a:off x="2283619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98: 나와의"/>
            <p:cNvSpPr txBox="1"/>
            <p:nvPr/>
          </p:nvSpPr>
          <p:spPr>
            <a:xfrm>
              <a:off x="233020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98:  "/>
            <p:cNvSpPr txBox="1"/>
            <p:nvPr/>
          </p:nvSpPr>
          <p:spPr>
            <a:xfrm>
              <a:off x="277713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98: 채팅에"/>
            <p:cNvSpPr txBox="1"/>
            <p:nvPr/>
          </p:nvSpPr>
          <p:spPr>
            <a:xfrm>
              <a:off x="282267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98:  "/>
            <p:cNvSpPr txBox="1"/>
            <p:nvPr/>
          </p:nvSpPr>
          <p:spPr>
            <a:xfrm>
              <a:off x="326960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98: 남긴"/>
            <p:cNvSpPr txBox="1"/>
            <p:nvPr/>
          </p:nvSpPr>
          <p:spPr>
            <a:xfrm>
              <a:off x="331514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98:  "/>
            <p:cNvSpPr txBox="1"/>
            <p:nvPr/>
          </p:nvSpPr>
          <p:spPr>
            <a:xfrm>
              <a:off x="361310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98: 시연"/>
            <p:cNvSpPr txBox="1"/>
            <p:nvPr/>
          </p:nvSpPr>
          <p:spPr>
            <a:xfrm>
              <a:off x="365864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98:  "/>
            <p:cNvSpPr txBox="1"/>
            <p:nvPr/>
          </p:nvSpPr>
          <p:spPr>
            <a:xfrm>
              <a:off x="395659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98: 준비"/>
            <p:cNvSpPr txBox="1"/>
            <p:nvPr/>
          </p:nvSpPr>
          <p:spPr>
            <a:xfrm>
              <a:off x="4002137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98:  "/>
            <p:cNvSpPr txBox="1"/>
            <p:nvPr/>
          </p:nvSpPr>
          <p:spPr>
            <a:xfrm>
              <a:off x="4300091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98: 내용을"/>
            <p:cNvSpPr txBox="1"/>
            <p:nvPr/>
          </p:nvSpPr>
          <p:spPr>
            <a:xfrm>
              <a:off x="434563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98:  "/>
            <p:cNvSpPr txBox="1"/>
            <p:nvPr/>
          </p:nvSpPr>
          <p:spPr>
            <a:xfrm>
              <a:off x="479256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98: 한곳에서"/>
            <p:cNvSpPr txBox="1"/>
            <p:nvPr/>
          </p:nvSpPr>
          <p:spPr>
            <a:xfrm>
              <a:off x="4838105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한곳에서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98:  "/>
            <p:cNvSpPr txBox="1"/>
            <p:nvPr/>
          </p:nvSpPr>
          <p:spPr>
            <a:xfrm>
              <a:off x="543401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98: 확인합니다"/>
            <p:cNvSpPr txBox="1"/>
            <p:nvPr/>
          </p:nvSpPr>
          <p:spPr>
            <a:xfrm>
              <a:off x="547955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98: ."/>
            <p:cNvSpPr txBox="1"/>
            <p:nvPr/>
          </p:nvSpPr>
          <p:spPr>
            <a:xfrm>
              <a:off x="6224290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99: 선배와 통화 중"/>
          <p:cNvGrpSpPr/>
          <p:nvPr/>
        </p:nvGrpSpPr>
        <p:grpSpPr>
          <a:xfrm>
            <a:off x="819150" y="2009775"/>
            <a:ext cx="960686" cy="281940"/>
            <a:chOff x="819150" y="2009775"/>
            <a:chExt cx="960686" cy="281940"/>
          </a:xfrm>
        </p:grpSpPr>
        <p:sp>
          <p:nvSpPr>
            <p:cNvPr id="42" name="Weave text 99: 선배와"/>
            <p:cNvSpPr txBox="1"/>
            <p:nvPr/>
          </p:nvSpPr>
          <p:spPr>
            <a:xfrm>
              <a:off x="819150" y="200977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선배와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" name="Weave text 99:  "/>
            <p:cNvSpPr txBox="1"/>
            <p:nvPr/>
          </p:nvSpPr>
          <p:spPr>
            <a:xfrm>
              <a:off x="1239738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4" name="Weave text 99: 통화"/>
            <p:cNvSpPr txBox="1"/>
            <p:nvPr/>
          </p:nvSpPr>
          <p:spPr>
            <a:xfrm>
              <a:off x="1280368" y="20097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통화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5" name="Weave text 99:  "/>
            <p:cNvSpPr txBox="1"/>
            <p:nvPr/>
          </p:nvSpPr>
          <p:spPr>
            <a:xfrm>
              <a:off x="1560761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" name="Weave text 99: 중"/>
            <p:cNvSpPr txBox="1"/>
            <p:nvPr/>
          </p:nvSpPr>
          <p:spPr>
            <a:xfrm>
              <a:off x="1601391" y="20097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중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7" name="Line 100: 02:18"/>
          <p:cNvGrpSpPr/>
          <p:nvPr/>
        </p:nvGrpSpPr>
        <p:grpSpPr>
          <a:xfrm>
            <a:off x="4645075" y="2007394"/>
            <a:ext cx="403175" cy="266700"/>
            <a:chOff x="4645075" y="2007394"/>
            <a:chExt cx="403175" cy="266700"/>
          </a:xfrm>
        </p:grpSpPr>
        <p:sp>
          <p:nvSpPr>
            <p:cNvPr id="48" name="Weave text 100: 02:18"/>
            <p:cNvSpPr txBox="1"/>
            <p:nvPr/>
          </p:nvSpPr>
          <p:spPr>
            <a:xfrm>
              <a:off x="4645075" y="2007394"/>
              <a:ext cx="40317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rPr>
                <a:t xml:space="preserve">02:18</a:t>
              </a:r>
              <a:endParaRPr sz="1125" b="0" i="0" spc="0" kern="0" lang="ko-KR" altLang="en-US" dirty="0">
                <a:solidFill>
                  <a:srgbClr val="C5E1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9" name="Line 101: “시연 순서랑 수정할 자료,"/>
          <p:cNvGrpSpPr/>
          <p:nvPr/>
        </p:nvGrpSpPr>
        <p:grpSpPr>
          <a:xfrm>
            <a:off x="838200" y="2514600"/>
            <a:ext cx="1907084" cy="327660"/>
            <a:chOff x="838200" y="2514600"/>
            <a:chExt cx="1907084" cy="327660"/>
          </a:xfrm>
        </p:grpSpPr>
        <p:sp>
          <p:nvSpPr>
            <p:cNvPr id="50" name="Weave text 101: “"/>
            <p:cNvSpPr txBox="1"/>
            <p:nvPr/>
          </p:nvSpPr>
          <p:spPr>
            <a:xfrm>
              <a:off x="838200" y="2514600"/>
              <a:ext cx="118467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101: 시연"/>
            <p:cNvSpPr txBox="1"/>
            <p:nvPr/>
          </p:nvSpPr>
          <p:spPr>
            <a:xfrm>
              <a:off x="918418" y="2514600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101:  "/>
            <p:cNvSpPr txBox="1"/>
            <p:nvPr/>
          </p:nvSpPr>
          <p:spPr>
            <a:xfrm>
              <a:off x="1240482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101: 순서랑"/>
            <p:cNvSpPr txBox="1"/>
            <p:nvPr/>
          </p:nvSpPr>
          <p:spPr>
            <a:xfrm>
              <a:off x="1283345" y="2514600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순서랑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4" name="Weave text 101:  "/>
            <p:cNvSpPr txBox="1"/>
            <p:nvPr/>
          </p:nvSpPr>
          <p:spPr>
            <a:xfrm>
              <a:off x="1766590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5" name="Weave text 101: 수정할"/>
            <p:cNvSpPr txBox="1"/>
            <p:nvPr/>
          </p:nvSpPr>
          <p:spPr>
            <a:xfrm>
              <a:off x="1809452" y="2514600"/>
              <a:ext cx="521345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수정할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01:  "/>
            <p:cNvSpPr txBox="1"/>
            <p:nvPr/>
          </p:nvSpPr>
          <p:spPr>
            <a:xfrm>
              <a:off x="2292548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7" name="Weave text 101: 자료"/>
            <p:cNvSpPr txBox="1"/>
            <p:nvPr/>
          </p:nvSpPr>
          <p:spPr>
            <a:xfrm>
              <a:off x="2335411" y="2514600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자료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8" name="Weave text 101: ,"/>
            <p:cNvSpPr txBox="1"/>
            <p:nvPr/>
          </p:nvSpPr>
          <p:spPr>
            <a:xfrm>
              <a:off x="2657624" y="2514600"/>
              <a:ext cx="8766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02: 오늘 집합 시간도 확인 부탁드려요.”"/>
          <p:cNvGrpSpPr/>
          <p:nvPr/>
        </p:nvGrpSpPr>
        <p:grpSpPr>
          <a:xfrm>
            <a:off x="838200" y="2804071"/>
            <a:ext cx="2581126" cy="327660"/>
            <a:chOff x="838200" y="2804071"/>
            <a:chExt cx="2581126" cy="327660"/>
          </a:xfrm>
        </p:grpSpPr>
        <p:sp>
          <p:nvSpPr>
            <p:cNvPr id="60" name="Weave text 102: 오늘"/>
            <p:cNvSpPr txBox="1"/>
            <p:nvPr/>
          </p:nvSpPr>
          <p:spPr>
            <a:xfrm>
              <a:off x="838200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오늘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02:  "/>
            <p:cNvSpPr txBox="1"/>
            <p:nvPr/>
          </p:nvSpPr>
          <p:spPr>
            <a:xfrm>
              <a:off x="1160264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02: 집합"/>
            <p:cNvSpPr txBox="1"/>
            <p:nvPr/>
          </p:nvSpPr>
          <p:spPr>
            <a:xfrm>
              <a:off x="1203127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집합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02:  "/>
            <p:cNvSpPr txBox="1"/>
            <p:nvPr/>
          </p:nvSpPr>
          <p:spPr>
            <a:xfrm>
              <a:off x="1525191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02: 시간도"/>
            <p:cNvSpPr txBox="1"/>
            <p:nvPr/>
          </p:nvSpPr>
          <p:spPr>
            <a:xfrm>
              <a:off x="1568053" y="2804071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시간도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5" name="Weave text 102:  "/>
            <p:cNvSpPr txBox="1"/>
            <p:nvPr/>
          </p:nvSpPr>
          <p:spPr>
            <a:xfrm>
              <a:off x="2051298" y="2804071"/>
              <a:ext cx="80962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6" name="Weave text 102: 확인"/>
            <p:cNvSpPr txBox="1"/>
            <p:nvPr/>
          </p:nvSpPr>
          <p:spPr>
            <a:xfrm>
              <a:off x="2094012" y="2804071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확인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02:  "/>
            <p:cNvSpPr txBox="1"/>
            <p:nvPr/>
          </p:nvSpPr>
          <p:spPr>
            <a:xfrm>
              <a:off x="2416225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02: 부탁드려요"/>
            <p:cNvSpPr txBox="1"/>
            <p:nvPr/>
          </p:nvSpPr>
          <p:spPr>
            <a:xfrm>
              <a:off x="2459087" y="2804071"/>
              <a:ext cx="84355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부탁드려요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02: .”"/>
            <p:cNvSpPr txBox="1"/>
            <p:nvPr/>
          </p:nvSpPr>
          <p:spPr>
            <a:xfrm>
              <a:off x="3264396" y="2804071"/>
              <a:ext cx="15493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03: 통화 내용은 듣지 않고, 사용자가 검색어를 입력합니다."/>
          <p:cNvGrpSpPr/>
          <p:nvPr/>
        </p:nvGrpSpPr>
        <p:grpSpPr>
          <a:xfrm>
            <a:off x="838200" y="3169741"/>
            <a:ext cx="2824758" cy="236220"/>
            <a:chOff x="838200" y="3169741"/>
            <a:chExt cx="2824758" cy="236220"/>
          </a:xfrm>
        </p:grpSpPr>
        <p:sp>
          <p:nvSpPr>
            <p:cNvPr id="71" name="Weave text 103: 통화"/>
            <p:cNvSpPr txBox="1"/>
            <p:nvPr/>
          </p:nvSpPr>
          <p:spPr>
            <a:xfrm>
              <a:off x="838200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03:  "/>
            <p:cNvSpPr txBox="1"/>
            <p:nvPr/>
          </p:nvSpPr>
          <p:spPr>
            <a:xfrm>
              <a:off x="1065907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03: 내용은"/>
            <p:cNvSpPr txBox="1"/>
            <p:nvPr/>
          </p:nvSpPr>
          <p:spPr>
            <a:xfrm>
              <a:off x="1100733" y="3169741"/>
              <a:ext cx="380107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03:  "/>
            <p:cNvSpPr txBox="1"/>
            <p:nvPr/>
          </p:nvSpPr>
          <p:spPr>
            <a:xfrm>
              <a:off x="1442591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103: 듣지"/>
            <p:cNvSpPr txBox="1"/>
            <p:nvPr/>
          </p:nvSpPr>
          <p:spPr>
            <a:xfrm>
              <a:off x="1477417" y="316974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듣지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103:  "/>
            <p:cNvSpPr txBox="1"/>
            <p:nvPr/>
          </p:nvSpPr>
          <p:spPr>
            <a:xfrm>
              <a:off x="1705273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103: 않고"/>
            <p:cNvSpPr txBox="1"/>
            <p:nvPr/>
          </p:nvSpPr>
          <p:spPr>
            <a:xfrm>
              <a:off x="1740098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03: , "/>
            <p:cNvSpPr txBox="1"/>
            <p:nvPr/>
          </p:nvSpPr>
          <p:spPr>
            <a:xfrm>
              <a:off x="1967805" y="3169741"/>
              <a:ext cx="10879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03: 사용자가"/>
            <p:cNvSpPr txBox="1"/>
            <p:nvPr/>
          </p:nvSpPr>
          <p:spPr>
            <a:xfrm>
              <a:off x="2038350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03:  "/>
            <p:cNvSpPr txBox="1"/>
            <p:nvPr/>
          </p:nvSpPr>
          <p:spPr>
            <a:xfrm>
              <a:off x="2494062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03: 검색어를"/>
            <p:cNvSpPr txBox="1"/>
            <p:nvPr/>
          </p:nvSpPr>
          <p:spPr>
            <a:xfrm>
              <a:off x="2528888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검색어를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03:  "/>
            <p:cNvSpPr txBox="1"/>
            <p:nvPr/>
          </p:nvSpPr>
          <p:spPr>
            <a:xfrm>
              <a:off x="2984599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103: 입력합니다"/>
            <p:cNvSpPr txBox="1"/>
            <p:nvPr/>
          </p:nvSpPr>
          <p:spPr>
            <a:xfrm>
              <a:off x="3019425" y="3169741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103: ."/>
            <p:cNvSpPr txBox="1"/>
            <p:nvPr/>
          </p:nvSpPr>
          <p:spPr>
            <a:xfrm>
              <a:off x="3588990" y="3169741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104: 어제 A사 시연 준비"/>
          <p:cNvGrpSpPr/>
          <p:nvPr/>
        </p:nvGrpSpPr>
        <p:grpSpPr>
          <a:xfrm>
            <a:off x="1219200" y="3902869"/>
            <a:ext cx="1325314" cy="297180"/>
            <a:chOff x="1219200" y="3902869"/>
            <a:chExt cx="1325314" cy="297180"/>
          </a:xfrm>
        </p:grpSpPr>
        <p:sp>
          <p:nvSpPr>
            <p:cNvPr id="86" name="Weave text 104: 어제"/>
            <p:cNvSpPr txBox="1"/>
            <p:nvPr/>
          </p:nvSpPr>
          <p:spPr>
            <a:xfrm>
              <a:off x="1219200" y="3902869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어제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04:  A"/>
            <p:cNvSpPr txBox="1"/>
            <p:nvPr/>
          </p:nvSpPr>
          <p:spPr>
            <a:xfrm>
              <a:off x="1517005" y="3902869"/>
              <a:ext cx="19630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A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04: 사"/>
            <p:cNvSpPr txBox="1"/>
            <p:nvPr/>
          </p:nvSpPr>
          <p:spPr>
            <a:xfrm>
              <a:off x="1675061" y="3902869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9" name="Weave text 104:  "/>
            <p:cNvSpPr txBox="1"/>
            <p:nvPr/>
          </p:nvSpPr>
          <p:spPr>
            <a:xfrm>
              <a:off x="1824038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0" name="Weave text 104: 시연"/>
            <p:cNvSpPr txBox="1"/>
            <p:nvPr/>
          </p:nvSpPr>
          <p:spPr>
            <a:xfrm>
              <a:off x="1867198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1" name="Weave text 104:  "/>
            <p:cNvSpPr txBox="1"/>
            <p:nvPr/>
          </p:nvSpPr>
          <p:spPr>
            <a:xfrm>
              <a:off x="2165152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2" name="Weave text 104: 준비"/>
            <p:cNvSpPr txBox="1"/>
            <p:nvPr/>
          </p:nvSpPr>
          <p:spPr>
            <a:xfrm>
              <a:off x="2208312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준비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3" name="Line 105: 시연 순서와 5분 진행안"/>
          <p:cNvGrpSpPr/>
          <p:nvPr/>
        </p:nvGrpSpPr>
        <p:grpSpPr>
          <a:xfrm>
            <a:off x="1219200" y="4381500"/>
            <a:ext cx="1513880" cy="281940"/>
            <a:chOff x="1219200" y="4381500"/>
            <a:chExt cx="1513880" cy="281940"/>
          </a:xfrm>
        </p:grpSpPr>
        <p:sp>
          <p:nvSpPr>
            <p:cNvPr id="94" name="Weave text 105: 시연"/>
            <p:cNvSpPr txBox="1"/>
            <p:nvPr/>
          </p:nvSpPr>
          <p:spPr>
            <a:xfrm>
              <a:off x="1219200" y="438150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5" name="Weave text 105:  "/>
            <p:cNvSpPr txBox="1"/>
            <p:nvPr/>
          </p:nvSpPr>
          <p:spPr>
            <a:xfrm>
              <a:off x="1499592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6" name="Weave text 105: 순서와"/>
            <p:cNvSpPr txBox="1"/>
            <p:nvPr/>
          </p:nvSpPr>
          <p:spPr>
            <a:xfrm>
              <a:off x="1540222" y="438150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순서와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7" name="Weave text 105:  5"/>
            <p:cNvSpPr txBox="1"/>
            <p:nvPr/>
          </p:nvSpPr>
          <p:spPr>
            <a:xfrm>
              <a:off x="1960811" y="4381500"/>
              <a:ext cx="17070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5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8" name="Weave text 105: 분"/>
            <p:cNvSpPr txBox="1"/>
            <p:nvPr/>
          </p:nvSpPr>
          <p:spPr>
            <a:xfrm>
              <a:off x="2093268" y="438150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05:  "/>
            <p:cNvSpPr txBox="1"/>
            <p:nvPr/>
          </p:nvSpPr>
          <p:spPr>
            <a:xfrm>
              <a:off x="2233464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05: 진행안"/>
            <p:cNvSpPr txBox="1"/>
            <p:nvPr/>
          </p:nvSpPr>
          <p:spPr>
            <a:xfrm>
              <a:off x="2274094" y="4381500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진행안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1" name="Line 106: 삼성노트 · A사 시연 준비회의"/>
          <p:cNvGrpSpPr/>
          <p:nvPr/>
        </p:nvGrpSpPr>
        <p:grpSpPr>
          <a:xfrm>
            <a:off x="1219200" y="4610100"/>
            <a:ext cx="1435298" cy="220980"/>
            <a:chOff x="1219200" y="4610100"/>
            <a:chExt cx="1435298" cy="220980"/>
          </a:xfrm>
        </p:grpSpPr>
        <p:sp>
          <p:nvSpPr>
            <p:cNvPr id="102" name="Weave text 106: 삼성노트"/>
            <p:cNvSpPr txBox="1"/>
            <p:nvPr/>
          </p:nvSpPr>
          <p:spPr>
            <a:xfrm>
              <a:off x="1219200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06:  · A"/>
            <p:cNvSpPr txBox="1"/>
            <p:nvPr/>
          </p:nvSpPr>
          <p:spPr>
            <a:xfrm>
              <a:off x="1639788" y="4610100"/>
              <a:ext cx="21431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A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06: 사"/>
            <p:cNvSpPr txBox="1"/>
            <p:nvPr/>
          </p:nvSpPr>
          <p:spPr>
            <a:xfrm>
              <a:off x="1815852" y="461010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06:  "/>
            <p:cNvSpPr txBox="1"/>
            <p:nvPr/>
          </p:nvSpPr>
          <p:spPr>
            <a:xfrm>
              <a:off x="1920925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06: 시연"/>
            <p:cNvSpPr txBox="1"/>
            <p:nvPr/>
          </p:nvSpPr>
          <p:spPr>
            <a:xfrm>
              <a:off x="1953071" y="4610100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06:  "/>
            <p:cNvSpPr txBox="1"/>
            <p:nvPr/>
          </p:nvSpPr>
          <p:spPr>
            <a:xfrm>
              <a:off x="2163514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106: 준비회의"/>
            <p:cNvSpPr txBox="1"/>
            <p:nvPr/>
          </p:nvSpPr>
          <p:spPr>
            <a:xfrm>
              <a:off x="2195661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준비회의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9" name="Line 107: 발표자료 수정사항·문서 위치"/>
          <p:cNvGrpSpPr/>
          <p:nvPr/>
        </p:nvGrpSpPr>
        <p:grpSpPr>
          <a:xfrm>
            <a:off x="1219200" y="4929188"/>
            <a:ext cx="1848148" cy="281940"/>
            <a:chOff x="1219200" y="4929188"/>
            <a:chExt cx="1848148" cy="281940"/>
          </a:xfrm>
        </p:grpSpPr>
        <p:sp>
          <p:nvSpPr>
            <p:cNvPr id="110" name="Weave text 107: 발표자료"/>
            <p:cNvSpPr txBox="1"/>
            <p:nvPr/>
          </p:nvSpPr>
          <p:spPr>
            <a:xfrm>
              <a:off x="1219200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발표자료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1" name="Weave text 107:  "/>
            <p:cNvSpPr txBox="1"/>
            <p:nvPr/>
          </p:nvSpPr>
          <p:spPr>
            <a:xfrm>
              <a:off x="1779984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2" name="Weave text 107: 수정사항"/>
            <p:cNvSpPr txBox="1"/>
            <p:nvPr/>
          </p:nvSpPr>
          <p:spPr>
            <a:xfrm>
              <a:off x="1820614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수정사항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3" name="Weave text 107: ·"/>
            <p:cNvSpPr txBox="1"/>
            <p:nvPr/>
          </p:nvSpPr>
          <p:spPr>
            <a:xfrm>
              <a:off x="2381399" y="4929188"/>
              <a:ext cx="8453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4" name="Weave text 107: 문서"/>
            <p:cNvSpPr txBox="1"/>
            <p:nvPr/>
          </p:nvSpPr>
          <p:spPr>
            <a:xfrm>
              <a:off x="2427684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문서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5" name="Weave text 107:  "/>
            <p:cNvSpPr txBox="1"/>
            <p:nvPr/>
          </p:nvSpPr>
          <p:spPr>
            <a:xfrm>
              <a:off x="2708077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6" name="Weave text 107: 위치"/>
            <p:cNvSpPr txBox="1"/>
            <p:nvPr/>
          </p:nvSpPr>
          <p:spPr>
            <a:xfrm>
              <a:off x="2748707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위치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7" name="Line 108: 메일 · 나에게 보낸 메일"/>
          <p:cNvGrpSpPr/>
          <p:nvPr/>
        </p:nvGrpSpPr>
        <p:grpSpPr>
          <a:xfrm>
            <a:off x="1219200" y="5157788"/>
            <a:ext cx="1146125" cy="220980"/>
            <a:chOff x="1219200" y="5157788"/>
            <a:chExt cx="1146125" cy="220980"/>
          </a:xfrm>
        </p:grpSpPr>
        <p:sp>
          <p:nvSpPr>
            <p:cNvPr id="118" name="Weave text 108: 메일"/>
            <p:cNvSpPr txBox="1"/>
            <p:nvPr/>
          </p:nvSpPr>
          <p:spPr>
            <a:xfrm>
              <a:off x="1219200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08:  · "/>
            <p:cNvSpPr txBox="1"/>
            <p:nvPr/>
          </p:nvSpPr>
          <p:spPr>
            <a:xfrm>
              <a:off x="1429494" y="515778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08: 나에게"/>
            <p:cNvSpPr txBox="1"/>
            <p:nvPr/>
          </p:nvSpPr>
          <p:spPr>
            <a:xfrm>
              <a:off x="1526679" y="515778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나에게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08:  "/>
            <p:cNvSpPr txBox="1"/>
            <p:nvPr/>
          </p:nvSpPr>
          <p:spPr>
            <a:xfrm>
              <a:off x="1842195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08: 보낸"/>
            <p:cNvSpPr txBox="1"/>
            <p:nvPr/>
          </p:nvSpPr>
          <p:spPr>
            <a:xfrm>
              <a:off x="1874341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08:  "/>
            <p:cNvSpPr txBox="1"/>
            <p:nvPr/>
          </p:nvSpPr>
          <p:spPr>
            <a:xfrm>
              <a:off x="2084636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08: 메일"/>
            <p:cNvSpPr txBox="1"/>
            <p:nvPr/>
          </p:nvSpPr>
          <p:spPr>
            <a:xfrm>
              <a:off x="2116782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109: 8:40 1층 로비·충전 어댑터"/>
          <p:cNvGrpSpPr/>
          <p:nvPr/>
        </p:nvGrpSpPr>
        <p:grpSpPr>
          <a:xfrm>
            <a:off x="1219200" y="5472112"/>
            <a:ext cx="1731764" cy="281940"/>
            <a:chOff x="1219200" y="5472112"/>
            <a:chExt cx="1731764" cy="281940"/>
          </a:xfrm>
        </p:grpSpPr>
        <p:sp>
          <p:nvSpPr>
            <p:cNvPr id="126" name="Weave text 109: 8:40 1"/>
            <p:cNvSpPr txBox="1"/>
            <p:nvPr/>
          </p:nvSpPr>
          <p:spPr>
            <a:xfrm>
              <a:off x="1219200" y="5472112"/>
              <a:ext cx="48250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8:40 1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7" name="Weave text 109: 층"/>
            <p:cNvSpPr txBox="1"/>
            <p:nvPr/>
          </p:nvSpPr>
          <p:spPr>
            <a:xfrm>
              <a:off x="1663601" y="547211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층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28" name="Weave text 109:  "/>
            <p:cNvSpPr txBox="1"/>
            <p:nvPr/>
          </p:nvSpPr>
          <p:spPr>
            <a:xfrm>
              <a:off x="1803797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9" name="Weave text 109: 로비"/>
            <p:cNvSpPr txBox="1"/>
            <p:nvPr/>
          </p:nvSpPr>
          <p:spPr>
            <a:xfrm>
              <a:off x="1844427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로비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0" name="Weave text 109: ·"/>
            <p:cNvSpPr txBox="1"/>
            <p:nvPr/>
          </p:nvSpPr>
          <p:spPr>
            <a:xfrm>
              <a:off x="2124819" y="5472112"/>
              <a:ext cx="843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1" name="Weave text 109: 충전"/>
            <p:cNvSpPr txBox="1"/>
            <p:nvPr/>
          </p:nvSpPr>
          <p:spPr>
            <a:xfrm>
              <a:off x="2170956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충전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2" name="Weave text 109:  "/>
            <p:cNvSpPr txBox="1"/>
            <p:nvPr/>
          </p:nvSpPr>
          <p:spPr>
            <a:xfrm>
              <a:off x="2451348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3" name="Weave text 109: 어댑터"/>
            <p:cNvSpPr txBox="1"/>
            <p:nvPr/>
          </p:nvSpPr>
          <p:spPr>
            <a:xfrm>
              <a:off x="2491978" y="547211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어댑터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34" name="Line 110: 카카오톡 · 나와의 채팅"/>
          <p:cNvGrpSpPr/>
          <p:nvPr/>
        </p:nvGrpSpPr>
        <p:grpSpPr>
          <a:xfrm>
            <a:off x="1219200" y="5700712"/>
            <a:ext cx="1113979" cy="220980"/>
            <a:chOff x="1219200" y="5700712"/>
            <a:chExt cx="1113979" cy="220980"/>
          </a:xfrm>
        </p:grpSpPr>
        <p:sp>
          <p:nvSpPr>
            <p:cNvPr id="135" name="Weave text 110: 카카오톡"/>
            <p:cNvSpPr txBox="1"/>
            <p:nvPr/>
          </p:nvSpPr>
          <p:spPr>
            <a:xfrm>
              <a:off x="1219200" y="5700712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110:  · "/>
            <p:cNvSpPr txBox="1"/>
            <p:nvPr/>
          </p:nvSpPr>
          <p:spPr>
            <a:xfrm>
              <a:off x="1639788" y="5700712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110: 나와의"/>
            <p:cNvSpPr txBox="1"/>
            <p:nvPr/>
          </p:nvSpPr>
          <p:spPr>
            <a:xfrm>
              <a:off x="1736973" y="5700712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110:  "/>
            <p:cNvSpPr txBox="1"/>
            <p:nvPr/>
          </p:nvSpPr>
          <p:spPr>
            <a:xfrm>
              <a:off x="2052489" y="57007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110: 채팅"/>
            <p:cNvSpPr txBox="1"/>
            <p:nvPr/>
          </p:nvSpPr>
          <p:spPr>
            <a:xfrm>
              <a:off x="2084636" y="57007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111: 연결된 원래 기록"/>
          <p:cNvGrpSpPr/>
          <p:nvPr/>
        </p:nvGrpSpPr>
        <p:grpSpPr>
          <a:xfrm>
            <a:off x="6591300" y="1762125"/>
            <a:ext cx="955328" cy="220980"/>
            <a:chOff x="6591300" y="1762125"/>
            <a:chExt cx="955328" cy="220980"/>
          </a:xfrm>
        </p:grpSpPr>
        <p:sp>
          <p:nvSpPr>
            <p:cNvPr id="141" name="Weave text 111: 연결된"/>
            <p:cNvSpPr txBox="1"/>
            <p:nvPr/>
          </p:nvSpPr>
          <p:spPr>
            <a:xfrm>
              <a:off x="6591300" y="1762125"/>
              <a:ext cx="39484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연결된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2" name="Weave text 111:  "/>
            <p:cNvSpPr txBox="1"/>
            <p:nvPr/>
          </p:nvSpPr>
          <p:spPr>
            <a:xfrm>
              <a:off x="6947892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3" name="Weave text 111: 원래"/>
            <p:cNvSpPr txBox="1"/>
            <p:nvPr/>
          </p:nvSpPr>
          <p:spPr>
            <a:xfrm>
              <a:off x="6990308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원래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4" name="Weave text 111:  "/>
            <p:cNvSpPr txBox="1"/>
            <p:nvPr/>
          </p:nvSpPr>
          <p:spPr>
            <a:xfrm>
              <a:off x="7228136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5" name="Weave text 111: 기록"/>
            <p:cNvSpPr txBox="1"/>
            <p:nvPr/>
          </p:nvSpPr>
          <p:spPr>
            <a:xfrm>
              <a:off x="7270552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46" name="Line 112: 삼성노트"/>
          <p:cNvGrpSpPr/>
          <p:nvPr/>
        </p:nvGrpSpPr>
        <p:grpSpPr>
          <a:xfrm>
            <a:off x="6791325" y="2181225"/>
            <a:ext cx="528935" cy="251460"/>
            <a:chOff x="6791325" y="2181225"/>
            <a:chExt cx="528935" cy="251460"/>
          </a:xfrm>
        </p:grpSpPr>
        <p:sp>
          <p:nvSpPr>
            <p:cNvPr id="147" name="Weave text 112: 삼성노트"/>
            <p:cNvSpPr txBox="1"/>
            <p:nvPr/>
          </p:nvSpPr>
          <p:spPr>
            <a:xfrm>
              <a:off x="6791325" y="21812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삼성노트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8" name="Line 113: 원문 보기"/>
          <p:cNvGrpSpPr/>
          <p:nvPr/>
        </p:nvGrpSpPr>
        <p:grpSpPr>
          <a:xfrm>
            <a:off x="10910441" y="2185988"/>
            <a:ext cx="490984" cy="220980"/>
            <a:chOff x="10910441" y="2185988"/>
            <a:chExt cx="490984" cy="220980"/>
          </a:xfrm>
        </p:grpSpPr>
        <p:sp>
          <p:nvSpPr>
            <p:cNvPr id="149" name="Weave text 113: 원문"/>
            <p:cNvSpPr txBox="1"/>
            <p:nvPr/>
          </p:nvSpPr>
          <p:spPr>
            <a:xfrm>
              <a:off x="10910441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원문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113:  "/>
            <p:cNvSpPr txBox="1"/>
            <p:nvPr/>
          </p:nvSpPr>
          <p:spPr>
            <a:xfrm>
              <a:off x="11120735" y="21859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113: 보기"/>
            <p:cNvSpPr txBox="1"/>
            <p:nvPr/>
          </p:nvSpPr>
          <p:spPr>
            <a:xfrm>
              <a:off x="11152882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2" name="Line 114: A사 시연 준비회의"/>
          <p:cNvGrpSpPr/>
          <p:nvPr/>
        </p:nvGrpSpPr>
        <p:grpSpPr>
          <a:xfrm>
            <a:off x="6791325" y="2457450"/>
            <a:ext cx="1442442" cy="342900"/>
            <a:chOff x="6791325" y="2457450"/>
            <a:chExt cx="1442442" cy="342900"/>
          </a:xfrm>
        </p:grpSpPr>
        <p:sp>
          <p:nvSpPr>
            <p:cNvPr id="153" name="Weave text 114: A"/>
            <p:cNvSpPr txBox="1"/>
            <p:nvPr/>
          </p:nvSpPr>
          <p:spPr>
            <a:xfrm>
              <a:off x="6791325" y="24574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14: 사"/>
            <p:cNvSpPr txBox="1"/>
            <p:nvPr/>
          </p:nvSpPr>
          <p:spPr>
            <a:xfrm>
              <a:off x="6924080" y="24574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14:  "/>
            <p:cNvSpPr txBox="1"/>
            <p:nvPr/>
          </p:nvSpPr>
          <p:spPr>
            <a:xfrm>
              <a:off x="7093744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14: 시연"/>
            <p:cNvSpPr txBox="1"/>
            <p:nvPr/>
          </p:nvSpPr>
          <p:spPr>
            <a:xfrm>
              <a:off x="7136011" y="24574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14:  "/>
            <p:cNvSpPr txBox="1"/>
            <p:nvPr/>
          </p:nvSpPr>
          <p:spPr>
            <a:xfrm>
              <a:off x="7475041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14: 준비회의"/>
            <p:cNvSpPr txBox="1"/>
            <p:nvPr/>
          </p:nvSpPr>
          <p:spPr>
            <a:xfrm>
              <a:off x="7517309" y="2457450"/>
              <a:ext cx="71645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준비회의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15: 설치 · 연결 · 사용 예시 / 전체 시연 5분"/>
          <p:cNvGrpSpPr/>
          <p:nvPr/>
        </p:nvGrpSpPr>
        <p:grpSpPr>
          <a:xfrm>
            <a:off x="6791325" y="2781300"/>
            <a:ext cx="2632323" cy="297180"/>
            <a:chOff x="6791325" y="2781300"/>
            <a:chExt cx="2632323" cy="297180"/>
          </a:xfrm>
        </p:grpSpPr>
        <p:sp>
          <p:nvSpPr>
            <p:cNvPr id="160" name="Weave text 115: 설치"/>
            <p:cNvSpPr txBox="1"/>
            <p:nvPr/>
          </p:nvSpPr>
          <p:spPr>
            <a:xfrm>
              <a:off x="6791325" y="278130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설치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15:  · "/>
            <p:cNvSpPr txBox="1"/>
            <p:nvPr/>
          </p:nvSpPr>
          <p:spPr>
            <a:xfrm>
              <a:off x="7089130" y="2781300"/>
              <a:ext cx="17606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15: 연결"/>
            <p:cNvSpPr txBox="1"/>
            <p:nvPr/>
          </p:nvSpPr>
          <p:spPr>
            <a:xfrm>
              <a:off x="722694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15:  · "/>
            <p:cNvSpPr txBox="1"/>
            <p:nvPr/>
          </p:nvSpPr>
          <p:spPr>
            <a:xfrm>
              <a:off x="7524899" y="2781300"/>
              <a:ext cx="17591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15: 사용"/>
            <p:cNvSpPr txBox="1"/>
            <p:nvPr/>
          </p:nvSpPr>
          <p:spPr>
            <a:xfrm>
              <a:off x="766256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15:  "/>
            <p:cNvSpPr txBox="1"/>
            <p:nvPr/>
          </p:nvSpPr>
          <p:spPr>
            <a:xfrm>
              <a:off x="7960519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15: 예시"/>
            <p:cNvSpPr txBox="1"/>
            <p:nvPr/>
          </p:nvSpPr>
          <p:spPr>
            <a:xfrm>
              <a:off x="8006060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15:  / "/>
            <p:cNvSpPr txBox="1"/>
            <p:nvPr/>
          </p:nvSpPr>
          <p:spPr>
            <a:xfrm>
              <a:off x="8304014" y="2781300"/>
              <a:ext cx="18767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15: 전체"/>
            <p:cNvSpPr txBox="1"/>
            <p:nvPr/>
          </p:nvSpPr>
          <p:spPr>
            <a:xfrm>
              <a:off x="8453438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전체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15:  "/>
            <p:cNvSpPr txBox="1"/>
            <p:nvPr/>
          </p:nvSpPr>
          <p:spPr>
            <a:xfrm>
              <a:off x="8751391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15: 시연"/>
            <p:cNvSpPr txBox="1"/>
            <p:nvPr/>
          </p:nvSpPr>
          <p:spPr>
            <a:xfrm>
              <a:off x="8796933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15:  5"/>
            <p:cNvSpPr txBox="1"/>
            <p:nvPr/>
          </p:nvSpPr>
          <p:spPr>
            <a:xfrm>
              <a:off x="9094887" y="2781300"/>
              <a:ext cx="17978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5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15: 분"/>
            <p:cNvSpPr txBox="1"/>
            <p:nvPr/>
          </p:nvSpPr>
          <p:spPr>
            <a:xfrm>
              <a:off x="9236422" y="27813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16: 메일 · 나에게 보냄"/>
          <p:cNvGrpSpPr/>
          <p:nvPr/>
        </p:nvGrpSpPr>
        <p:grpSpPr>
          <a:xfrm>
            <a:off x="6791325" y="3457575"/>
            <a:ext cx="1044029" cy="251460"/>
            <a:chOff x="6791325" y="3457575"/>
            <a:chExt cx="1044029" cy="251460"/>
          </a:xfrm>
        </p:grpSpPr>
        <p:sp>
          <p:nvSpPr>
            <p:cNvPr id="174" name="Weave text 116: 메일"/>
            <p:cNvSpPr txBox="1"/>
            <p:nvPr/>
          </p:nvSpPr>
          <p:spPr>
            <a:xfrm>
              <a:off x="6791325" y="34575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메일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5" name="Weave text 116:  · "/>
            <p:cNvSpPr txBox="1"/>
            <p:nvPr/>
          </p:nvSpPr>
          <p:spPr>
            <a:xfrm>
              <a:off x="7036594" y="3457575"/>
              <a:ext cx="1498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6" name="Weave text 116: 나에게"/>
            <p:cNvSpPr txBox="1"/>
            <p:nvPr/>
          </p:nvSpPr>
          <p:spPr>
            <a:xfrm>
              <a:off x="7148215" y="345757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나에게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7" name="Weave text 116:  "/>
            <p:cNvSpPr txBox="1"/>
            <p:nvPr/>
          </p:nvSpPr>
          <p:spPr>
            <a:xfrm>
              <a:off x="7516267" y="3457575"/>
              <a:ext cx="736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8" name="Weave text 116: 보냄"/>
            <p:cNvSpPr txBox="1"/>
            <p:nvPr/>
          </p:nvSpPr>
          <p:spPr>
            <a:xfrm>
              <a:off x="7551688" y="34575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보냄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79" name="Line 117: 메일 보기"/>
          <p:cNvGrpSpPr/>
          <p:nvPr/>
        </p:nvGrpSpPr>
        <p:grpSpPr>
          <a:xfrm>
            <a:off x="10910441" y="3462338"/>
            <a:ext cx="490984" cy="220980"/>
            <a:chOff x="10910441" y="3462338"/>
            <a:chExt cx="490984" cy="220980"/>
          </a:xfrm>
        </p:grpSpPr>
        <p:sp>
          <p:nvSpPr>
            <p:cNvPr id="180" name="Weave text 117: 메일"/>
            <p:cNvSpPr txBox="1"/>
            <p:nvPr/>
          </p:nvSpPr>
          <p:spPr>
            <a:xfrm>
              <a:off x="10910441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17:  "/>
            <p:cNvSpPr txBox="1"/>
            <p:nvPr/>
          </p:nvSpPr>
          <p:spPr>
            <a:xfrm>
              <a:off x="11120735" y="34623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17: 보기"/>
            <p:cNvSpPr txBox="1"/>
            <p:nvPr/>
          </p:nvSpPr>
          <p:spPr>
            <a:xfrm>
              <a:off x="11152882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18: A사 시연 자료 — 내일 수정할 것"/>
          <p:cNvGrpSpPr/>
          <p:nvPr/>
        </p:nvGrpSpPr>
        <p:grpSpPr>
          <a:xfrm>
            <a:off x="6791325" y="3733800"/>
            <a:ext cx="2474565" cy="342900"/>
            <a:chOff x="6791325" y="3733800"/>
            <a:chExt cx="2474565" cy="342900"/>
          </a:xfrm>
        </p:grpSpPr>
        <p:sp>
          <p:nvSpPr>
            <p:cNvPr id="184" name="Weave text 118: A"/>
            <p:cNvSpPr txBox="1"/>
            <p:nvPr/>
          </p:nvSpPr>
          <p:spPr>
            <a:xfrm>
              <a:off x="6791325" y="373380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118: 사"/>
            <p:cNvSpPr txBox="1"/>
            <p:nvPr/>
          </p:nvSpPr>
          <p:spPr>
            <a:xfrm>
              <a:off x="6924080" y="373380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118:  "/>
            <p:cNvSpPr txBox="1"/>
            <p:nvPr/>
          </p:nvSpPr>
          <p:spPr>
            <a:xfrm>
              <a:off x="7093744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118: 시연"/>
            <p:cNvSpPr txBox="1"/>
            <p:nvPr/>
          </p:nvSpPr>
          <p:spPr>
            <a:xfrm>
              <a:off x="7136011" y="373380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118:  "/>
            <p:cNvSpPr txBox="1"/>
            <p:nvPr/>
          </p:nvSpPr>
          <p:spPr>
            <a:xfrm>
              <a:off x="7475041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118: 자료"/>
            <p:cNvSpPr txBox="1"/>
            <p:nvPr/>
          </p:nvSpPr>
          <p:spPr>
            <a:xfrm>
              <a:off x="7517309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자료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118:  — "/>
            <p:cNvSpPr txBox="1"/>
            <p:nvPr/>
          </p:nvSpPr>
          <p:spPr>
            <a:xfrm>
              <a:off x="7856488" y="3733800"/>
              <a:ext cx="3074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—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1" name="Weave text 118: 내일"/>
            <p:cNvSpPr txBox="1"/>
            <p:nvPr/>
          </p:nvSpPr>
          <p:spPr>
            <a:xfrm>
              <a:off x="8125718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내일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2" name="Weave text 118:  "/>
            <p:cNvSpPr txBox="1"/>
            <p:nvPr/>
          </p:nvSpPr>
          <p:spPr>
            <a:xfrm>
              <a:off x="8464897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3" name="Weave text 118: 수정할"/>
            <p:cNvSpPr txBox="1"/>
            <p:nvPr/>
          </p:nvSpPr>
          <p:spPr>
            <a:xfrm>
              <a:off x="8507164" y="3733800"/>
              <a:ext cx="54679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수정할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4" name="Weave text 118:  "/>
            <p:cNvSpPr txBox="1"/>
            <p:nvPr/>
          </p:nvSpPr>
          <p:spPr>
            <a:xfrm>
              <a:off x="9015710" y="3733800"/>
              <a:ext cx="80665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5" name="Weave text 118: 것"/>
            <p:cNvSpPr txBox="1"/>
            <p:nvPr/>
          </p:nvSpPr>
          <p:spPr>
            <a:xfrm>
              <a:off x="9058126" y="3733800"/>
              <a:ext cx="207764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것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96" name="Line 119: 7쪽: 연결 화면 캡처 교체 · 9쪽: 설명 세 문장으로 축약"/>
          <p:cNvGrpSpPr/>
          <p:nvPr/>
        </p:nvGrpSpPr>
        <p:grpSpPr>
          <a:xfrm>
            <a:off x="6791325" y="4067175"/>
            <a:ext cx="3443288" cy="281940"/>
            <a:chOff x="6791325" y="4067175"/>
            <a:chExt cx="3443288" cy="281940"/>
          </a:xfrm>
        </p:grpSpPr>
        <p:sp>
          <p:nvSpPr>
            <p:cNvPr id="197" name="Weave text 119: 7"/>
            <p:cNvSpPr txBox="1"/>
            <p:nvPr/>
          </p:nvSpPr>
          <p:spPr>
            <a:xfrm>
              <a:off x="6791325" y="4067175"/>
              <a:ext cx="124420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7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19: 쪽"/>
            <p:cNvSpPr txBox="1"/>
            <p:nvPr/>
          </p:nvSpPr>
          <p:spPr>
            <a:xfrm>
              <a:off x="6877496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19: : "/>
            <p:cNvSpPr txBox="1"/>
            <p:nvPr/>
          </p:nvSpPr>
          <p:spPr>
            <a:xfrm>
              <a:off x="7017693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19: 연결"/>
            <p:cNvSpPr txBox="1"/>
            <p:nvPr/>
          </p:nvSpPr>
          <p:spPr>
            <a:xfrm>
              <a:off x="7104459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19:  "/>
            <p:cNvSpPr txBox="1"/>
            <p:nvPr/>
          </p:nvSpPr>
          <p:spPr>
            <a:xfrm>
              <a:off x="7384852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19: 화면"/>
            <p:cNvSpPr txBox="1"/>
            <p:nvPr/>
          </p:nvSpPr>
          <p:spPr>
            <a:xfrm>
              <a:off x="7427714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19:  "/>
            <p:cNvSpPr txBox="1"/>
            <p:nvPr/>
          </p:nvSpPr>
          <p:spPr>
            <a:xfrm>
              <a:off x="7708106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19: 캡처"/>
            <p:cNvSpPr txBox="1"/>
            <p:nvPr/>
          </p:nvSpPr>
          <p:spPr>
            <a:xfrm>
              <a:off x="7750969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캡처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19:  "/>
            <p:cNvSpPr txBox="1"/>
            <p:nvPr/>
          </p:nvSpPr>
          <p:spPr>
            <a:xfrm>
              <a:off x="803151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19: 교체"/>
            <p:cNvSpPr txBox="1"/>
            <p:nvPr/>
          </p:nvSpPr>
          <p:spPr>
            <a:xfrm>
              <a:off x="807437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교체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19:  · 9"/>
            <p:cNvSpPr txBox="1"/>
            <p:nvPr/>
          </p:nvSpPr>
          <p:spPr>
            <a:xfrm>
              <a:off x="8354764" y="4067175"/>
              <a:ext cx="26238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9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19: 쪽"/>
            <p:cNvSpPr txBox="1"/>
            <p:nvPr/>
          </p:nvSpPr>
          <p:spPr>
            <a:xfrm>
              <a:off x="8578900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19: : "/>
            <p:cNvSpPr txBox="1"/>
            <p:nvPr/>
          </p:nvSpPr>
          <p:spPr>
            <a:xfrm>
              <a:off x="8719096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19: 설명"/>
            <p:cNvSpPr txBox="1"/>
            <p:nvPr/>
          </p:nvSpPr>
          <p:spPr>
            <a:xfrm>
              <a:off x="880586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설명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19:  "/>
            <p:cNvSpPr txBox="1"/>
            <p:nvPr/>
          </p:nvSpPr>
          <p:spPr>
            <a:xfrm>
              <a:off x="9086255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19: 세"/>
            <p:cNvSpPr txBox="1"/>
            <p:nvPr/>
          </p:nvSpPr>
          <p:spPr>
            <a:xfrm>
              <a:off x="9129117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19:  "/>
            <p:cNvSpPr txBox="1"/>
            <p:nvPr/>
          </p:nvSpPr>
          <p:spPr>
            <a:xfrm>
              <a:off x="9269313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19: 문장으로"/>
            <p:cNvSpPr txBox="1"/>
            <p:nvPr/>
          </p:nvSpPr>
          <p:spPr>
            <a:xfrm>
              <a:off x="9312176" y="406717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문장으로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19:  "/>
            <p:cNvSpPr txBox="1"/>
            <p:nvPr/>
          </p:nvSpPr>
          <p:spPr>
            <a:xfrm>
              <a:off x="987296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19: 축약"/>
            <p:cNvSpPr txBox="1"/>
            <p:nvPr/>
          </p:nvSpPr>
          <p:spPr>
            <a:xfrm>
              <a:off x="9915823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축약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7" name="Line 120: 자료 위치: 사내 문서함 링크"/>
          <p:cNvGrpSpPr/>
          <p:nvPr/>
        </p:nvGrpSpPr>
        <p:grpSpPr>
          <a:xfrm>
            <a:off x="6791325" y="4303365"/>
            <a:ext cx="1795760" cy="281940"/>
            <a:chOff x="6791325" y="4303365"/>
            <a:chExt cx="1795760" cy="281940"/>
          </a:xfrm>
        </p:grpSpPr>
        <p:sp>
          <p:nvSpPr>
            <p:cNvPr id="218" name="Weave text 120: 자료"/>
            <p:cNvSpPr txBox="1"/>
            <p:nvPr/>
          </p:nvSpPr>
          <p:spPr>
            <a:xfrm>
              <a:off x="6791325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20:  "/>
            <p:cNvSpPr txBox="1"/>
            <p:nvPr/>
          </p:nvSpPr>
          <p:spPr>
            <a:xfrm>
              <a:off x="7071717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20: 위치"/>
            <p:cNvSpPr txBox="1"/>
            <p:nvPr/>
          </p:nvSpPr>
          <p:spPr>
            <a:xfrm>
              <a:off x="7114580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120: : "/>
            <p:cNvSpPr txBox="1"/>
            <p:nvPr/>
          </p:nvSpPr>
          <p:spPr>
            <a:xfrm>
              <a:off x="7394972" y="430336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120: 사내"/>
            <p:cNvSpPr txBox="1"/>
            <p:nvPr/>
          </p:nvSpPr>
          <p:spPr>
            <a:xfrm>
              <a:off x="7481739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20:  "/>
            <p:cNvSpPr txBox="1"/>
            <p:nvPr/>
          </p:nvSpPr>
          <p:spPr>
            <a:xfrm>
              <a:off x="7762131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20: 문서함"/>
            <p:cNvSpPr txBox="1"/>
            <p:nvPr/>
          </p:nvSpPr>
          <p:spPr>
            <a:xfrm>
              <a:off x="7804993" y="430336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문서함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120:  "/>
            <p:cNvSpPr txBox="1"/>
            <p:nvPr/>
          </p:nvSpPr>
          <p:spPr>
            <a:xfrm>
              <a:off x="8225582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120: 링크"/>
            <p:cNvSpPr txBox="1"/>
            <p:nvPr/>
          </p:nvSpPr>
          <p:spPr>
            <a:xfrm>
              <a:off x="8268444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링크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121: 카카오톡 · 나와의 채팅"/>
          <p:cNvGrpSpPr/>
          <p:nvPr/>
        </p:nvGrpSpPr>
        <p:grpSpPr>
          <a:xfrm>
            <a:off x="6791325" y="4962525"/>
            <a:ext cx="1289447" cy="251460"/>
            <a:chOff x="6791325" y="4962525"/>
            <a:chExt cx="1289447" cy="251460"/>
          </a:xfrm>
        </p:grpSpPr>
        <p:sp>
          <p:nvSpPr>
            <p:cNvPr id="228" name="Weave text 121: 카카오톡"/>
            <p:cNvSpPr txBox="1"/>
            <p:nvPr/>
          </p:nvSpPr>
          <p:spPr>
            <a:xfrm>
              <a:off x="6791325" y="49625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29" name="Weave text 121:  · "/>
            <p:cNvSpPr txBox="1"/>
            <p:nvPr/>
          </p:nvSpPr>
          <p:spPr>
            <a:xfrm>
              <a:off x="7282011" y="4962525"/>
              <a:ext cx="14972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0" name="Weave text 121: 나와의"/>
            <p:cNvSpPr txBox="1"/>
            <p:nvPr/>
          </p:nvSpPr>
          <p:spPr>
            <a:xfrm>
              <a:off x="7393484" y="496252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나와의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31" name="Weave text 121:  "/>
            <p:cNvSpPr txBox="1"/>
            <p:nvPr/>
          </p:nvSpPr>
          <p:spPr>
            <a:xfrm>
              <a:off x="7761536" y="4962525"/>
              <a:ext cx="7381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2" name="Weave text 121: 채팅"/>
            <p:cNvSpPr txBox="1"/>
            <p:nvPr/>
          </p:nvSpPr>
          <p:spPr>
            <a:xfrm>
              <a:off x="7797105" y="49625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채팅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33" name="Line 122: 가져온 기록"/>
          <p:cNvGrpSpPr/>
          <p:nvPr/>
        </p:nvGrpSpPr>
        <p:grpSpPr>
          <a:xfrm>
            <a:off x="10805368" y="4967288"/>
            <a:ext cx="596057" cy="220980"/>
            <a:chOff x="10805368" y="4967288"/>
            <a:chExt cx="596057" cy="220980"/>
          </a:xfrm>
        </p:grpSpPr>
        <p:sp>
          <p:nvSpPr>
            <p:cNvPr id="234" name="Weave text 122: 가져온"/>
            <p:cNvSpPr txBox="1"/>
            <p:nvPr/>
          </p:nvSpPr>
          <p:spPr>
            <a:xfrm>
              <a:off x="10805368" y="496728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가져온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22:  "/>
            <p:cNvSpPr txBox="1"/>
            <p:nvPr/>
          </p:nvSpPr>
          <p:spPr>
            <a:xfrm>
              <a:off x="11120735" y="49672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22: 기록"/>
            <p:cNvSpPr txBox="1"/>
            <p:nvPr/>
          </p:nvSpPr>
          <p:spPr>
            <a:xfrm>
              <a:off x="11152882" y="49672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7" name="Line 123: A사 시연 집합 안내"/>
          <p:cNvGrpSpPr/>
          <p:nvPr/>
        </p:nvGrpSpPr>
        <p:grpSpPr>
          <a:xfrm>
            <a:off x="6791325" y="5238750"/>
            <a:ext cx="1484709" cy="342900"/>
            <a:chOff x="6791325" y="5238750"/>
            <a:chExt cx="1484709" cy="342900"/>
          </a:xfrm>
        </p:grpSpPr>
        <p:sp>
          <p:nvSpPr>
            <p:cNvPr id="238" name="Weave text 123: A"/>
            <p:cNvSpPr txBox="1"/>
            <p:nvPr/>
          </p:nvSpPr>
          <p:spPr>
            <a:xfrm>
              <a:off x="6791325" y="52387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9" name="Weave text 123: 사"/>
            <p:cNvSpPr txBox="1"/>
            <p:nvPr/>
          </p:nvSpPr>
          <p:spPr>
            <a:xfrm>
              <a:off x="6924080" y="52387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0" name="Weave text 123:  "/>
            <p:cNvSpPr txBox="1"/>
            <p:nvPr/>
          </p:nvSpPr>
          <p:spPr>
            <a:xfrm>
              <a:off x="7093744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1" name="Weave text 123: 시연"/>
            <p:cNvSpPr txBox="1"/>
            <p:nvPr/>
          </p:nvSpPr>
          <p:spPr>
            <a:xfrm>
              <a:off x="7136011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2" name="Weave text 123:  "/>
            <p:cNvSpPr txBox="1"/>
            <p:nvPr/>
          </p:nvSpPr>
          <p:spPr>
            <a:xfrm>
              <a:off x="7475041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3" name="Weave text 123: 집합"/>
            <p:cNvSpPr txBox="1"/>
            <p:nvPr/>
          </p:nvSpPr>
          <p:spPr>
            <a:xfrm>
              <a:off x="7517309" y="523875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집합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4" name="Weave text 123:  "/>
            <p:cNvSpPr txBox="1"/>
            <p:nvPr/>
          </p:nvSpPr>
          <p:spPr>
            <a:xfrm>
              <a:off x="7856488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5" name="Weave text 123: 안내"/>
            <p:cNvSpPr txBox="1"/>
            <p:nvPr/>
          </p:nvSpPr>
          <p:spPr>
            <a:xfrm>
              <a:off x="7898755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안내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6" name="Line 124: “내일 8:40 1층 로비. 충전 어댑터 챙기기.”"/>
          <p:cNvGrpSpPr/>
          <p:nvPr/>
        </p:nvGrpSpPr>
        <p:grpSpPr>
          <a:xfrm>
            <a:off x="6791325" y="5562600"/>
            <a:ext cx="2894261" cy="297180"/>
            <a:chOff x="6791325" y="5562600"/>
            <a:chExt cx="2894261" cy="297180"/>
          </a:xfrm>
        </p:grpSpPr>
        <p:sp>
          <p:nvSpPr>
            <p:cNvPr id="247" name="Weave text 124: “"/>
            <p:cNvSpPr txBox="1"/>
            <p:nvPr/>
          </p:nvSpPr>
          <p:spPr>
            <a:xfrm>
              <a:off x="6791325" y="5562600"/>
              <a:ext cx="10953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124: 내일"/>
            <p:cNvSpPr txBox="1"/>
            <p:nvPr/>
          </p:nvSpPr>
          <p:spPr>
            <a:xfrm>
              <a:off x="6862614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내일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9" name="Weave text 124:  8:40 1"/>
            <p:cNvSpPr txBox="1"/>
            <p:nvPr/>
          </p:nvSpPr>
          <p:spPr>
            <a:xfrm>
              <a:off x="7160568" y="5562600"/>
              <a:ext cx="54872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8:40 1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0" name="Weave text 124: 층"/>
            <p:cNvSpPr txBox="1"/>
            <p:nvPr/>
          </p:nvSpPr>
          <p:spPr>
            <a:xfrm>
              <a:off x="7671048" y="55626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층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124:  "/>
            <p:cNvSpPr txBox="1"/>
            <p:nvPr/>
          </p:nvSpPr>
          <p:spPr>
            <a:xfrm>
              <a:off x="7820025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124: 로비"/>
            <p:cNvSpPr txBox="1"/>
            <p:nvPr/>
          </p:nvSpPr>
          <p:spPr>
            <a:xfrm>
              <a:off x="7865566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로비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124: . "/>
            <p:cNvSpPr txBox="1"/>
            <p:nvPr/>
          </p:nvSpPr>
          <p:spPr>
            <a:xfrm>
              <a:off x="8163520" y="55626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4" name="Weave text 124: 충전"/>
            <p:cNvSpPr txBox="1"/>
            <p:nvPr/>
          </p:nvSpPr>
          <p:spPr>
            <a:xfrm>
              <a:off x="8255645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124:  "/>
            <p:cNvSpPr txBox="1"/>
            <p:nvPr/>
          </p:nvSpPr>
          <p:spPr>
            <a:xfrm>
              <a:off x="8553599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124: 어댑터"/>
            <p:cNvSpPr txBox="1"/>
            <p:nvPr/>
          </p:nvSpPr>
          <p:spPr>
            <a:xfrm>
              <a:off x="8599140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어댑터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124:  "/>
            <p:cNvSpPr txBox="1"/>
            <p:nvPr/>
          </p:nvSpPr>
          <p:spPr>
            <a:xfrm>
              <a:off x="9046071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8" name="Weave text 124: 챙기기"/>
            <p:cNvSpPr txBox="1"/>
            <p:nvPr/>
          </p:nvSpPr>
          <p:spPr>
            <a:xfrm>
              <a:off x="9091612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9" name="Weave text 124: .”"/>
            <p:cNvSpPr txBox="1"/>
            <p:nvPr/>
          </p:nvSpPr>
          <p:spPr>
            <a:xfrm>
              <a:off x="9538543" y="5562600"/>
              <a:ext cx="14704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0" name="Line 125: 앱을 다시 열어 찾아다니지 않고, 필요한 기록과 출처를 함께 확인합니다."/>
          <p:cNvGrpSpPr/>
          <p:nvPr/>
        </p:nvGrpSpPr>
        <p:grpSpPr>
          <a:xfrm>
            <a:off x="609600" y="6162675"/>
            <a:ext cx="4455914" cy="281940"/>
            <a:chOff x="609600" y="6162675"/>
            <a:chExt cx="4455914" cy="281940"/>
          </a:xfrm>
        </p:grpSpPr>
        <p:sp>
          <p:nvSpPr>
            <p:cNvPr id="261" name="Weave text 125: 앱을"/>
            <p:cNvSpPr txBox="1"/>
            <p:nvPr/>
          </p:nvSpPr>
          <p:spPr>
            <a:xfrm>
              <a:off x="609600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125:  "/>
            <p:cNvSpPr txBox="1"/>
            <p:nvPr/>
          </p:nvSpPr>
          <p:spPr>
            <a:xfrm>
              <a:off x="88389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125: 다시"/>
            <p:cNvSpPr txBox="1"/>
            <p:nvPr/>
          </p:nvSpPr>
          <p:spPr>
            <a:xfrm>
              <a:off x="92362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125:  "/>
            <p:cNvSpPr txBox="1"/>
            <p:nvPr/>
          </p:nvSpPr>
          <p:spPr>
            <a:xfrm>
              <a:off x="119791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125: 열어"/>
            <p:cNvSpPr txBox="1"/>
            <p:nvPr/>
          </p:nvSpPr>
          <p:spPr>
            <a:xfrm>
              <a:off x="1237804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열어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125:  "/>
            <p:cNvSpPr txBox="1"/>
            <p:nvPr/>
          </p:nvSpPr>
          <p:spPr>
            <a:xfrm>
              <a:off x="151209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125: 찾아다니지"/>
            <p:cNvSpPr txBox="1"/>
            <p:nvPr/>
          </p:nvSpPr>
          <p:spPr>
            <a:xfrm>
              <a:off x="155198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찾아다니지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125:  "/>
            <p:cNvSpPr txBox="1"/>
            <p:nvPr/>
          </p:nvSpPr>
          <p:spPr>
            <a:xfrm>
              <a:off x="223778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125: 않고"/>
            <p:cNvSpPr txBox="1"/>
            <p:nvPr/>
          </p:nvSpPr>
          <p:spPr>
            <a:xfrm>
              <a:off x="227751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0" name="Weave text 125: , "/>
            <p:cNvSpPr txBox="1"/>
            <p:nvPr/>
          </p:nvSpPr>
          <p:spPr>
            <a:xfrm>
              <a:off x="2551807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1" name="Weave text 125: 필요한"/>
            <p:cNvSpPr txBox="1"/>
            <p:nvPr/>
          </p:nvSpPr>
          <p:spPr>
            <a:xfrm>
              <a:off x="2632472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2" name="Weave text 125:  "/>
            <p:cNvSpPr txBox="1"/>
            <p:nvPr/>
          </p:nvSpPr>
          <p:spPr>
            <a:xfrm>
              <a:off x="304398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3" name="Weave text 125: 기록과"/>
            <p:cNvSpPr txBox="1"/>
            <p:nvPr/>
          </p:nvSpPr>
          <p:spPr>
            <a:xfrm>
              <a:off x="308386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125:  "/>
            <p:cNvSpPr txBox="1"/>
            <p:nvPr/>
          </p:nvSpPr>
          <p:spPr>
            <a:xfrm>
              <a:off x="349537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125: 출처를"/>
            <p:cNvSpPr txBox="1"/>
            <p:nvPr/>
          </p:nvSpPr>
          <p:spPr>
            <a:xfrm>
              <a:off x="353511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125:  "/>
            <p:cNvSpPr txBox="1"/>
            <p:nvPr/>
          </p:nvSpPr>
          <p:spPr>
            <a:xfrm>
              <a:off x="394662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125: 함께"/>
            <p:cNvSpPr txBox="1"/>
            <p:nvPr/>
          </p:nvSpPr>
          <p:spPr>
            <a:xfrm>
              <a:off x="3986361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125:  "/>
            <p:cNvSpPr txBox="1"/>
            <p:nvPr/>
          </p:nvSpPr>
          <p:spPr>
            <a:xfrm>
              <a:off x="426080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125: 확인합니다"/>
            <p:cNvSpPr txBox="1"/>
            <p:nvPr/>
          </p:nvSpPr>
          <p:spPr>
            <a:xfrm>
              <a:off x="4300538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125: ."/>
            <p:cNvSpPr txBox="1"/>
            <p:nvPr/>
          </p:nvSpPr>
          <p:spPr>
            <a:xfrm>
              <a:off x="4986338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1" name="Line 126: 05 / 12"/>
          <p:cNvGrpSpPr/>
          <p:nvPr/>
        </p:nvGrpSpPr>
        <p:grpSpPr>
          <a:xfrm>
            <a:off x="11199168" y="6496050"/>
            <a:ext cx="421332" cy="190500"/>
            <a:chOff x="11199168" y="6496050"/>
            <a:chExt cx="421332" cy="190500"/>
          </a:xfrm>
        </p:grpSpPr>
        <p:sp>
          <p:nvSpPr>
            <p:cNvPr id="282" name="Weave text 126: 05 / 12"/>
            <p:cNvSpPr txBox="1"/>
            <p:nvPr/>
          </p:nvSpPr>
          <p:spPr>
            <a:xfrm>
              <a:off x="11199168" y="6496050"/>
              <a:ext cx="42133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05 / 12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27: 06 / CONTEXTUAL COMPLETION"/>
          <p:cNvGrpSpPr/>
          <p:nvPr/>
        </p:nvGrpSpPr>
        <p:grpSpPr>
          <a:xfrm>
            <a:off x="609600" y="390525"/>
            <a:ext cx="2463850" cy="220980"/>
            <a:chOff x="609600" y="390525"/>
            <a:chExt cx="2463850" cy="220980"/>
          </a:xfrm>
        </p:grpSpPr>
        <p:sp>
          <p:nvSpPr>
            <p:cNvPr id="4" name="Weave text 127: 06 / CONTEXTUAL COMPLETION"/>
            <p:cNvSpPr txBox="1"/>
            <p:nvPr/>
          </p:nvSpPr>
          <p:spPr>
            <a:xfrm>
              <a:off x="609600" y="390525"/>
              <a:ext cx="246385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06 / CONTEXTUAL COMPLETION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28: 기억나는 말이, 정확한 검색어가 됩니다."/>
          <p:cNvGrpSpPr/>
          <p:nvPr/>
        </p:nvGrpSpPr>
        <p:grpSpPr>
          <a:xfrm>
            <a:off x="609600" y="676275"/>
            <a:ext cx="5930354" cy="647700"/>
            <a:chOff x="609600" y="676275"/>
            <a:chExt cx="5930354" cy="647700"/>
          </a:xfrm>
        </p:grpSpPr>
        <p:sp>
          <p:nvSpPr>
            <p:cNvPr id="6" name="Weave text 128: 기억나는"/>
            <p:cNvSpPr txBox="1"/>
            <p:nvPr/>
          </p:nvSpPr>
          <p:spPr>
            <a:xfrm>
              <a:off x="609600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기억나는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28:  "/>
            <p:cNvSpPr txBox="1"/>
            <p:nvPr/>
          </p:nvSpPr>
          <p:spPr>
            <a:xfrm>
              <a:off x="195069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28: 말이"/>
            <p:cNvSpPr txBox="1"/>
            <p:nvPr/>
          </p:nvSpPr>
          <p:spPr>
            <a:xfrm>
              <a:off x="2031355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말이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28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28: 정확한"/>
            <p:cNvSpPr txBox="1"/>
            <p:nvPr/>
          </p:nvSpPr>
          <p:spPr>
            <a:xfrm>
              <a:off x="2881164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정확한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28:  "/>
            <p:cNvSpPr txBox="1"/>
            <p:nvPr/>
          </p:nvSpPr>
          <p:spPr>
            <a:xfrm>
              <a:off x="3886944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28: 검색어가"/>
            <p:cNvSpPr txBox="1"/>
            <p:nvPr/>
          </p:nvSpPr>
          <p:spPr>
            <a:xfrm>
              <a:off x="3967758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검색어가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28:  "/>
            <p:cNvSpPr txBox="1"/>
            <p:nvPr/>
          </p:nvSpPr>
          <p:spPr>
            <a:xfrm>
              <a:off x="530884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28: 됩니다"/>
            <p:cNvSpPr txBox="1"/>
            <p:nvPr/>
          </p:nvSpPr>
          <p:spPr>
            <a:xfrm>
              <a:off x="5389662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28: ."/>
            <p:cNvSpPr txBox="1"/>
            <p:nvPr/>
          </p:nvSpPr>
          <p:spPr>
            <a:xfrm>
              <a:off x="639544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29: 일정에서 찾은 날짜로 사진을 확인하고, 라벨에서 찾은 이름을 작성 중인 "/>
          <p:cNvGrpSpPr/>
          <p:nvPr/>
        </p:nvGrpSpPr>
        <p:grpSpPr>
          <a:xfrm>
            <a:off x="609600" y="1276350"/>
            <a:ext cx="6293346" cy="297180"/>
            <a:chOff x="609600" y="1276350"/>
            <a:chExt cx="6293346" cy="297180"/>
          </a:xfrm>
        </p:grpSpPr>
        <p:sp>
          <p:nvSpPr>
            <p:cNvPr id="17" name="Weave text 129: 일정에서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29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29: 찾은"/>
            <p:cNvSpPr txBox="1"/>
            <p:nvPr/>
          </p:nvSpPr>
          <p:spPr>
            <a:xfrm>
              <a:off x="125090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29:  "/>
            <p:cNvSpPr txBox="1"/>
            <p:nvPr/>
          </p:nvSpPr>
          <p:spPr>
            <a:xfrm>
              <a:off x="1548854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29: 날짜로"/>
            <p:cNvSpPr txBox="1"/>
            <p:nvPr/>
          </p:nvSpPr>
          <p:spPr>
            <a:xfrm>
              <a:off x="1594396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날짜로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29:  "/>
            <p:cNvSpPr txBox="1"/>
            <p:nvPr/>
          </p:nvSpPr>
          <p:spPr>
            <a:xfrm>
              <a:off x="20413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29: 사진을"/>
            <p:cNvSpPr txBox="1"/>
            <p:nvPr/>
          </p:nvSpPr>
          <p:spPr>
            <a:xfrm>
              <a:off x="2086868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29:  "/>
            <p:cNvSpPr txBox="1"/>
            <p:nvPr/>
          </p:nvSpPr>
          <p:spPr>
            <a:xfrm>
              <a:off x="253379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29: 확인하고"/>
            <p:cNvSpPr txBox="1"/>
            <p:nvPr/>
          </p:nvSpPr>
          <p:spPr>
            <a:xfrm>
              <a:off x="257934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29: , "/>
            <p:cNvSpPr txBox="1"/>
            <p:nvPr/>
          </p:nvSpPr>
          <p:spPr>
            <a:xfrm>
              <a:off x="3175248" y="127635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29: 라벨에서"/>
            <p:cNvSpPr txBox="1"/>
            <p:nvPr/>
          </p:nvSpPr>
          <p:spPr>
            <a:xfrm>
              <a:off x="3267373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29:  "/>
            <p:cNvSpPr txBox="1"/>
            <p:nvPr/>
          </p:nvSpPr>
          <p:spPr>
            <a:xfrm>
              <a:off x="386328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29: 찾은"/>
            <p:cNvSpPr txBox="1"/>
            <p:nvPr/>
          </p:nvSpPr>
          <p:spPr>
            <a:xfrm>
              <a:off x="390882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29:  "/>
            <p:cNvSpPr txBox="1"/>
            <p:nvPr/>
          </p:nvSpPr>
          <p:spPr>
            <a:xfrm>
              <a:off x="420677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29: 이름을"/>
            <p:cNvSpPr txBox="1"/>
            <p:nvPr/>
          </p:nvSpPr>
          <p:spPr>
            <a:xfrm>
              <a:off x="4252317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29:  "/>
            <p:cNvSpPr txBox="1"/>
            <p:nvPr/>
          </p:nvSpPr>
          <p:spPr>
            <a:xfrm>
              <a:off x="469924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29: 작성"/>
            <p:cNvSpPr txBox="1"/>
            <p:nvPr/>
          </p:nvSpPr>
          <p:spPr>
            <a:xfrm>
              <a:off x="4744789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29:  "/>
            <p:cNvSpPr txBox="1"/>
            <p:nvPr/>
          </p:nvSpPr>
          <p:spPr>
            <a:xfrm>
              <a:off x="504274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29: 중인"/>
            <p:cNvSpPr txBox="1"/>
            <p:nvPr/>
          </p:nvSpPr>
          <p:spPr>
            <a:xfrm>
              <a:off x="508828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29:  "/>
            <p:cNvSpPr txBox="1"/>
            <p:nvPr/>
          </p:nvSpPr>
          <p:spPr>
            <a:xfrm>
              <a:off x="538623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29: 검색창에"/>
            <p:cNvSpPr txBox="1"/>
            <p:nvPr/>
          </p:nvSpPr>
          <p:spPr>
            <a:xfrm>
              <a:off x="543178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검색창에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29:  "/>
            <p:cNvSpPr txBox="1"/>
            <p:nvPr/>
          </p:nvSpPr>
          <p:spPr>
            <a:xfrm>
              <a:off x="602768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29: 연결합니다"/>
            <p:cNvSpPr txBox="1"/>
            <p:nvPr/>
          </p:nvSpPr>
          <p:spPr>
            <a:xfrm>
              <a:off x="6073229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29: ."/>
            <p:cNvSpPr txBox="1"/>
            <p:nvPr/>
          </p:nvSpPr>
          <p:spPr>
            <a:xfrm>
              <a:off x="6817965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30: 삼성 캘린더"/>
          <p:cNvGrpSpPr/>
          <p:nvPr/>
        </p:nvGrpSpPr>
        <p:grpSpPr>
          <a:xfrm>
            <a:off x="1247775" y="2312194"/>
            <a:ext cx="735657" cy="266700"/>
            <a:chOff x="1247775" y="2312194"/>
            <a:chExt cx="735657" cy="266700"/>
          </a:xfrm>
        </p:grpSpPr>
        <p:sp>
          <p:nvSpPr>
            <p:cNvPr id="42" name="Weave text 130: 삼성"/>
            <p:cNvSpPr txBox="1"/>
            <p:nvPr/>
          </p:nvSpPr>
          <p:spPr>
            <a:xfrm>
              <a:off x="1247775" y="2312194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130:  "/>
            <p:cNvSpPr txBox="1"/>
            <p:nvPr/>
          </p:nvSpPr>
          <p:spPr>
            <a:xfrm>
              <a:off x="1510605" y="2312194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130: 캘린더"/>
            <p:cNvSpPr txBox="1"/>
            <p:nvPr/>
          </p:nvSpPr>
          <p:spPr>
            <a:xfrm>
              <a:off x="1550789" y="2312194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캘린더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" name="Line 131: 지난주 일요일"/>
          <p:cNvGrpSpPr/>
          <p:nvPr/>
        </p:nvGrpSpPr>
        <p:grpSpPr>
          <a:xfrm>
            <a:off x="819150" y="2752725"/>
            <a:ext cx="977503" cy="297180"/>
            <a:chOff x="819150" y="2752725"/>
            <a:chExt cx="977503" cy="297180"/>
          </a:xfrm>
        </p:grpSpPr>
        <p:sp>
          <p:nvSpPr>
            <p:cNvPr id="46" name="Weave text 131: 지난주"/>
            <p:cNvSpPr txBox="1"/>
            <p:nvPr/>
          </p:nvSpPr>
          <p:spPr>
            <a:xfrm>
              <a:off x="819150" y="27527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지난주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31:  "/>
            <p:cNvSpPr txBox="1"/>
            <p:nvPr/>
          </p:nvSpPr>
          <p:spPr>
            <a:xfrm>
              <a:off x="1265932" y="27527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31: 일요일"/>
            <p:cNvSpPr txBox="1"/>
            <p:nvPr/>
          </p:nvSpPr>
          <p:spPr>
            <a:xfrm>
              <a:off x="1311473" y="27527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" name="Line 132: 지은 집들이"/>
          <p:cNvGrpSpPr/>
          <p:nvPr/>
        </p:nvGrpSpPr>
        <p:grpSpPr>
          <a:xfrm>
            <a:off x="819150" y="3033712"/>
            <a:ext cx="1143595" cy="419100"/>
            <a:chOff x="819150" y="3033712"/>
            <a:chExt cx="1143595" cy="419100"/>
          </a:xfrm>
        </p:grpSpPr>
        <p:sp>
          <p:nvSpPr>
            <p:cNvPr id="50" name="Weave text 132: 지은"/>
            <p:cNvSpPr txBox="1"/>
            <p:nvPr/>
          </p:nvSpPr>
          <p:spPr>
            <a:xfrm>
              <a:off x="819150" y="3033712"/>
              <a:ext cx="459730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지은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" name="Weave text 132:  "/>
            <p:cNvSpPr txBox="1"/>
            <p:nvPr/>
          </p:nvSpPr>
          <p:spPr>
            <a:xfrm>
              <a:off x="1240631" y="3033712"/>
              <a:ext cx="8989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6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2" name="Weave text 132: 집들이"/>
            <p:cNvSpPr txBox="1"/>
            <p:nvPr/>
          </p:nvSpPr>
          <p:spPr>
            <a:xfrm>
              <a:off x="1292275" y="3033712"/>
              <a:ext cx="67047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집들이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3" name="Line 133: 첫 번째 단서"/>
          <p:cNvGrpSpPr/>
          <p:nvPr/>
        </p:nvGrpSpPr>
        <p:grpSpPr>
          <a:xfrm>
            <a:off x="3429000" y="1790700"/>
            <a:ext cx="774204" cy="236220"/>
            <a:chOff x="3429000" y="1790700"/>
            <a:chExt cx="774204" cy="236220"/>
          </a:xfrm>
        </p:grpSpPr>
        <p:sp>
          <p:nvSpPr>
            <p:cNvPr id="54" name="Weave text 133: 첫"/>
            <p:cNvSpPr txBox="1"/>
            <p:nvPr/>
          </p:nvSpPr>
          <p:spPr>
            <a:xfrm>
              <a:off x="3429000" y="1790700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첫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5" name="Weave text 133:  "/>
            <p:cNvSpPr txBox="1"/>
            <p:nvPr/>
          </p:nvSpPr>
          <p:spPr>
            <a:xfrm>
              <a:off x="355773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6" name="Weave text 133: 번째"/>
            <p:cNvSpPr txBox="1"/>
            <p:nvPr/>
          </p:nvSpPr>
          <p:spPr>
            <a:xfrm>
              <a:off x="360372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7" name="Weave text 133:  "/>
            <p:cNvSpPr txBox="1"/>
            <p:nvPr/>
          </p:nvSpPr>
          <p:spPr>
            <a:xfrm>
              <a:off x="386134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8" name="Weave text 133: 단서"/>
            <p:cNvSpPr txBox="1"/>
            <p:nvPr/>
          </p:nvSpPr>
          <p:spPr>
            <a:xfrm>
              <a:off x="390733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9" name="Line 134: 언제 찍은 사진인지"/>
          <p:cNvGrpSpPr/>
          <p:nvPr/>
        </p:nvGrpSpPr>
        <p:grpSpPr>
          <a:xfrm>
            <a:off x="3429000" y="2071688"/>
            <a:ext cx="1629370" cy="373380"/>
            <a:chOff x="3429000" y="2071688"/>
            <a:chExt cx="1629370" cy="373380"/>
          </a:xfrm>
        </p:grpSpPr>
        <p:sp>
          <p:nvSpPr>
            <p:cNvPr id="60" name="Weave text 134: 언제"/>
            <p:cNvSpPr txBox="1"/>
            <p:nvPr/>
          </p:nvSpPr>
          <p:spPr>
            <a:xfrm>
              <a:off x="3429000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언제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34:  "/>
            <p:cNvSpPr txBox="1"/>
            <p:nvPr/>
          </p:nvSpPr>
          <p:spPr>
            <a:xfrm>
              <a:off x="3801963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34: 찍은"/>
            <p:cNvSpPr txBox="1"/>
            <p:nvPr/>
          </p:nvSpPr>
          <p:spPr>
            <a:xfrm>
              <a:off x="3851523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찍은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34:  "/>
            <p:cNvSpPr txBox="1"/>
            <p:nvPr/>
          </p:nvSpPr>
          <p:spPr>
            <a:xfrm>
              <a:off x="4224486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34: 사진인지"/>
            <p:cNvSpPr txBox="1"/>
            <p:nvPr/>
          </p:nvSpPr>
          <p:spPr>
            <a:xfrm>
              <a:off x="4274046" y="2071688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사진인지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65" name="Line 135: 알게 됩니다."/>
          <p:cNvGrpSpPr/>
          <p:nvPr/>
        </p:nvGrpSpPr>
        <p:grpSpPr>
          <a:xfrm>
            <a:off x="3429000" y="2386012"/>
            <a:ext cx="1077516" cy="373380"/>
            <a:chOff x="3429000" y="2386012"/>
            <a:chExt cx="1077516" cy="373380"/>
          </a:xfrm>
        </p:grpSpPr>
        <p:sp>
          <p:nvSpPr>
            <p:cNvPr id="66" name="Weave text 135: 알게"/>
            <p:cNvSpPr txBox="1"/>
            <p:nvPr/>
          </p:nvSpPr>
          <p:spPr>
            <a:xfrm>
              <a:off x="3429000" y="2386012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알게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35:  "/>
            <p:cNvSpPr txBox="1"/>
            <p:nvPr/>
          </p:nvSpPr>
          <p:spPr>
            <a:xfrm>
              <a:off x="3801963" y="2386012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35: 됩니다"/>
            <p:cNvSpPr txBox="1"/>
            <p:nvPr/>
          </p:nvSpPr>
          <p:spPr>
            <a:xfrm>
              <a:off x="3851523" y="2386012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됩니다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35: ."/>
            <p:cNvSpPr txBox="1"/>
            <p:nvPr/>
          </p:nvSpPr>
          <p:spPr>
            <a:xfrm>
              <a:off x="4410968" y="2386012"/>
              <a:ext cx="95548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36: 두 번째 단서"/>
          <p:cNvGrpSpPr/>
          <p:nvPr/>
        </p:nvGrpSpPr>
        <p:grpSpPr>
          <a:xfrm>
            <a:off x="619125" y="4238625"/>
            <a:ext cx="774204" cy="236220"/>
            <a:chOff x="619125" y="4238625"/>
            <a:chExt cx="774204" cy="236220"/>
          </a:xfrm>
        </p:grpSpPr>
        <p:sp>
          <p:nvSpPr>
            <p:cNvPr id="71" name="Weave text 136: 두"/>
            <p:cNvSpPr txBox="1"/>
            <p:nvPr/>
          </p:nvSpPr>
          <p:spPr>
            <a:xfrm>
              <a:off x="619125" y="4238625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두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136:  "/>
            <p:cNvSpPr txBox="1"/>
            <p:nvPr/>
          </p:nvSpPr>
          <p:spPr>
            <a:xfrm>
              <a:off x="74786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3" name="Weave text 136: 번째"/>
            <p:cNvSpPr txBox="1"/>
            <p:nvPr/>
          </p:nvSpPr>
          <p:spPr>
            <a:xfrm>
              <a:off x="79384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4" name="Weave text 136:  "/>
            <p:cNvSpPr txBox="1"/>
            <p:nvPr/>
          </p:nvSpPr>
          <p:spPr>
            <a:xfrm>
              <a:off x="105147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5" name="Weave text 136: 단서"/>
            <p:cNvSpPr txBox="1"/>
            <p:nvPr/>
          </p:nvSpPr>
          <p:spPr>
            <a:xfrm>
              <a:off x="109745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76" name="Line 137: 사진에 남아 있던"/>
          <p:cNvGrpSpPr/>
          <p:nvPr/>
        </p:nvGrpSpPr>
        <p:grpSpPr>
          <a:xfrm>
            <a:off x="619125" y="4543425"/>
            <a:ext cx="1442889" cy="373380"/>
            <a:chOff x="619125" y="4543425"/>
            <a:chExt cx="1442889" cy="373380"/>
          </a:xfrm>
        </p:grpSpPr>
        <p:sp>
          <p:nvSpPr>
            <p:cNvPr id="77" name="Weave text 137: 사진에"/>
            <p:cNvSpPr txBox="1"/>
            <p:nvPr/>
          </p:nvSpPr>
          <p:spPr>
            <a:xfrm>
              <a:off x="619125" y="4543425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사진에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137:  "/>
            <p:cNvSpPr txBox="1"/>
            <p:nvPr/>
          </p:nvSpPr>
          <p:spPr>
            <a:xfrm>
              <a:off x="1178570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137: 남아"/>
            <p:cNvSpPr txBox="1"/>
            <p:nvPr/>
          </p:nvSpPr>
          <p:spPr>
            <a:xfrm>
              <a:off x="1228130" y="4543425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남아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0" name="Weave text 137:  "/>
            <p:cNvSpPr txBox="1"/>
            <p:nvPr/>
          </p:nvSpPr>
          <p:spPr>
            <a:xfrm>
              <a:off x="1601093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1" name="Weave text 137: 있던"/>
            <p:cNvSpPr txBox="1"/>
            <p:nvPr/>
          </p:nvSpPr>
          <p:spPr>
            <a:xfrm>
              <a:off x="1650653" y="4543425"/>
              <a:ext cx="411361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있던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2" name="Line 138: 이름을 읽습니다."/>
          <p:cNvGrpSpPr/>
          <p:nvPr/>
        </p:nvGrpSpPr>
        <p:grpSpPr>
          <a:xfrm>
            <a:off x="619125" y="4857750"/>
            <a:ext cx="1450479" cy="373380"/>
            <a:chOff x="619125" y="4857750"/>
            <a:chExt cx="1450479" cy="373380"/>
          </a:xfrm>
        </p:grpSpPr>
        <p:sp>
          <p:nvSpPr>
            <p:cNvPr id="83" name="Weave text 138: 이름을"/>
            <p:cNvSpPr txBox="1"/>
            <p:nvPr/>
          </p:nvSpPr>
          <p:spPr>
            <a:xfrm>
              <a:off x="619125" y="4857750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4" name="Weave text 138:  "/>
            <p:cNvSpPr txBox="1"/>
            <p:nvPr/>
          </p:nvSpPr>
          <p:spPr>
            <a:xfrm>
              <a:off x="1178570" y="4857750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5" name="Weave text 138: 읽습니다"/>
            <p:cNvSpPr txBox="1"/>
            <p:nvPr/>
          </p:nvSpPr>
          <p:spPr>
            <a:xfrm>
              <a:off x="1228130" y="4857750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읽습니다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6" name="Weave text 138: ."/>
            <p:cNvSpPr txBox="1"/>
            <p:nvPr/>
          </p:nvSpPr>
          <p:spPr>
            <a:xfrm>
              <a:off x="1974205" y="4857750"/>
              <a:ext cx="9539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87" name="Line 139: 갤러리 · 같은 날의 와인 사진"/>
          <p:cNvGrpSpPr/>
          <p:nvPr/>
        </p:nvGrpSpPr>
        <p:grpSpPr>
          <a:xfrm>
            <a:off x="3448050" y="4119562"/>
            <a:ext cx="1613595" cy="251460"/>
            <a:chOff x="3448050" y="4119562"/>
            <a:chExt cx="1613595" cy="251460"/>
          </a:xfrm>
        </p:grpSpPr>
        <p:sp>
          <p:nvSpPr>
            <p:cNvPr id="88" name="Weave text 139: 갤러리"/>
            <p:cNvSpPr txBox="1"/>
            <p:nvPr/>
          </p:nvSpPr>
          <p:spPr>
            <a:xfrm>
              <a:off x="3448050" y="411956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39:  · "/>
            <p:cNvSpPr txBox="1"/>
            <p:nvPr/>
          </p:nvSpPr>
          <p:spPr>
            <a:xfrm>
              <a:off x="3815953" y="4119562"/>
              <a:ext cx="15180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39: 같은"/>
            <p:cNvSpPr txBox="1"/>
            <p:nvPr/>
          </p:nvSpPr>
          <p:spPr>
            <a:xfrm>
              <a:off x="3929509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39:  "/>
            <p:cNvSpPr txBox="1"/>
            <p:nvPr/>
          </p:nvSpPr>
          <p:spPr>
            <a:xfrm>
              <a:off x="4174778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39: 날의"/>
            <p:cNvSpPr txBox="1"/>
            <p:nvPr/>
          </p:nvSpPr>
          <p:spPr>
            <a:xfrm>
              <a:off x="4212282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날의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39:  "/>
            <p:cNvSpPr txBox="1"/>
            <p:nvPr/>
          </p:nvSpPr>
          <p:spPr>
            <a:xfrm>
              <a:off x="4457700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39: 와인"/>
            <p:cNvSpPr txBox="1"/>
            <p:nvPr/>
          </p:nvSpPr>
          <p:spPr>
            <a:xfrm>
              <a:off x="4495205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39:  "/>
            <p:cNvSpPr txBox="1"/>
            <p:nvPr/>
          </p:nvSpPr>
          <p:spPr>
            <a:xfrm>
              <a:off x="4740473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39: 사진"/>
            <p:cNvSpPr txBox="1"/>
            <p:nvPr/>
          </p:nvSpPr>
          <p:spPr>
            <a:xfrm>
              <a:off x="4777978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140: 사진 속 라벨에서 읽은 이름"/>
          <p:cNvGrpSpPr/>
          <p:nvPr/>
        </p:nvGrpSpPr>
        <p:grpSpPr>
          <a:xfrm>
            <a:off x="3622328" y="4600575"/>
            <a:ext cx="1508820" cy="205740"/>
            <a:chOff x="3622328" y="4600575"/>
            <a:chExt cx="1508820" cy="205740"/>
          </a:xfrm>
        </p:grpSpPr>
        <p:sp>
          <p:nvSpPr>
            <p:cNvPr id="98" name="Weave text 140: 사진"/>
            <p:cNvSpPr txBox="1"/>
            <p:nvPr/>
          </p:nvSpPr>
          <p:spPr>
            <a:xfrm>
              <a:off x="3622328" y="4600575"/>
              <a:ext cx="270718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40:  "/>
            <p:cNvSpPr txBox="1"/>
            <p:nvPr/>
          </p:nvSpPr>
          <p:spPr>
            <a:xfrm>
              <a:off x="3854797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40: 속"/>
            <p:cNvSpPr txBox="1"/>
            <p:nvPr/>
          </p:nvSpPr>
          <p:spPr>
            <a:xfrm>
              <a:off x="3902720" y="4600575"/>
              <a:ext cx="15448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속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1" name="Weave text 140:  "/>
            <p:cNvSpPr txBox="1"/>
            <p:nvPr/>
          </p:nvSpPr>
          <p:spPr>
            <a:xfrm>
              <a:off x="401895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2" name="Weave text 140: 라벨에서"/>
            <p:cNvSpPr txBox="1"/>
            <p:nvPr/>
          </p:nvSpPr>
          <p:spPr>
            <a:xfrm>
              <a:off x="4066877" y="4600575"/>
              <a:ext cx="50333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라벨에서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3" name="Weave text 140:  "/>
            <p:cNvSpPr txBox="1"/>
            <p:nvPr/>
          </p:nvSpPr>
          <p:spPr>
            <a:xfrm>
              <a:off x="453196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4" name="Weave text 140: 읽은"/>
            <p:cNvSpPr txBox="1"/>
            <p:nvPr/>
          </p:nvSpPr>
          <p:spPr>
            <a:xfrm>
              <a:off x="4579888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읽은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5" name="Weave text 140:  "/>
            <p:cNvSpPr txBox="1"/>
            <p:nvPr/>
          </p:nvSpPr>
          <p:spPr>
            <a:xfrm>
              <a:off x="4812506" y="4600575"/>
              <a:ext cx="8602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6" name="Weave text 140: 이름"/>
            <p:cNvSpPr txBox="1"/>
            <p:nvPr/>
          </p:nvSpPr>
          <p:spPr>
            <a:xfrm>
              <a:off x="4860280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7" name="Line 141: BABICH"/>
          <p:cNvGrpSpPr/>
          <p:nvPr/>
        </p:nvGrpSpPr>
        <p:grpSpPr>
          <a:xfrm>
            <a:off x="3725019" y="4786312"/>
            <a:ext cx="1303437" cy="510540"/>
            <a:chOff x="3725019" y="4786312"/>
            <a:chExt cx="1303437" cy="510540"/>
          </a:xfrm>
        </p:grpSpPr>
        <p:sp>
          <p:nvSpPr>
            <p:cNvPr id="108" name="Weave text 141: BABICH"/>
            <p:cNvSpPr txBox="1"/>
            <p:nvPr/>
          </p:nvSpPr>
          <p:spPr>
            <a:xfrm>
              <a:off x="3725019" y="4786312"/>
              <a:ext cx="1303437" cy="395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rPr>
                <a:t xml:space="preserve">BABICH</a:t>
              </a:r>
              <a:endParaRPr sz="2325" b="0" i="0" spc="186" kern="0" lang="ko-KR" altLang="en-US" dirty="0">
                <a:solidFill>
                  <a:srgbClr val="34322B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142: SAUVIGNON BLANC"/>
          <p:cNvGrpSpPr/>
          <p:nvPr/>
        </p:nvGrpSpPr>
        <p:grpSpPr>
          <a:xfrm>
            <a:off x="3663702" y="5215830"/>
            <a:ext cx="1425922" cy="236220"/>
            <a:chOff x="3663702" y="5215830"/>
            <a:chExt cx="1425922" cy="236220"/>
          </a:xfrm>
        </p:grpSpPr>
        <p:sp>
          <p:nvSpPr>
            <p:cNvPr id="110" name="Weave text 142: SAUVIGNON BLANC"/>
            <p:cNvSpPr txBox="1"/>
            <p:nvPr/>
          </p:nvSpPr>
          <p:spPr>
            <a:xfrm>
              <a:off x="3663702" y="5215830"/>
              <a:ext cx="1425922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rPr>
                <a:t xml:space="preserve">SAUVIGNON BLANC</a:t>
              </a:r>
              <a:endParaRPr sz="975" b="0" i="0" spc="98" kern="0" lang="ko-KR" altLang="en-US" dirty="0">
                <a:solidFill>
                  <a:srgbClr val="34322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1" name="Line 143: 라벨 인식 영역을 재구성한 화면"/>
          <p:cNvGrpSpPr/>
          <p:nvPr/>
        </p:nvGrpSpPr>
        <p:grpSpPr>
          <a:xfrm>
            <a:off x="3672185" y="5629275"/>
            <a:ext cx="1409105" cy="205740"/>
            <a:chOff x="3672185" y="5629275"/>
            <a:chExt cx="1409105" cy="205740"/>
          </a:xfrm>
        </p:grpSpPr>
        <p:sp>
          <p:nvSpPr>
            <p:cNvPr id="112" name="Weave text 143: 라벨"/>
            <p:cNvSpPr txBox="1"/>
            <p:nvPr/>
          </p:nvSpPr>
          <p:spPr>
            <a:xfrm>
              <a:off x="3672185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143:  "/>
            <p:cNvSpPr txBox="1"/>
            <p:nvPr/>
          </p:nvSpPr>
          <p:spPr>
            <a:xfrm>
              <a:off x="38649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143: 인식"/>
            <p:cNvSpPr txBox="1"/>
            <p:nvPr/>
          </p:nvSpPr>
          <p:spPr>
            <a:xfrm>
              <a:off x="3894386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인식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143:  "/>
            <p:cNvSpPr txBox="1"/>
            <p:nvPr/>
          </p:nvSpPr>
          <p:spPr>
            <a:xfrm>
              <a:off x="40871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143: 영역을"/>
            <p:cNvSpPr txBox="1"/>
            <p:nvPr/>
          </p:nvSpPr>
          <p:spPr>
            <a:xfrm>
              <a:off x="4116586" y="5629275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영역을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43:  "/>
            <p:cNvSpPr txBox="1"/>
            <p:nvPr/>
          </p:nvSpPr>
          <p:spPr>
            <a:xfrm>
              <a:off x="4405759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43: 재구성한"/>
            <p:cNvSpPr txBox="1"/>
            <p:nvPr/>
          </p:nvSpPr>
          <p:spPr>
            <a:xfrm>
              <a:off x="4435227" y="5629275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재구성한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43:  "/>
            <p:cNvSpPr txBox="1"/>
            <p:nvPr/>
          </p:nvSpPr>
          <p:spPr>
            <a:xfrm>
              <a:off x="4820841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43: 화면"/>
            <p:cNvSpPr txBox="1"/>
            <p:nvPr/>
          </p:nvSpPr>
          <p:spPr>
            <a:xfrm>
              <a:off x="4850309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1" name="Line 144: Google"/>
          <p:cNvGrpSpPr/>
          <p:nvPr/>
        </p:nvGrpSpPr>
        <p:grpSpPr>
          <a:xfrm>
            <a:off x="7153275" y="2009775"/>
            <a:ext cx="648742" cy="342900"/>
            <a:chOff x="7153275" y="2009775"/>
            <a:chExt cx="648742" cy="342900"/>
          </a:xfrm>
        </p:grpSpPr>
        <p:sp>
          <p:nvSpPr>
            <p:cNvPr id="122" name="Weave text 144: Google"/>
            <p:cNvSpPr txBox="1"/>
            <p:nvPr/>
          </p:nvSpPr>
          <p:spPr>
            <a:xfrm>
              <a:off x="7153275" y="2009775"/>
              <a:ext cx="648742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Google</a:t>
              </a:r>
              <a:endParaRPr sz="1500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145: 검색 화면 유지"/>
          <p:cNvGrpSpPr/>
          <p:nvPr/>
        </p:nvGrpSpPr>
        <p:grpSpPr>
          <a:xfrm>
            <a:off x="10648950" y="2057400"/>
            <a:ext cx="733425" cy="220980"/>
            <a:chOff x="10648950" y="2057400"/>
            <a:chExt cx="733425" cy="220980"/>
          </a:xfrm>
        </p:grpSpPr>
        <p:sp>
          <p:nvSpPr>
            <p:cNvPr id="124" name="Weave text 145: 검색"/>
            <p:cNvSpPr txBox="1"/>
            <p:nvPr/>
          </p:nvSpPr>
          <p:spPr>
            <a:xfrm>
              <a:off x="10648950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45:  "/>
            <p:cNvSpPr txBox="1"/>
            <p:nvPr/>
          </p:nvSpPr>
          <p:spPr>
            <a:xfrm>
              <a:off x="10859244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45: 화면"/>
            <p:cNvSpPr txBox="1"/>
            <p:nvPr/>
          </p:nvSpPr>
          <p:spPr>
            <a:xfrm>
              <a:off x="10891391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45:  "/>
            <p:cNvSpPr txBox="1"/>
            <p:nvPr/>
          </p:nvSpPr>
          <p:spPr>
            <a:xfrm>
              <a:off x="11101685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145: 유지"/>
            <p:cNvSpPr txBox="1"/>
            <p:nvPr/>
          </p:nvSpPr>
          <p:spPr>
            <a:xfrm>
              <a:off x="11133832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유지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9" name="Line 146: 지은이네 집들이 때 마신 와인"/>
          <p:cNvGrpSpPr/>
          <p:nvPr/>
        </p:nvGrpSpPr>
        <p:grpSpPr>
          <a:xfrm>
            <a:off x="7629525" y="2516981"/>
            <a:ext cx="1930301" cy="297180"/>
            <a:chOff x="7629525" y="2516981"/>
            <a:chExt cx="1930301" cy="297180"/>
          </a:xfrm>
        </p:grpSpPr>
        <p:sp>
          <p:nvSpPr>
            <p:cNvPr id="130" name="Weave text 146: 지은이네"/>
            <p:cNvSpPr txBox="1"/>
            <p:nvPr/>
          </p:nvSpPr>
          <p:spPr>
            <a:xfrm>
              <a:off x="7629525" y="2516981"/>
              <a:ext cx="61466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지은이네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146:  "/>
            <p:cNvSpPr txBox="1"/>
            <p:nvPr/>
          </p:nvSpPr>
          <p:spPr>
            <a:xfrm>
              <a:off x="8205936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146: 집들이"/>
            <p:cNvSpPr txBox="1"/>
            <p:nvPr/>
          </p:nvSpPr>
          <p:spPr>
            <a:xfrm>
              <a:off x="8246566" y="2516981"/>
              <a:ext cx="47059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146:  "/>
            <p:cNvSpPr txBox="1"/>
            <p:nvPr/>
          </p:nvSpPr>
          <p:spPr>
            <a:xfrm>
              <a:off x="8678912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146: 때"/>
            <p:cNvSpPr txBox="1"/>
            <p:nvPr/>
          </p:nvSpPr>
          <p:spPr>
            <a:xfrm>
              <a:off x="8719542" y="2516981"/>
              <a:ext cx="18246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146:  "/>
            <p:cNvSpPr txBox="1"/>
            <p:nvPr/>
          </p:nvSpPr>
          <p:spPr>
            <a:xfrm>
              <a:off x="886375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146: 마신"/>
            <p:cNvSpPr txBox="1"/>
            <p:nvPr/>
          </p:nvSpPr>
          <p:spPr>
            <a:xfrm>
              <a:off x="890438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마신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46:  "/>
            <p:cNvSpPr txBox="1"/>
            <p:nvPr/>
          </p:nvSpPr>
          <p:spPr>
            <a:xfrm>
              <a:off x="919266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46: 와인"/>
            <p:cNvSpPr txBox="1"/>
            <p:nvPr/>
          </p:nvSpPr>
          <p:spPr>
            <a:xfrm>
              <a:off x="923329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9" name="Line 147: Weave"/>
          <p:cNvGrpSpPr/>
          <p:nvPr/>
        </p:nvGrpSpPr>
        <p:grpSpPr>
          <a:xfrm>
            <a:off x="7534275" y="3133725"/>
            <a:ext cx="532656" cy="281940"/>
            <a:chOff x="7534275" y="3133725"/>
            <a:chExt cx="532656" cy="281940"/>
          </a:xfrm>
        </p:grpSpPr>
        <p:sp>
          <p:nvSpPr>
            <p:cNvPr id="140" name="Weave text 147: Weave"/>
            <p:cNvSpPr txBox="1"/>
            <p:nvPr/>
          </p:nvSpPr>
          <p:spPr>
            <a:xfrm>
              <a:off x="7534275" y="3133725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41" name="Line 148: 버튼을 눌러 확인"/>
          <p:cNvGrpSpPr/>
          <p:nvPr/>
        </p:nvGrpSpPr>
        <p:grpSpPr>
          <a:xfrm>
            <a:off x="10505629" y="3145631"/>
            <a:ext cx="905321" cy="236220"/>
            <a:chOff x="10505629" y="3145631"/>
            <a:chExt cx="905321" cy="236220"/>
          </a:xfrm>
        </p:grpSpPr>
        <p:sp>
          <p:nvSpPr>
            <p:cNvPr id="142" name="Weave text 148: 버튼을"/>
            <p:cNvSpPr txBox="1"/>
            <p:nvPr/>
          </p:nvSpPr>
          <p:spPr>
            <a:xfrm>
              <a:off x="10505629" y="3145631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148:  "/>
            <p:cNvSpPr txBox="1"/>
            <p:nvPr/>
          </p:nvSpPr>
          <p:spPr>
            <a:xfrm>
              <a:off x="10847338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148: 눌러"/>
            <p:cNvSpPr txBox="1"/>
            <p:nvPr/>
          </p:nvSpPr>
          <p:spPr>
            <a:xfrm>
              <a:off x="10882164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148:  "/>
            <p:cNvSpPr txBox="1"/>
            <p:nvPr/>
          </p:nvSpPr>
          <p:spPr>
            <a:xfrm>
              <a:off x="11110020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148: 확인"/>
            <p:cNvSpPr txBox="1"/>
            <p:nvPr/>
          </p:nvSpPr>
          <p:spPr>
            <a:xfrm>
              <a:off x="11144845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149: 자동 완성 후보"/>
          <p:cNvGrpSpPr/>
          <p:nvPr/>
        </p:nvGrpSpPr>
        <p:grpSpPr>
          <a:xfrm>
            <a:off x="7315200" y="3667125"/>
            <a:ext cx="772418" cy="220980"/>
            <a:chOff x="7315200" y="3667125"/>
            <a:chExt cx="772418" cy="220980"/>
          </a:xfrm>
        </p:grpSpPr>
        <p:sp>
          <p:nvSpPr>
            <p:cNvPr id="148" name="Weave text 149: 자동"/>
            <p:cNvSpPr txBox="1"/>
            <p:nvPr/>
          </p:nvSpPr>
          <p:spPr>
            <a:xfrm>
              <a:off x="7315200" y="3667125"/>
              <a:ext cx="25985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9" name="Weave text 149:  "/>
            <p:cNvSpPr txBox="1"/>
            <p:nvPr/>
          </p:nvSpPr>
          <p:spPr>
            <a:xfrm>
              <a:off x="7536805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0" name="Weave text 149: 완성"/>
            <p:cNvSpPr txBox="1"/>
            <p:nvPr/>
          </p:nvSpPr>
          <p:spPr>
            <a:xfrm>
              <a:off x="7571333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1" name="Weave text 149:  "/>
            <p:cNvSpPr txBox="1"/>
            <p:nvPr/>
          </p:nvSpPr>
          <p:spPr>
            <a:xfrm>
              <a:off x="7793087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2" name="Weave text 149: 후보"/>
            <p:cNvSpPr txBox="1"/>
            <p:nvPr/>
          </p:nvSpPr>
          <p:spPr>
            <a:xfrm>
              <a:off x="7827615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후보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3" name="Line 150: 배비치 소비뇽 블랑"/>
          <p:cNvGrpSpPr/>
          <p:nvPr/>
        </p:nvGrpSpPr>
        <p:grpSpPr>
          <a:xfrm>
            <a:off x="7315200" y="3914775"/>
            <a:ext cx="2015430" cy="464820"/>
            <a:chOff x="7315200" y="3914775"/>
            <a:chExt cx="2015430" cy="464820"/>
          </a:xfrm>
        </p:grpSpPr>
        <p:sp>
          <p:nvSpPr>
            <p:cNvPr id="154" name="Weave text 150: 배비치"/>
            <p:cNvSpPr txBox="1"/>
            <p:nvPr/>
          </p:nvSpPr>
          <p:spPr>
            <a:xfrm>
              <a:off x="7315200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배비치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50:  "/>
            <p:cNvSpPr txBox="1"/>
            <p:nvPr/>
          </p:nvSpPr>
          <p:spPr>
            <a:xfrm>
              <a:off x="8015288" y="3914775"/>
              <a:ext cx="93315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50: 소비뇽"/>
            <p:cNvSpPr txBox="1"/>
            <p:nvPr/>
          </p:nvSpPr>
          <p:spPr>
            <a:xfrm>
              <a:off x="8070354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소비뇽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50:  "/>
            <p:cNvSpPr txBox="1"/>
            <p:nvPr/>
          </p:nvSpPr>
          <p:spPr>
            <a:xfrm>
              <a:off x="8770441" y="3914775"/>
              <a:ext cx="93464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50: 블랑"/>
            <p:cNvSpPr txBox="1"/>
            <p:nvPr/>
          </p:nvSpPr>
          <p:spPr>
            <a:xfrm>
              <a:off x="8825657" y="3914775"/>
              <a:ext cx="504974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블랑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51: 출처: ‘지은 집들이’ 일정 · 와인 라벨 사진"/>
          <p:cNvGrpSpPr/>
          <p:nvPr/>
        </p:nvGrpSpPr>
        <p:grpSpPr>
          <a:xfrm>
            <a:off x="7315200" y="4371975"/>
            <a:ext cx="2287339" cy="251460"/>
            <a:chOff x="7315200" y="4371975"/>
            <a:chExt cx="2287339" cy="251460"/>
          </a:xfrm>
        </p:grpSpPr>
        <p:sp>
          <p:nvSpPr>
            <p:cNvPr id="160" name="Weave text 151: 출처"/>
            <p:cNvSpPr txBox="1"/>
            <p:nvPr/>
          </p:nvSpPr>
          <p:spPr>
            <a:xfrm>
              <a:off x="7315200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51: : ‘"/>
            <p:cNvSpPr txBox="1"/>
            <p:nvPr/>
          </p:nvSpPr>
          <p:spPr>
            <a:xfrm>
              <a:off x="7560469" y="4371975"/>
              <a:ext cx="14897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: ‘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51: 지은"/>
            <p:cNvSpPr txBox="1"/>
            <p:nvPr/>
          </p:nvSpPr>
          <p:spPr>
            <a:xfrm>
              <a:off x="7671197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지은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51:  "/>
            <p:cNvSpPr txBox="1"/>
            <p:nvPr/>
          </p:nvSpPr>
          <p:spPr>
            <a:xfrm>
              <a:off x="7916614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51: 집들이"/>
            <p:cNvSpPr txBox="1"/>
            <p:nvPr/>
          </p:nvSpPr>
          <p:spPr>
            <a:xfrm>
              <a:off x="7954119" y="4371975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51: ’ "/>
            <p:cNvSpPr txBox="1"/>
            <p:nvPr/>
          </p:nvSpPr>
          <p:spPr>
            <a:xfrm>
              <a:off x="8322022" y="4371975"/>
              <a:ext cx="11057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’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51: 일정"/>
            <p:cNvSpPr txBox="1"/>
            <p:nvPr/>
          </p:nvSpPr>
          <p:spPr>
            <a:xfrm>
              <a:off x="839435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51:  · "/>
            <p:cNvSpPr txBox="1"/>
            <p:nvPr/>
          </p:nvSpPr>
          <p:spPr>
            <a:xfrm>
              <a:off x="8639770" y="4371975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51: 와인"/>
            <p:cNvSpPr txBox="1"/>
            <p:nvPr/>
          </p:nvSpPr>
          <p:spPr>
            <a:xfrm>
              <a:off x="8753177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51:  "/>
            <p:cNvSpPr txBox="1"/>
            <p:nvPr/>
          </p:nvSpPr>
          <p:spPr>
            <a:xfrm>
              <a:off x="8998446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51: 라벨"/>
            <p:cNvSpPr txBox="1"/>
            <p:nvPr/>
          </p:nvSpPr>
          <p:spPr>
            <a:xfrm>
              <a:off x="9035951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51:  "/>
            <p:cNvSpPr txBox="1"/>
            <p:nvPr/>
          </p:nvSpPr>
          <p:spPr>
            <a:xfrm>
              <a:off x="9281368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51: 사진"/>
            <p:cNvSpPr txBox="1"/>
            <p:nvPr/>
          </p:nvSpPr>
          <p:spPr>
            <a:xfrm>
              <a:off x="931887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52: 연결한 기록 보기"/>
          <p:cNvGrpSpPr/>
          <p:nvPr/>
        </p:nvGrpSpPr>
        <p:grpSpPr>
          <a:xfrm>
            <a:off x="7315200" y="4748212"/>
            <a:ext cx="838498" cy="220980"/>
            <a:chOff x="7315200" y="4748212"/>
            <a:chExt cx="838498" cy="220980"/>
          </a:xfrm>
        </p:grpSpPr>
        <p:sp>
          <p:nvSpPr>
            <p:cNvPr id="174" name="Weave text 152: 연결한"/>
            <p:cNvSpPr txBox="1"/>
            <p:nvPr/>
          </p:nvSpPr>
          <p:spPr>
            <a:xfrm>
              <a:off x="7315200" y="474821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152:  "/>
            <p:cNvSpPr txBox="1"/>
            <p:nvPr/>
          </p:nvSpPr>
          <p:spPr>
            <a:xfrm>
              <a:off x="7630567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152: 기록"/>
            <p:cNvSpPr txBox="1"/>
            <p:nvPr/>
          </p:nvSpPr>
          <p:spPr>
            <a:xfrm>
              <a:off x="7662714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52:  "/>
            <p:cNvSpPr txBox="1"/>
            <p:nvPr/>
          </p:nvSpPr>
          <p:spPr>
            <a:xfrm>
              <a:off x="7873008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52: 보기"/>
            <p:cNvSpPr txBox="1"/>
            <p:nvPr/>
          </p:nvSpPr>
          <p:spPr>
            <a:xfrm>
              <a:off x="7905155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153: 검색창에 넣기"/>
          <p:cNvGrpSpPr/>
          <p:nvPr/>
        </p:nvGrpSpPr>
        <p:grpSpPr>
          <a:xfrm>
            <a:off x="10279261" y="4743450"/>
            <a:ext cx="807839" cy="251460"/>
            <a:chOff x="10279261" y="4743450"/>
            <a:chExt cx="807839" cy="251460"/>
          </a:xfrm>
        </p:grpSpPr>
        <p:sp>
          <p:nvSpPr>
            <p:cNvPr id="180" name="Weave text 153: 검색창에"/>
            <p:cNvSpPr txBox="1"/>
            <p:nvPr/>
          </p:nvSpPr>
          <p:spPr>
            <a:xfrm>
              <a:off x="10279261" y="4743450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검색창에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153:  "/>
            <p:cNvSpPr txBox="1"/>
            <p:nvPr/>
          </p:nvSpPr>
          <p:spPr>
            <a:xfrm>
              <a:off x="10769947" y="4743450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2" name="Weave text 153: 넣기"/>
            <p:cNvSpPr txBox="1"/>
            <p:nvPr/>
          </p:nvSpPr>
          <p:spPr>
            <a:xfrm>
              <a:off x="10803582" y="47434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83" name="Line 154: 한/영"/>
          <p:cNvGrpSpPr/>
          <p:nvPr/>
        </p:nvGrpSpPr>
        <p:grpSpPr>
          <a:xfrm>
            <a:off x="7149405" y="5548312"/>
            <a:ext cx="331589" cy="251460"/>
            <a:chOff x="7149405" y="5548312"/>
            <a:chExt cx="331589" cy="251460"/>
          </a:xfrm>
        </p:grpSpPr>
        <p:sp>
          <p:nvSpPr>
            <p:cNvPr id="184" name="Weave text 154: 한"/>
            <p:cNvSpPr txBox="1"/>
            <p:nvPr/>
          </p:nvSpPr>
          <p:spPr>
            <a:xfrm>
              <a:off x="7149405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54: /"/>
            <p:cNvSpPr txBox="1"/>
            <p:nvPr/>
          </p:nvSpPr>
          <p:spPr>
            <a:xfrm>
              <a:off x="7272040" y="5548312"/>
              <a:ext cx="8632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/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54: 영"/>
            <p:cNvSpPr txBox="1"/>
            <p:nvPr/>
          </p:nvSpPr>
          <p:spPr>
            <a:xfrm>
              <a:off x="7320111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영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155: ,"/>
          <p:cNvGrpSpPr/>
          <p:nvPr/>
        </p:nvGrpSpPr>
        <p:grpSpPr>
          <a:xfrm>
            <a:off x="7676852" y="5548312"/>
            <a:ext cx="76646" cy="251460"/>
            <a:chOff x="7676852" y="5548312"/>
            <a:chExt cx="76646" cy="251460"/>
          </a:xfrm>
        </p:grpSpPr>
        <p:sp>
          <p:nvSpPr>
            <p:cNvPr id="188" name="Weave text 155: ,"/>
            <p:cNvSpPr txBox="1"/>
            <p:nvPr/>
          </p:nvSpPr>
          <p:spPr>
            <a:xfrm>
              <a:off x="767685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156: 한국어"/>
          <p:cNvGrpSpPr/>
          <p:nvPr/>
        </p:nvGrpSpPr>
        <p:grpSpPr>
          <a:xfrm>
            <a:off x="8976717" y="5553075"/>
            <a:ext cx="353616" cy="220980"/>
            <a:chOff x="8976717" y="5553075"/>
            <a:chExt cx="353616" cy="220980"/>
          </a:xfrm>
        </p:grpSpPr>
        <p:sp>
          <p:nvSpPr>
            <p:cNvPr id="190" name="Weave text 156: 한국어"/>
            <p:cNvSpPr txBox="1"/>
            <p:nvPr/>
          </p:nvSpPr>
          <p:spPr>
            <a:xfrm>
              <a:off x="8976717" y="555307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한국어</a:t>
              </a:r>
              <a:endParaRPr sz="90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57: ."/>
          <p:cNvGrpSpPr/>
          <p:nvPr/>
        </p:nvGrpSpPr>
        <p:grpSpPr>
          <a:xfrm>
            <a:off x="10553402" y="5548312"/>
            <a:ext cx="76646" cy="251460"/>
            <a:chOff x="10553402" y="5548312"/>
            <a:chExt cx="76646" cy="251460"/>
          </a:xfrm>
        </p:grpSpPr>
        <p:sp>
          <p:nvSpPr>
            <p:cNvPr id="192" name="Weave text 157: ."/>
            <p:cNvSpPr txBox="1"/>
            <p:nvPr/>
          </p:nvSpPr>
          <p:spPr>
            <a:xfrm>
              <a:off x="1055340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3" name="Line 158: 검색"/>
          <p:cNvGrpSpPr/>
          <p:nvPr/>
        </p:nvGrpSpPr>
        <p:grpSpPr>
          <a:xfrm>
            <a:off x="10964317" y="5548312"/>
            <a:ext cx="283518" cy="251460"/>
            <a:chOff x="10964317" y="5548312"/>
            <a:chExt cx="283518" cy="251460"/>
          </a:xfrm>
        </p:grpSpPr>
        <p:sp>
          <p:nvSpPr>
            <p:cNvPr id="194" name="Weave text 158: 검색"/>
            <p:cNvSpPr txBox="1"/>
            <p:nvPr/>
          </p:nvSpPr>
          <p:spPr>
            <a:xfrm>
              <a:off x="10964317" y="554831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DCD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159: 후보와 출처를 확인한 뒤 선택하면 입력됩니다. 작성 중인 내용은 임의로 "/>
          <p:cNvGrpSpPr/>
          <p:nvPr/>
        </p:nvGrpSpPr>
        <p:grpSpPr>
          <a:xfrm>
            <a:off x="609600" y="6162675"/>
            <a:ext cx="5495627" cy="281940"/>
            <a:chOff x="609600" y="6162675"/>
            <a:chExt cx="5495627" cy="281940"/>
          </a:xfrm>
        </p:grpSpPr>
        <p:sp>
          <p:nvSpPr>
            <p:cNvPr id="196" name="Weave text 159: 후보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후보와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159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59: 출처를"/>
            <p:cNvSpPr txBox="1"/>
            <p:nvPr/>
          </p:nvSpPr>
          <p:spPr>
            <a:xfrm>
              <a:off x="1060847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59:  "/>
            <p:cNvSpPr txBox="1"/>
            <p:nvPr/>
          </p:nvSpPr>
          <p:spPr>
            <a:xfrm>
              <a:off x="147235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59: 확인한"/>
            <p:cNvSpPr txBox="1"/>
            <p:nvPr/>
          </p:nvSpPr>
          <p:spPr>
            <a:xfrm>
              <a:off x="151209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59:  "/>
            <p:cNvSpPr txBox="1"/>
            <p:nvPr/>
          </p:nvSpPr>
          <p:spPr>
            <a:xfrm>
              <a:off x="192360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59: 뒤"/>
            <p:cNvSpPr txBox="1"/>
            <p:nvPr/>
          </p:nvSpPr>
          <p:spPr>
            <a:xfrm>
              <a:off x="1963341" y="6162675"/>
              <a:ext cx="17546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59:  "/>
            <p:cNvSpPr txBox="1"/>
            <p:nvPr/>
          </p:nvSpPr>
          <p:spPr>
            <a:xfrm>
              <a:off x="2100560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59: 선택하면"/>
            <p:cNvSpPr txBox="1"/>
            <p:nvPr/>
          </p:nvSpPr>
          <p:spPr>
            <a:xfrm>
              <a:off x="2140446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선택하면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59:  "/>
            <p:cNvSpPr txBox="1"/>
            <p:nvPr/>
          </p:nvSpPr>
          <p:spPr>
            <a:xfrm>
              <a:off x="268902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59: 입력됩니다"/>
            <p:cNvSpPr txBox="1"/>
            <p:nvPr/>
          </p:nvSpPr>
          <p:spPr>
            <a:xfrm>
              <a:off x="2728912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59: . "/>
            <p:cNvSpPr txBox="1"/>
            <p:nvPr/>
          </p:nvSpPr>
          <p:spPr>
            <a:xfrm>
              <a:off x="3414712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59: 작성"/>
            <p:cNvSpPr txBox="1"/>
            <p:nvPr/>
          </p:nvSpPr>
          <p:spPr>
            <a:xfrm>
              <a:off x="349537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59:  "/>
            <p:cNvSpPr txBox="1"/>
            <p:nvPr/>
          </p:nvSpPr>
          <p:spPr>
            <a:xfrm>
              <a:off x="3769668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59: 중인"/>
            <p:cNvSpPr txBox="1"/>
            <p:nvPr/>
          </p:nvSpPr>
          <p:spPr>
            <a:xfrm>
              <a:off x="3809405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59:  "/>
            <p:cNvSpPr txBox="1"/>
            <p:nvPr/>
          </p:nvSpPr>
          <p:spPr>
            <a:xfrm>
              <a:off x="408384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59: 내용은"/>
            <p:cNvSpPr txBox="1"/>
            <p:nvPr/>
          </p:nvSpPr>
          <p:spPr>
            <a:xfrm>
              <a:off x="4123581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59:  "/>
            <p:cNvSpPr txBox="1"/>
            <p:nvPr/>
          </p:nvSpPr>
          <p:spPr>
            <a:xfrm>
              <a:off x="4535091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59: 임의로"/>
            <p:cNvSpPr txBox="1"/>
            <p:nvPr/>
          </p:nvSpPr>
          <p:spPr>
            <a:xfrm>
              <a:off x="457482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임의로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59:  "/>
            <p:cNvSpPr txBox="1"/>
            <p:nvPr/>
          </p:nvSpPr>
          <p:spPr>
            <a:xfrm>
              <a:off x="49863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59: 바뀌지"/>
            <p:cNvSpPr txBox="1"/>
            <p:nvPr/>
          </p:nvSpPr>
          <p:spPr>
            <a:xfrm>
              <a:off x="5026223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바뀌지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59:  "/>
            <p:cNvSpPr txBox="1"/>
            <p:nvPr/>
          </p:nvSpPr>
          <p:spPr>
            <a:xfrm>
              <a:off x="5437733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59: 않습니다"/>
            <p:cNvSpPr txBox="1"/>
            <p:nvPr/>
          </p:nvSpPr>
          <p:spPr>
            <a:xfrm>
              <a:off x="5477470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59: ."/>
            <p:cNvSpPr txBox="1"/>
            <p:nvPr/>
          </p:nvSpPr>
          <p:spPr>
            <a:xfrm>
              <a:off x="6026051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160: 06 / 12"/>
          <p:cNvGrpSpPr/>
          <p:nvPr/>
        </p:nvGrpSpPr>
        <p:grpSpPr>
          <a:xfrm>
            <a:off x="11196638" y="6496050"/>
            <a:ext cx="423862" cy="190500"/>
            <a:chOff x="11196638" y="6496050"/>
            <a:chExt cx="423862" cy="190500"/>
          </a:xfrm>
        </p:grpSpPr>
        <p:sp>
          <p:nvSpPr>
            <p:cNvPr id="221" name="Weave text 160: 06 / 12"/>
            <p:cNvSpPr txBox="1"/>
            <p:nvPr/>
          </p:nvSpPr>
          <p:spPr>
            <a:xfrm>
              <a:off x="11196638" y="6496050"/>
              <a:ext cx="42386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06 / 12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61: 07 / A MEMORY, RIGHT ON TIME"/>
          <p:cNvGrpSpPr/>
          <p:nvPr/>
        </p:nvGrpSpPr>
        <p:grpSpPr>
          <a:xfrm>
            <a:off x="609600" y="390525"/>
            <a:ext cx="2474119" cy="220980"/>
            <a:chOff x="609600" y="390525"/>
            <a:chExt cx="2474119" cy="220980"/>
          </a:xfrm>
        </p:grpSpPr>
        <p:sp>
          <p:nvSpPr>
            <p:cNvPr id="4" name="Weave text 161: 07 / A MEMORY, RIGHT ON TIME"/>
            <p:cNvSpPr txBox="1"/>
            <p:nvPr/>
          </p:nvSpPr>
          <p:spPr>
            <a:xfrm>
              <a:off x="609600" y="390525"/>
              <a:ext cx="247411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07 / A MEMORY, RIGHT ON TIME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62: 잊고 있던 약속을, 필요한 순간 건넵니다."/>
          <p:cNvGrpSpPr/>
          <p:nvPr/>
        </p:nvGrpSpPr>
        <p:grpSpPr>
          <a:xfrm>
            <a:off x="609600" y="676275"/>
            <a:ext cx="6011019" cy="647700"/>
            <a:chOff x="609600" y="676275"/>
            <a:chExt cx="6011019" cy="647700"/>
          </a:xfrm>
        </p:grpSpPr>
        <p:sp>
          <p:nvSpPr>
            <p:cNvPr id="6" name="Weave text 162: 잊고"/>
            <p:cNvSpPr txBox="1"/>
            <p:nvPr/>
          </p:nvSpPr>
          <p:spPr>
            <a:xfrm>
              <a:off x="609600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잊고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62:  "/>
            <p:cNvSpPr txBox="1"/>
            <p:nvPr/>
          </p:nvSpPr>
          <p:spPr>
            <a:xfrm>
              <a:off x="1280071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62: 있던"/>
            <p:cNvSpPr txBox="1"/>
            <p:nvPr/>
          </p:nvSpPr>
          <p:spPr>
            <a:xfrm>
              <a:off x="1360884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있던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62:  "/>
            <p:cNvSpPr txBox="1"/>
            <p:nvPr/>
          </p:nvSpPr>
          <p:spPr>
            <a:xfrm>
              <a:off x="2031355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62: 약속을"/>
            <p:cNvSpPr txBox="1"/>
            <p:nvPr/>
          </p:nvSpPr>
          <p:spPr>
            <a:xfrm>
              <a:off x="2112169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약속을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62: , "/>
            <p:cNvSpPr txBox="1"/>
            <p:nvPr/>
          </p:nvSpPr>
          <p:spPr>
            <a:xfrm>
              <a:off x="3117949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62: 필요한"/>
            <p:cNvSpPr txBox="1"/>
            <p:nvPr/>
          </p:nvSpPr>
          <p:spPr>
            <a:xfrm>
              <a:off x="3297138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62:  "/>
            <p:cNvSpPr txBox="1"/>
            <p:nvPr/>
          </p:nvSpPr>
          <p:spPr>
            <a:xfrm>
              <a:off x="430306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62: 순간"/>
            <p:cNvSpPr txBox="1"/>
            <p:nvPr/>
          </p:nvSpPr>
          <p:spPr>
            <a:xfrm>
              <a:off x="4383732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62:  "/>
            <p:cNvSpPr txBox="1"/>
            <p:nvPr/>
          </p:nvSpPr>
          <p:spPr>
            <a:xfrm>
              <a:off x="5054352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62: 건넵니다"/>
            <p:cNvSpPr txBox="1"/>
            <p:nvPr/>
          </p:nvSpPr>
          <p:spPr>
            <a:xfrm>
              <a:off x="5135017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62: ."/>
            <p:cNvSpPr txBox="1"/>
            <p:nvPr/>
          </p:nvSpPr>
          <p:spPr>
            <a:xfrm>
              <a:off x="6476256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63: 엄마에게 답장하는 지금, 2주 전의 약속이 현재 위치와 연결됩니다."/>
          <p:cNvGrpSpPr/>
          <p:nvPr/>
        </p:nvGrpSpPr>
        <p:grpSpPr>
          <a:xfrm>
            <a:off x="609600" y="1276350"/>
            <a:ext cx="4467820" cy="297180"/>
            <a:chOff x="609600" y="1276350"/>
            <a:chExt cx="4467820" cy="297180"/>
          </a:xfrm>
        </p:grpSpPr>
        <p:sp>
          <p:nvSpPr>
            <p:cNvPr id="19" name="Weave text 163: 엄마에게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엄마에게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63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63: 답장하는"/>
            <p:cNvSpPr txBox="1"/>
            <p:nvPr/>
          </p:nvSpPr>
          <p:spPr>
            <a:xfrm>
              <a:off x="125090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63:  "/>
            <p:cNvSpPr txBox="1"/>
            <p:nvPr/>
          </p:nvSpPr>
          <p:spPr>
            <a:xfrm>
              <a:off x="184680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63: 지금"/>
            <p:cNvSpPr txBox="1"/>
            <p:nvPr/>
          </p:nvSpPr>
          <p:spPr>
            <a:xfrm>
              <a:off x="189235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63: , 2"/>
            <p:cNvSpPr txBox="1"/>
            <p:nvPr/>
          </p:nvSpPr>
          <p:spPr>
            <a:xfrm>
              <a:off x="2190304" y="1276350"/>
              <a:ext cx="22919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2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63: 주"/>
            <p:cNvSpPr txBox="1"/>
            <p:nvPr/>
          </p:nvSpPr>
          <p:spPr>
            <a:xfrm>
              <a:off x="2381250" y="127635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63:  "/>
            <p:cNvSpPr txBox="1"/>
            <p:nvPr/>
          </p:nvSpPr>
          <p:spPr>
            <a:xfrm>
              <a:off x="25302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63: 전의"/>
            <p:cNvSpPr txBox="1"/>
            <p:nvPr/>
          </p:nvSpPr>
          <p:spPr>
            <a:xfrm>
              <a:off x="257576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63:  "/>
            <p:cNvSpPr txBox="1"/>
            <p:nvPr/>
          </p:nvSpPr>
          <p:spPr>
            <a:xfrm>
              <a:off x="287372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63: 약속이"/>
            <p:cNvSpPr txBox="1"/>
            <p:nvPr/>
          </p:nvSpPr>
          <p:spPr>
            <a:xfrm>
              <a:off x="291926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63:  "/>
            <p:cNvSpPr txBox="1"/>
            <p:nvPr/>
          </p:nvSpPr>
          <p:spPr>
            <a:xfrm>
              <a:off x="336619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63: 현재"/>
            <p:cNvSpPr txBox="1"/>
            <p:nvPr/>
          </p:nvSpPr>
          <p:spPr>
            <a:xfrm>
              <a:off x="341173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63:  "/>
            <p:cNvSpPr txBox="1"/>
            <p:nvPr/>
          </p:nvSpPr>
          <p:spPr>
            <a:xfrm>
              <a:off x="370969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63: 위치와"/>
            <p:cNvSpPr txBox="1"/>
            <p:nvPr/>
          </p:nvSpPr>
          <p:spPr>
            <a:xfrm>
              <a:off x="3755231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63:  "/>
            <p:cNvSpPr txBox="1"/>
            <p:nvPr/>
          </p:nvSpPr>
          <p:spPr>
            <a:xfrm>
              <a:off x="420216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63: 연결됩니다"/>
            <p:cNvSpPr txBox="1"/>
            <p:nvPr/>
          </p:nvSpPr>
          <p:spPr>
            <a:xfrm>
              <a:off x="424770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63: ."/>
            <p:cNvSpPr txBox="1"/>
            <p:nvPr/>
          </p:nvSpPr>
          <p:spPr>
            <a:xfrm>
              <a:off x="4992439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" name="Line 164: 2주 전 · 가족 단체방"/>
          <p:cNvGrpSpPr/>
          <p:nvPr/>
        </p:nvGrpSpPr>
        <p:grpSpPr>
          <a:xfrm>
            <a:off x="1257300" y="2300288"/>
            <a:ext cx="1322338" cy="281940"/>
            <a:chOff x="1257300" y="2300288"/>
            <a:chExt cx="1322338" cy="281940"/>
          </a:xfrm>
        </p:grpSpPr>
        <p:sp>
          <p:nvSpPr>
            <p:cNvPr id="38" name="Weave text 164: 2"/>
            <p:cNvSpPr txBox="1"/>
            <p:nvPr/>
          </p:nvSpPr>
          <p:spPr>
            <a:xfrm>
              <a:off x="1257300" y="2300288"/>
              <a:ext cx="1320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2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" name="Weave text 164: 주"/>
            <p:cNvSpPr txBox="1"/>
            <p:nvPr/>
          </p:nvSpPr>
          <p:spPr>
            <a:xfrm>
              <a:off x="1351211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주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0" name="Weave text 164:  "/>
            <p:cNvSpPr txBox="1"/>
            <p:nvPr/>
          </p:nvSpPr>
          <p:spPr>
            <a:xfrm>
              <a:off x="1491407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" name="Weave text 164: 전"/>
            <p:cNvSpPr txBox="1"/>
            <p:nvPr/>
          </p:nvSpPr>
          <p:spPr>
            <a:xfrm>
              <a:off x="1532037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2" name="Weave text 164:  · "/>
            <p:cNvSpPr txBox="1"/>
            <p:nvPr/>
          </p:nvSpPr>
          <p:spPr>
            <a:xfrm>
              <a:off x="1672233" y="2300288"/>
              <a:ext cx="165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" name="Weave text 164: 가족"/>
            <p:cNvSpPr txBox="1"/>
            <p:nvPr/>
          </p:nvSpPr>
          <p:spPr>
            <a:xfrm>
              <a:off x="1799630" y="23002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4" name="Weave text 164:  "/>
            <p:cNvSpPr txBox="1"/>
            <p:nvPr/>
          </p:nvSpPr>
          <p:spPr>
            <a:xfrm>
              <a:off x="2080022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5" name="Weave text 164: 단체방"/>
            <p:cNvSpPr txBox="1"/>
            <p:nvPr/>
          </p:nvSpPr>
          <p:spPr>
            <a:xfrm>
              <a:off x="2120652" y="23002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6" name="Line 165: 엄마"/>
          <p:cNvGrpSpPr/>
          <p:nvPr/>
        </p:nvGrpSpPr>
        <p:grpSpPr>
          <a:xfrm>
            <a:off x="1009650" y="2743200"/>
            <a:ext cx="265956" cy="236220"/>
            <a:chOff x="1009650" y="2743200"/>
            <a:chExt cx="265956" cy="236220"/>
          </a:xfrm>
        </p:grpSpPr>
        <p:sp>
          <p:nvSpPr>
            <p:cNvPr id="47" name="Weave text 165: 엄마"/>
            <p:cNvSpPr txBox="1"/>
            <p:nvPr/>
          </p:nvSpPr>
          <p:spPr>
            <a:xfrm>
              <a:off x="1009650" y="2743200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" name="Line 166: “이거 TV에서 봤어! 맛있겠다.”"/>
          <p:cNvGrpSpPr/>
          <p:nvPr/>
        </p:nvGrpSpPr>
        <p:grpSpPr>
          <a:xfrm>
            <a:off x="1009650" y="2967038"/>
            <a:ext cx="2229148" cy="312420"/>
            <a:chOff x="1009650" y="2967038"/>
            <a:chExt cx="2229148" cy="312420"/>
          </a:xfrm>
        </p:grpSpPr>
        <p:sp>
          <p:nvSpPr>
            <p:cNvPr id="49" name="Weave text 166: “"/>
            <p:cNvSpPr txBox="1"/>
            <p:nvPr/>
          </p:nvSpPr>
          <p:spPr>
            <a:xfrm>
              <a:off x="1009650" y="2967038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66: 이거"/>
            <p:cNvSpPr txBox="1"/>
            <p:nvPr/>
          </p:nvSpPr>
          <p:spPr>
            <a:xfrm>
              <a:off x="1085106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이거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166:  TV"/>
            <p:cNvSpPr txBox="1"/>
            <p:nvPr/>
          </p:nvSpPr>
          <p:spPr>
            <a:xfrm>
              <a:off x="1400621" y="2967038"/>
              <a:ext cx="31536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TV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166: 에서"/>
            <p:cNvSpPr txBox="1"/>
            <p:nvPr/>
          </p:nvSpPr>
          <p:spPr>
            <a:xfrm>
              <a:off x="1677739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에서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66:  "/>
            <p:cNvSpPr txBox="1"/>
            <p:nvPr/>
          </p:nvSpPr>
          <p:spPr>
            <a:xfrm>
              <a:off x="1993255" y="2967038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66: 봤어"/>
            <p:cNvSpPr txBox="1"/>
            <p:nvPr/>
          </p:nvSpPr>
          <p:spPr>
            <a:xfrm>
              <a:off x="2041475" y="2967038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봤어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66: ! "/>
            <p:cNvSpPr txBox="1"/>
            <p:nvPr/>
          </p:nvSpPr>
          <p:spPr>
            <a:xfrm>
              <a:off x="2356842" y="2967038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66: 맛있겠다"/>
            <p:cNvSpPr txBox="1"/>
            <p:nvPr/>
          </p:nvSpPr>
          <p:spPr>
            <a:xfrm>
              <a:off x="2454473" y="2967038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맛있겠다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66: .”"/>
            <p:cNvSpPr txBox="1"/>
            <p:nvPr/>
          </p:nvSpPr>
          <p:spPr>
            <a:xfrm>
              <a:off x="3085356" y="2967038"/>
              <a:ext cx="15344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8" name="Line 167: 나"/>
          <p:cNvGrpSpPr/>
          <p:nvPr/>
        </p:nvGrpSpPr>
        <p:grpSpPr>
          <a:xfrm>
            <a:off x="1009650" y="3357562"/>
            <a:ext cx="152102" cy="236220"/>
            <a:chOff x="1009650" y="3357562"/>
            <a:chExt cx="152102" cy="236220"/>
          </a:xfrm>
        </p:grpSpPr>
        <p:sp>
          <p:nvSpPr>
            <p:cNvPr id="59" name="Weave text 167: 나"/>
            <p:cNvSpPr txBox="1"/>
            <p:nvPr/>
          </p:nvSpPr>
          <p:spPr>
            <a:xfrm>
              <a:off x="1009650" y="3357562"/>
              <a:ext cx="152102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" name="Line 168: “성심당 무화과시루네."/>
          <p:cNvGrpSpPr/>
          <p:nvPr/>
        </p:nvGrpSpPr>
        <p:grpSpPr>
          <a:xfrm>
            <a:off x="1009650" y="3581400"/>
            <a:ext cx="1630859" cy="312420"/>
            <a:chOff x="1009650" y="3581400"/>
            <a:chExt cx="1630859" cy="312420"/>
          </a:xfrm>
        </p:grpSpPr>
        <p:sp>
          <p:nvSpPr>
            <p:cNvPr id="61" name="Weave text 168: “"/>
            <p:cNvSpPr txBox="1"/>
            <p:nvPr/>
          </p:nvSpPr>
          <p:spPr>
            <a:xfrm>
              <a:off x="1009650" y="3581400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68: 성심당"/>
            <p:cNvSpPr txBox="1"/>
            <p:nvPr/>
          </p:nvSpPr>
          <p:spPr>
            <a:xfrm>
              <a:off x="1085106" y="358140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성심당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168:  "/>
            <p:cNvSpPr txBox="1"/>
            <p:nvPr/>
          </p:nvSpPr>
          <p:spPr>
            <a:xfrm>
              <a:off x="1558230" y="358140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168: 무화과시루네"/>
            <p:cNvSpPr txBox="1"/>
            <p:nvPr/>
          </p:nvSpPr>
          <p:spPr>
            <a:xfrm>
              <a:off x="1606451" y="3581400"/>
              <a:ext cx="98464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무화과시루네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68: ."/>
            <p:cNvSpPr txBox="1"/>
            <p:nvPr/>
          </p:nvSpPr>
          <p:spPr>
            <a:xfrm>
              <a:off x="2552849" y="358140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6" name="Line 169: 다음에 대전 가면 사다줄게."/>
          <p:cNvGrpSpPr/>
          <p:nvPr/>
        </p:nvGrpSpPr>
        <p:grpSpPr>
          <a:xfrm>
            <a:off x="1009650" y="3838575"/>
            <a:ext cx="1957536" cy="312420"/>
            <a:chOff x="1009650" y="3838575"/>
            <a:chExt cx="1957536" cy="312420"/>
          </a:xfrm>
        </p:grpSpPr>
        <p:sp>
          <p:nvSpPr>
            <p:cNvPr id="67" name="Weave text 169: 다음에"/>
            <p:cNvSpPr txBox="1"/>
            <p:nvPr/>
          </p:nvSpPr>
          <p:spPr>
            <a:xfrm>
              <a:off x="1009650" y="3838575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다음에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69:  "/>
            <p:cNvSpPr txBox="1"/>
            <p:nvPr/>
          </p:nvSpPr>
          <p:spPr>
            <a:xfrm>
              <a:off x="1482775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69: 대전"/>
            <p:cNvSpPr txBox="1"/>
            <p:nvPr/>
          </p:nvSpPr>
          <p:spPr>
            <a:xfrm>
              <a:off x="1530995" y="383857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대전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169:  "/>
            <p:cNvSpPr txBox="1"/>
            <p:nvPr/>
          </p:nvSpPr>
          <p:spPr>
            <a:xfrm>
              <a:off x="1846511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169: 가면"/>
            <p:cNvSpPr txBox="1"/>
            <p:nvPr/>
          </p:nvSpPr>
          <p:spPr>
            <a:xfrm>
              <a:off x="1894731" y="383857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가면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69:  "/>
            <p:cNvSpPr txBox="1"/>
            <p:nvPr/>
          </p:nvSpPr>
          <p:spPr>
            <a:xfrm>
              <a:off x="2210098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69: 사다줄게"/>
            <p:cNvSpPr txBox="1"/>
            <p:nvPr/>
          </p:nvSpPr>
          <p:spPr>
            <a:xfrm>
              <a:off x="2258318" y="3838575"/>
              <a:ext cx="669280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사다줄게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69: ."/>
            <p:cNvSpPr txBox="1"/>
            <p:nvPr/>
          </p:nvSpPr>
          <p:spPr>
            <a:xfrm>
              <a:off x="2889349" y="3838575"/>
              <a:ext cx="7783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" name="Line 170: ”"/>
          <p:cNvGrpSpPr/>
          <p:nvPr/>
        </p:nvGrpSpPr>
        <p:grpSpPr>
          <a:xfrm>
            <a:off x="2929086" y="3838575"/>
            <a:ext cx="113705" cy="312420"/>
            <a:chOff x="2929086" y="3838575"/>
            <a:chExt cx="113705" cy="312420"/>
          </a:xfrm>
        </p:grpSpPr>
        <p:sp>
          <p:nvSpPr>
            <p:cNvPr id="76" name="Weave text 170: ”"/>
            <p:cNvSpPr txBox="1"/>
            <p:nvPr/>
          </p:nvSpPr>
          <p:spPr>
            <a:xfrm>
              <a:off x="2929086" y="3838575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7" name="Line 171: 현재 위치"/>
          <p:cNvGrpSpPr/>
          <p:nvPr/>
        </p:nvGrpSpPr>
        <p:grpSpPr>
          <a:xfrm>
            <a:off x="1466850" y="4950619"/>
            <a:ext cx="566440" cy="251460"/>
            <a:chOff x="1466850" y="4950619"/>
            <a:chExt cx="566440" cy="251460"/>
          </a:xfrm>
        </p:grpSpPr>
        <p:sp>
          <p:nvSpPr>
            <p:cNvPr id="78" name="Weave text 171: 현재"/>
            <p:cNvSpPr txBox="1"/>
            <p:nvPr/>
          </p:nvSpPr>
          <p:spPr>
            <a:xfrm>
              <a:off x="1466850" y="4950619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171:  "/>
            <p:cNvSpPr txBox="1"/>
            <p:nvPr/>
          </p:nvSpPr>
          <p:spPr>
            <a:xfrm>
              <a:off x="1712119" y="4950619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171: 위치"/>
            <p:cNvSpPr txBox="1"/>
            <p:nvPr/>
          </p:nvSpPr>
          <p:spPr>
            <a:xfrm>
              <a:off x="1749623" y="4950619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1" name="Line 172: 대전역 근처"/>
          <p:cNvGrpSpPr/>
          <p:nvPr/>
        </p:nvGrpSpPr>
        <p:grpSpPr>
          <a:xfrm>
            <a:off x="1466850" y="5198269"/>
            <a:ext cx="1061740" cy="388620"/>
            <a:chOff x="1466850" y="5198269"/>
            <a:chExt cx="1061740" cy="388620"/>
          </a:xfrm>
        </p:grpSpPr>
        <p:sp>
          <p:nvSpPr>
            <p:cNvPr id="82" name="Weave text 172: 대전역"/>
            <p:cNvSpPr txBox="1"/>
            <p:nvPr/>
          </p:nvSpPr>
          <p:spPr>
            <a:xfrm>
              <a:off x="1466850" y="5198269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대전역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172:  "/>
            <p:cNvSpPr txBox="1"/>
            <p:nvPr/>
          </p:nvSpPr>
          <p:spPr>
            <a:xfrm>
              <a:off x="2051745" y="5198269"/>
              <a:ext cx="86767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5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172: 근처"/>
            <p:cNvSpPr txBox="1"/>
            <p:nvPr/>
          </p:nvSpPr>
          <p:spPr>
            <a:xfrm>
              <a:off x="2100262" y="5198269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근처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173: 기억을 꺼낼"/>
          <p:cNvGrpSpPr/>
          <p:nvPr/>
        </p:nvGrpSpPr>
        <p:grpSpPr>
          <a:xfrm>
            <a:off x="5200650" y="2886075"/>
            <a:ext cx="733425" cy="266700"/>
            <a:chOff x="5200650" y="2886075"/>
            <a:chExt cx="733425" cy="266700"/>
          </a:xfrm>
        </p:grpSpPr>
        <p:sp>
          <p:nvSpPr>
            <p:cNvPr id="86" name="Weave text 173: 기억을"/>
            <p:cNvSpPr txBox="1"/>
            <p:nvPr/>
          </p:nvSpPr>
          <p:spPr>
            <a:xfrm>
              <a:off x="5200650" y="288607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기억을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73:  "/>
            <p:cNvSpPr txBox="1"/>
            <p:nvPr/>
          </p:nvSpPr>
          <p:spPr>
            <a:xfrm>
              <a:off x="5594896" y="2886075"/>
              <a:ext cx="7634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73: 꺼낼"/>
            <p:cNvSpPr txBox="1"/>
            <p:nvPr/>
          </p:nvSpPr>
          <p:spPr>
            <a:xfrm>
              <a:off x="5632996" y="288607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꺼낼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9" name="Line 174: 순간"/>
          <p:cNvGrpSpPr/>
          <p:nvPr/>
        </p:nvGrpSpPr>
        <p:grpSpPr>
          <a:xfrm>
            <a:off x="5200650" y="3107531"/>
            <a:ext cx="301079" cy="266700"/>
            <a:chOff x="5200650" y="3107531"/>
            <a:chExt cx="301079" cy="266700"/>
          </a:xfrm>
        </p:grpSpPr>
        <p:sp>
          <p:nvSpPr>
            <p:cNvPr id="90" name="Weave text 174: 순간"/>
            <p:cNvSpPr txBox="1"/>
            <p:nvPr/>
          </p:nvSpPr>
          <p:spPr>
            <a:xfrm>
              <a:off x="5200650" y="3107531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1" name="Line 175: 엄마"/>
          <p:cNvGrpSpPr/>
          <p:nvPr/>
        </p:nvGrpSpPr>
        <p:grpSpPr>
          <a:xfrm>
            <a:off x="6772275" y="1928812"/>
            <a:ext cx="388739" cy="342900"/>
            <a:chOff x="6772275" y="1928812"/>
            <a:chExt cx="388739" cy="342900"/>
          </a:xfrm>
        </p:grpSpPr>
        <p:sp>
          <p:nvSpPr>
            <p:cNvPr id="92" name="Weave text 175: 엄마"/>
            <p:cNvSpPr txBox="1"/>
            <p:nvPr/>
          </p:nvSpPr>
          <p:spPr>
            <a:xfrm>
              <a:off x="6772275" y="1928812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3" name="Line 176: 카카오톡 · 답장 작성 중"/>
          <p:cNvGrpSpPr/>
          <p:nvPr/>
        </p:nvGrpSpPr>
        <p:grpSpPr>
          <a:xfrm>
            <a:off x="10255300" y="1976438"/>
            <a:ext cx="1146125" cy="220980"/>
            <a:chOff x="10255300" y="1976438"/>
            <a:chExt cx="1146125" cy="220980"/>
          </a:xfrm>
        </p:grpSpPr>
        <p:sp>
          <p:nvSpPr>
            <p:cNvPr id="94" name="Weave text 176: 카카오톡"/>
            <p:cNvSpPr txBox="1"/>
            <p:nvPr/>
          </p:nvSpPr>
          <p:spPr>
            <a:xfrm>
              <a:off x="10255300" y="1976438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76:  · "/>
            <p:cNvSpPr txBox="1"/>
            <p:nvPr/>
          </p:nvSpPr>
          <p:spPr>
            <a:xfrm>
              <a:off x="10675888" y="197643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76: 답장"/>
            <p:cNvSpPr txBox="1"/>
            <p:nvPr/>
          </p:nvSpPr>
          <p:spPr>
            <a:xfrm>
              <a:off x="10773073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176:  "/>
            <p:cNvSpPr txBox="1"/>
            <p:nvPr/>
          </p:nvSpPr>
          <p:spPr>
            <a:xfrm>
              <a:off x="10983367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176: 작성"/>
            <p:cNvSpPr txBox="1"/>
            <p:nvPr/>
          </p:nvSpPr>
          <p:spPr>
            <a:xfrm>
              <a:off x="11015514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176:  "/>
            <p:cNvSpPr txBox="1"/>
            <p:nvPr/>
          </p:nvSpPr>
          <p:spPr>
            <a:xfrm>
              <a:off x="11225808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176: 중"/>
            <p:cNvSpPr txBox="1"/>
            <p:nvPr/>
          </p:nvSpPr>
          <p:spPr>
            <a:xfrm>
              <a:off x="11257955" y="1976438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177: 출장 다녀오느라 고생했어!"/>
          <p:cNvGrpSpPr/>
          <p:nvPr/>
        </p:nvGrpSpPr>
        <p:grpSpPr>
          <a:xfrm>
            <a:off x="6896100" y="2533650"/>
            <a:ext cx="1710035" cy="281940"/>
            <a:chOff x="6896100" y="2533650"/>
            <a:chExt cx="1710035" cy="281940"/>
          </a:xfrm>
        </p:grpSpPr>
        <p:sp>
          <p:nvSpPr>
            <p:cNvPr id="102" name="Weave text 177: 출장"/>
            <p:cNvSpPr txBox="1"/>
            <p:nvPr/>
          </p:nvSpPr>
          <p:spPr>
            <a:xfrm>
              <a:off x="6896100" y="25336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77:  "/>
            <p:cNvSpPr txBox="1"/>
            <p:nvPr/>
          </p:nvSpPr>
          <p:spPr>
            <a:xfrm>
              <a:off x="7176492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77: 다녀오느라"/>
            <p:cNvSpPr txBox="1"/>
            <p:nvPr/>
          </p:nvSpPr>
          <p:spPr>
            <a:xfrm>
              <a:off x="7219355" y="2533650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77:  "/>
            <p:cNvSpPr txBox="1"/>
            <p:nvPr/>
          </p:nvSpPr>
          <p:spPr>
            <a:xfrm>
              <a:off x="7920335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77: 고생했어"/>
            <p:cNvSpPr txBox="1"/>
            <p:nvPr/>
          </p:nvSpPr>
          <p:spPr>
            <a:xfrm>
              <a:off x="7963198" y="2533650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77: !"/>
            <p:cNvSpPr txBox="1"/>
            <p:nvPr/>
          </p:nvSpPr>
          <p:spPr>
            <a:xfrm>
              <a:off x="8523982" y="2533650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8" name="Line 178: 집 오는 중이야?"/>
          <p:cNvGrpSpPr/>
          <p:nvPr/>
        </p:nvGrpSpPr>
        <p:grpSpPr>
          <a:xfrm>
            <a:off x="6896100" y="2762250"/>
            <a:ext cx="1042988" cy="281940"/>
            <a:chOff x="6896100" y="2762250"/>
            <a:chExt cx="1042988" cy="281940"/>
          </a:xfrm>
        </p:grpSpPr>
        <p:sp>
          <p:nvSpPr>
            <p:cNvPr id="109" name="Weave text 178: 집"/>
            <p:cNvSpPr txBox="1"/>
            <p:nvPr/>
          </p:nvSpPr>
          <p:spPr>
            <a:xfrm>
              <a:off x="6896100" y="276225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178:  "/>
            <p:cNvSpPr txBox="1"/>
            <p:nvPr/>
          </p:nvSpPr>
          <p:spPr>
            <a:xfrm>
              <a:off x="7036296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178: 오는"/>
            <p:cNvSpPr txBox="1"/>
            <p:nvPr/>
          </p:nvSpPr>
          <p:spPr>
            <a:xfrm>
              <a:off x="7079159" y="27622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178:  "/>
            <p:cNvSpPr txBox="1"/>
            <p:nvPr/>
          </p:nvSpPr>
          <p:spPr>
            <a:xfrm>
              <a:off x="7359551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178: 중이야"/>
            <p:cNvSpPr txBox="1"/>
            <p:nvPr/>
          </p:nvSpPr>
          <p:spPr>
            <a:xfrm>
              <a:off x="7402413" y="276225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178: ?"/>
            <p:cNvSpPr txBox="1"/>
            <p:nvPr/>
          </p:nvSpPr>
          <p:spPr>
            <a:xfrm>
              <a:off x="7823002" y="2762250"/>
              <a:ext cx="1160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5" name="Line 179: 응, 역 근처에서 기차 기다리고 있어."/>
          <p:cNvGrpSpPr/>
          <p:nvPr/>
        </p:nvGrpSpPr>
        <p:grpSpPr>
          <a:xfrm>
            <a:off x="7820025" y="3286125"/>
            <a:ext cx="2207270" cy="281940"/>
            <a:chOff x="7820025" y="3286125"/>
            <a:chExt cx="2207270" cy="281940"/>
          </a:xfrm>
        </p:grpSpPr>
        <p:sp>
          <p:nvSpPr>
            <p:cNvPr id="116" name="Weave text 179: 응"/>
            <p:cNvSpPr txBox="1"/>
            <p:nvPr/>
          </p:nvSpPr>
          <p:spPr>
            <a:xfrm>
              <a:off x="7820025" y="3286125"/>
              <a:ext cx="17383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79: , "/>
            <p:cNvSpPr txBox="1"/>
            <p:nvPr/>
          </p:nvSpPr>
          <p:spPr>
            <a:xfrm>
              <a:off x="7955607" y="3286125"/>
              <a:ext cx="1157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79: 역"/>
            <p:cNvSpPr txBox="1"/>
            <p:nvPr/>
          </p:nvSpPr>
          <p:spPr>
            <a:xfrm>
              <a:off x="8033147" y="3286125"/>
              <a:ext cx="17398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79:  "/>
            <p:cNvSpPr txBox="1"/>
            <p:nvPr/>
          </p:nvSpPr>
          <p:spPr>
            <a:xfrm>
              <a:off x="8168878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79: 근처에서"/>
            <p:cNvSpPr txBox="1"/>
            <p:nvPr/>
          </p:nvSpPr>
          <p:spPr>
            <a:xfrm>
              <a:off x="8207127" y="3286125"/>
              <a:ext cx="58087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79:  "/>
            <p:cNvSpPr txBox="1"/>
            <p:nvPr/>
          </p:nvSpPr>
          <p:spPr>
            <a:xfrm>
              <a:off x="8749754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79: 기차"/>
            <p:cNvSpPr txBox="1"/>
            <p:nvPr/>
          </p:nvSpPr>
          <p:spPr>
            <a:xfrm>
              <a:off x="8788003" y="3286125"/>
              <a:ext cx="30956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79:  "/>
            <p:cNvSpPr txBox="1"/>
            <p:nvPr/>
          </p:nvSpPr>
          <p:spPr>
            <a:xfrm>
              <a:off x="9059317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79: 기다리고"/>
            <p:cNvSpPr txBox="1"/>
            <p:nvPr/>
          </p:nvSpPr>
          <p:spPr>
            <a:xfrm>
              <a:off x="9097566" y="3286125"/>
              <a:ext cx="58072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79:  "/>
            <p:cNvSpPr txBox="1"/>
            <p:nvPr/>
          </p:nvSpPr>
          <p:spPr>
            <a:xfrm>
              <a:off x="9640044" y="3286125"/>
              <a:ext cx="76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79: 있어"/>
            <p:cNvSpPr txBox="1"/>
            <p:nvPr/>
          </p:nvSpPr>
          <p:spPr>
            <a:xfrm>
              <a:off x="9678442" y="3286125"/>
              <a:ext cx="309414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79: ."/>
            <p:cNvSpPr txBox="1"/>
            <p:nvPr/>
          </p:nvSpPr>
          <p:spPr>
            <a:xfrm>
              <a:off x="9949607" y="3286125"/>
              <a:ext cx="776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8" name="Line 180: Weave"/>
          <p:cNvGrpSpPr/>
          <p:nvPr/>
        </p:nvGrpSpPr>
        <p:grpSpPr>
          <a:xfrm>
            <a:off x="7153275" y="3771900"/>
            <a:ext cx="532656" cy="281940"/>
            <a:chOff x="7153275" y="3771900"/>
            <a:chExt cx="532656" cy="281940"/>
          </a:xfrm>
        </p:grpSpPr>
        <p:sp>
          <p:nvSpPr>
            <p:cNvPr id="129" name="Weave text 180: Weave"/>
            <p:cNvSpPr txBox="1"/>
            <p:nvPr/>
          </p:nvSpPr>
          <p:spPr>
            <a:xfrm>
              <a:off x="7153275" y="3771900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30" name="Line 181: 연결된 기억 1"/>
          <p:cNvGrpSpPr/>
          <p:nvPr/>
        </p:nvGrpSpPr>
        <p:grpSpPr>
          <a:xfrm>
            <a:off x="7800231" y="3790950"/>
            <a:ext cx="674787" cy="220980"/>
            <a:chOff x="7800231" y="3790950"/>
            <a:chExt cx="674787" cy="220980"/>
          </a:xfrm>
        </p:grpSpPr>
        <p:sp>
          <p:nvSpPr>
            <p:cNvPr id="131" name="Weave text 181: 연결된"/>
            <p:cNvSpPr txBox="1"/>
            <p:nvPr/>
          </p:nvSpPr>
          <p:spPr>
            <a:xfrm>
              <a:off x="7800231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181:  "/>
            <p:cNvSpPr txBox="1"/>
            <p:nvPr/>
          </p:nvSpPr>
          <p:spPr>
            <a:xfrm>
              <a:off x="8115598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181: 기억"/>
            <p:cNvSpPr txBox="1"/>
            <p:nvPr/>
          </p:nvSpPr>
          <p:spPr>
            <a:xfrm>
              <a:off x="8147745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기억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181:  1"/>
            <p:cNvSpPr txBox="1"/>
            <p:nvPr/>
          </p:nvSpPr>
          <p:spPr>
            <a:xfrm>
              <a:off x="8358039" y="3790950"/>
              <a:ext cx="1169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1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5" name="Line 182: 버튼을 눌러 확인"/>
          <p:cNvGrpSpPr/>
          <p:nvPr/>
        </p:nvGrpSpPr>
        <p:grpSpPr>
          <a:xfrm>
            <a:off x="10572452" y="3790950"/>
            <a:ext cx="838498" cy="220980"/>
            <a:chOff x="10572452" y="3790950"/>
            <a:chExt cx="838498" cy="220980"/>
          </a:xfrm>
        </p:grpSpPr>
        <p:sp>
          <p:nvSpPr>
            <p:cNvPr id="136" name="Weave text 182: 버튼을"/>
            <p:cNvSpPr txBox="1"/>
            <p:nvPr/>
          </p:nvSpPr>
          <p:spPr>
            <a:xfrm>
              <a:off x="10572452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82:  "/>
            <p:cNvSpPr txBox="1"/>
            <p:nvPr/>
          </p:nvSpPr>
          <p:spPr>
            <a:xfrm>
              <a:off x="10887819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82: 눌러"/>
            <p:cNvSpPr txBox="1"/>
            <p:nvPr/>
          </p:nvSpPr>
          <p:spPr>
            <a:xfrm>
              <a:off x="10919966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182:  "/>
            <p:cNvSpPr txBox="1"/>
            <p:nvPr/>
          </p:nvSpPr>
          <p:spPr>
            <a:xfrm>
              <a:off x="11130260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182: 확인"/>
            <p:cNvSpPr txBox="1"/>
            <p:nvPr/>
          </p:nvSpPr>
          <p:spPr>
            <a:xfrm>
              <a:off x="11162407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183: 엄마가 말했던 무화과시루 · 가족 단체방"/>
          <p:cNvGrpSpPr/>
          <p:nvPr/>
        </p:nvGrpSpPr>
        <p:grpSpPr>
          <a:xfrm>
            <a:off x="6943725" y="4267200"/>
            <a:ext cx="2063502" cy="236220"/>
            <a:chOff x="6943725" y="4267200"/>
            <a:chExt cx="2063502" cy="236220"/>
          </a:xfrm>
        </p:grpSpPr>
        <p:sp>
          <p:nvSpPr>
            <p:cNvPr id="142" name="Weave text 183: 엄마가"/>
            <p:cNvSpPr txBox="1"/>
            <p:nvPr/>
          </p:nvSpPr>
          <p:spPr>
            <a:xfrm>
              <a:off x="6943725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엄마가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183:  "/>
            <p:cNvSpPr txBox="1"/>
            <p:nvPr/>
          </p:nvSpPr>
          <p:spPr>
            <a:xfrm>
              <a:off x="728543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183: 말했던"/>
            <p:cNvSpPr txBox="1"/>
            <p:nvPr/>
          </p:nvSpPr>
          <p:spPr>
            <a:xfrm>
              <a:off x="7318474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말했던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183:  "/>
            <p:cNvSpPr txBox="1"/>
            <p:nvPr/>
          </p:nvSpPr>
          <p:spPr>
            <a:xfrm>
              <a:off x="766018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183: 무화과시루"/>
            <p:cNvSpPr txBox="1"/>
            <p:nvPr/>
          </p:nvSpPr>
          <p:spPr>
            <a:xfrm>
              <a:off x="7693223" y="4267200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무화과시루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183:  · "/>
            <p:cNvSpPr txBox="1"/>
            <p:nvPr/>
          </p:nvSpPr>
          <p:spPr>
            <a:xfrm>
              <a:off x="8262789" y="4267200"/>
              <a:ext cx="14183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183: 가족"/>
            <p:cNvSpPr txBox="1"/>
            <p:nvPr/>
          </p:nvSpPr>
          <p:spPr>
            <a:xfrm>
              <a:off x="8366373" y="4267200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9" name="Weave text 183:  "/>
            <p:cNvSpPr txBox="1"/>
            <p:nvPr/>
          </p:nvSpPr>
          <p:spPr>
            <a:xfrm>
              <a:off x="8594229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0" name="Weave text 183: 단체방"/>
            <p:cNvSpPr txBox="1"/>
            <p:nvPr/>
          </p:nvSpPr>
          <p:spPr>
            <a:xfrm>
              <a:off x="8627269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51" name="Line 184: 엄마, 전에 먹고 싶다던"/>
          <p:cNvGrpSpPr/>
          <p:nvPr/>
        </p:nvGrpSpPr>
        <p:grpSpPr>
          <a:xfrm>
            <a:off x="6943725" y="4519612"/>
            <a:ext cx="1898749" cy="373380"/>
            <a:chOff x="6943725" y="4519612"/>
            <a:chExt cx="1898749" cy="373380"/>
          </a:xfrm>
        </p:grpSpPr>
        <p:sp>
          <p:nvSpPr>
            <p:cNvPr id="152" name="Weave text 184: 엄마"/>
            <p:cNvSpPr txBox="1"/>
            <p:nvPr/>
          </p:nvSpPr>
          <p:spPr>
            <a:xfrm>
              <a:off x="6943725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3" name="Weave text 184: , "/>
            <p:cNvSpPr txBox="1"/>
            <p:nvPr/>
          </p:nvSpPr>
          <p:spPr>
            <a:xfrm>
              <a:off x="7314605" y="4519612"/>
              <a:ext cx="13885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84: 전에"/>
            <p:cNvSpPr txBox="1"/>
            <p:nvPr/>
          </p:nvSpPr>
          <p:spPr>
            <a:xfrm>
              <a:off x="7415212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84:  "/>
            <p:cNvSpPr txBox="1"/>
            <p:nvPr/>
          </p:nvSpPr>
          <p:spPr>
            <a:xfrm>
              <a:off x="7786092" y="4519612"/>
              <a:ext cx="8379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84: 먹고"/>
            <p:cNvSpPr txBox="1"/>
            <p:nvPr/>
          </p:nvSpPr>
          <p:spPr>
            <a:xfrm>
              <a:off x="7831634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84:  "/>
            <p:cNvSpPr txBox="1"/>
            <p:nvPr/>
          </p:nvSpPr>
          <p:spPr>
            <a:xfrm>
              <a:off x="8202513" y="4519612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84: 싶다던"/>
            <p:cNvSpPr txBox="1"/>
            <p:nvPr/>
          </p:nvSpPr>
          <p:spPr>
            <a:xfrm>
              <a:off x="8247906" y="4519612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85: 무화과시루 사갈까?"/>
          <p:cNvGrpSpPr/>
          <p:nvPr/>
        </p:nvGrpSpPr>
        <p:grpSpPr>
          <a:xfrm>
            <a:off x="6943725" y="4812953"/>
            <a:ext cx="1673870" cy="373380"/>
            <a:chOff x="6943725" y="4812953"/>
            <a:chExt cx="1673870" cy="373380"/>
          </a:xfrm>
        </p:grpSpPr>
        <p:sp>
          <p:nvSpPr>
            <p:cNvPr id="160" name="Weave text 185: 무화과시루"/>
            <p:cNvSpPr txBox="1"/>
            <p:nvPr/>
          </p:nvSpPr>
          <p:spPr>
            <a:xfrm>
              <a:off x="6943725" y="4812953"/>
              <a:ext cx="96544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1" name="Weave text 185:  "/>
            <p:cNvSpPr txBox="1"/>
            <p:nvPr/>
          </p:nvSpPr>
          <p:spPr>
            <a:xfrm>
              <a:off x="7870924" y="4812953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2" name="Weave text 185: 사갈까"/>
            <p:cNvSpPr txBox="1"/>
            <p:nvPr/>
          </p:nvSpPr>
          <p:spPr>
            <a:xfrm>
              <a:off x="7916317" y="4812953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3" name="Weave text 185: ?"/>
            <p:cNvSpPr txBox="1"/>
            <p:nvPr/>
          </p:nvSpPr>
          <p:spPr>
            <a:xfrm>
              <a:off x="8472785" y="4812953"/>
              <a:ext cx="14481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4" name="Line 186: 연결한 기록 보기"/>
          <p:cNvGrpSpPr/>
          <p:nvPr/>
        </p:nvGrpSpPr>
        <p:grpSpPr>
          <a:xfrm>
            <a:off x="6943725" y="5282505"/>
            <a:ext cx="838498" cy="220980"/>
            <a:chOff x="6943725" y="5282505"/>
            <a:chExt cx="838498" cy="220980"/>
          </a:xfrm>
        </p:grpSpPr>
        <p:sp>
          <p:nvSpPr>
            <p:cNvPr id="165" name="Weave text 186: 연결한"/>
            <p:cNvSpPr txBox="1"/>
            <p:nvPr/>
          </p:nvSpPr>
          <p:spPr>
            <a:xfrm>
              <a:off x="6943725" y="528250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186:  "/>
            <p:cNvSpPr txBox="1"/>
            <p:nvPr/>
          </p:nvSpPr>
          <p:spPr>
            <a:xfrm>
              <a:off x="7259092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186: 기록"/>
            <p:cNvSpPr txBox="1"/>
            <p:nvPr/>
          </p:nvSpPr>
          <p:spPr>
            <a:xfrm>
              <a:off x="7291239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186:  "/>
            <p:cNvSpPr txBox="1"/>
            <p:nvPr/>
          </p:nvSpPr>
          <p:spPr>
            <a:xfrm>
              <a:off x="7501533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186: 보기"/>
            <p:cNvSpPr txBox="1"/>
            <p:nvPr/>
          </p:nvSpPr>
          <p:spPr>
            <a:xfrm>
              <a:off x="7533680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0" name="Line 187: 문장에 넣기"/>
          <p:cNvGrpSpPr/>
          <p:nvPr/>
        </p:nvGrpSpPr>
        <p:grpSpPr>
          <a:xfrm>
            <a:off x="10411420" y="5277743"/>
            <a:ext cx="685205" cy="251460"/>
            <a:chOff x="10411420" y="5277743"/>
            <a:chExt cx="685205" cy="251460"/>
          </a:xfrm>
        </p:grpSpPr>
        <p:sp>
          <p:nvSpPr>
            <p:cNvPr id="171" name="Weave text 187: 문장에"/>
            <p:cNvSpPr txBox="1"/>
            <p:nvPr/>
          </p:nvSpPr>
          <p:spPr>
            <a:xfrm>
              <a:off x="10411420" y="52777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문장에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2" name="Weave text 187:  "/>
            <p:cNvSpPr txBox="1"/>
            <p:nvPr/>
          </p:nvSpPr>
          <p:spPr>
            <a:xfrm>
              <a:off x="10779323" y="5277743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3" name="Weave text 187: 넣기"/>
            <p:cNvSpPr txBox="1"/>
            <p:nvPr/>
          </p:nvSpPr>
          <p:spPr>
            <a:xfrm>
              <a:off x="10812959" y="527774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4" name="Line 188: 문장은 직접 선택해 입력합니다. 전송 여부도 사용자가 결정합니다."/>
          <p:cNvGrpSpPr/>
          <p:nvPr/>
        </p:nvGrpSpPr>
        <p:grpSpPr>
          <a:xfrm>
            <a:off x="609600" y="6162675"/>
            <a:ext cx="4101852" cy="281940"/>
            <a:chOff x="609600" y="6162675"/>
            <a:chExt cx="4101852" cy="281940"/>
          </a:xfrm>
        </p:grpSpPr>
        <p:sp>
          <p:nvSpPr>
            <p:cNvPr id="175" name="Weave text 188: 문장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문장은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188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188: 직접"/>
            <p:cNvSpPr txBox="1"/>
            <p:nvPr/>
          </p:nvSpPr>
          <p:spPr>
            <a:xfrm>
              <a:off x="106084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188:  "/>
            <p:cNvSpPr txBox="1"/>
            <p:nvPr/>
          </p:nvSpPr>
          <p:spPr>
            <a:xfrm>
              <a:off x="133513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188: 선택해"/>
            <p:cNvSpPr txBox="1"/>
            <p:nvPr/>
          </p:nvSpPr>
          <p:spPr>
            <a:xfrm>
              <a:off x="13750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188:  "/>
            <p:cNvSpPr txBox="1"/>
            <p:nvPr/>
          </p:nvSpPr>
          <p:spPr>
            <a:xfrm>
              <a:off x="17863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188: 입력합니다"/>
            <p:cNvSpPr txBox="1"/>
            <p:nvPr/>
          </p:nvSpPr>
          <p:spPr>
            <a:xfrm>
              <a:off x="182627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188: . "/>
            <p:cNvSpPr txBox="1"/>
            <p:nvPr/>
          </p:nvSpPr>
          <p:spPr>
            <a:xfrm>
              <a:off x="2512070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188: 전송"/>
            <p:cNvSpPr txBox="1"/>
            <p:nvPr/>
          </p:nvSpPr>
          <p:spPr>
            <a:xfrm>
              <a:off x="2592735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전송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188:  "/>
            <p:cNvSpPr txBox="1"/>
            <p:nvPr/>
          </p:nvSpPr>
          <p:spPr>
            <a:xfrm>
              <a:off x="2867025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188: 여부도"/>
            <p:cNvSpPr txBox="1"/>
            <p:nvPr/>
          </p:nvSpPr>
          <p:spPr>
            <a:xfrm>
              <a:off x="2906911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여부도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188:  "/>
            <p:cNvSpPr txBox="1"/>
            <p:nvPr/>
          </p:nvSpPr>
          <p:spPr>
            <a:xfrm>
              <a:off x="331827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188: 사용자가"/>
            <p:cNvSpPr txBox="1"/>
            <p:nvPr/>
          </p:nvSpPr>
          <p:spPr>
            <a:xfrm>
              <a:off x="3358158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188:  "/>
            <p:cNvSpPr txBox="1"/>
            <p:nvPr/>
          </p:nvSpPr>
          <p:spPr>
            <a:xfrm>
              <a:off x="39067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188: 결정합니다"/>
            <p:cNvSpPr txBox="1"/>
            <p:nvPr/>
          </p:nvSpPr>
          <p:spPr>
            <a:xfrm>
              <a:off x="3946624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결정합니다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188: ."/>
            <p:cNvSpPr txBox="1"/>
            <p:nvPr/>
          </p:nvSpPr>
          <p:spPr>
            <a:xfrm>
              <a:off x="4632424" y="6162675"/>
              <a:ext cx="7902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1" name="Line 189: 07 / 12"/>
          <p:cNvGrpSpPr/>
          <p:nvPr/>
        </p:nvGrpSpPr>
        <p:grpSpPr>
          <a:xfrm>
            <a:off x="11204079" y="6496050"/>
            <a:ext cx="416421" cy="190500"/>
            <a:chOff x="11204079" y="6496050"/>
            <a:chExt cx="416421" cy="190500"/>
          </a:xfrm>
        </p:grpSpPr>
        <p:sp>
          <p:nvSpPr>
            <p:cNvPr id="192" name="Weave text 189: 07 / 12"/>
            <p:cNvSpPr txBox="1"/>
            <p:nvPr/>
          </p:nvSpPr>
          <p:spPr>
            <a:xfrm>
              <a:off x="11204079" y="6496050"/>
              <a:ext cx="41642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07 / 12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90: 08 / HOW IT WORKS"/>
          <p:cNvGrpSpPr/>
          <p:nvPr/>
        </p:nvGrpSpPr>
        <p:grpSpPr>
          <a:xfrm>
            <a:off x="609600" y="371475"/>
            <a:ext cx="1397050" cy="205740"/>
            <a:chOff x="609600" y="371475"/>
            <a:chExt cx="1397050" cy="205740"/>
          </a:xfrm>
        </p:grpSpPr>
        <p:sp>
          <p:nvSpPr>
            <p:cNvPr id="4" name="Weave text 190: 08 / HOW IT WORKS"/>
            <p:cNvSpPr txBox="1"/>
            <p:nvPr/>
          </p:nvSpPr>
          <p:spPr>
            <a:xfrm>
              <a:off x="609600" y="371475"/>
              <a:ext cx="139705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08 / HOW IT WORKS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91: 기록은 미리 정리하고, 필요할 때 연결합니다."/>
          <p:cNvGrpSpPr/>
          <p:nvPr/>
        </p:nvGrpSpPr>
        <p:grpSpPr>
          <a:xfrm>
            <a:off x="609600" y="704850"/>
            <a:ext cx="6586389" cy="647700"/>
            <a:chOff x="609600" y="704850"/>
            <a:chExt cx="6586389" cy="647700"/>
          </a:xfrm>
        </p:grpSpPr>
        <p:sp>
          <p:nvSpPr>
            <p:cNvPr id="6" name="Weave text 191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91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91: 미리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91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91: 정리하고"/>
            <p:cNvSpPr txBox="1"/>
            <p:nvPr/>
          </p:nvSpPr>
          <p:spPr>
            <a:xfrm>
              <a:off x="2420689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정리하고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91: , "/>
            <p:cNvSpPr txBox="1"/>
            <p:nvPr/>
          </p:nvSpPr>
          <p:spPr>
            <a:xfrm>
              <a:off x="374659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91: 필요할"/>
            <p:cNvSpPr txBox="1"/>
            <p:nvPr/>
          </p:nvSpPr>
          <p:spPr>
            <a:xfrm>
              <a:off x="3918198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91:  "/>
            <p:cNvSpPr txBox="1"/>
            <p:nvPr/>
          </p:nvSpPr>
          <p:spPr>
            <a:xfrm>
              <a:off x="491266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91: 때"/>
            <p:cNvSpPr txBox="1"/>
            <p:nvPr/>
          </p:nvSpPr>
          <p:spPr>
            <a:xfrm>
              <a:off x="4989612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91:  "/>
            <p:cNvSpPr txBox="1"/>
            <p:nvPr/>
          </p:nvSpPr>
          <p:spPr>
            <a:xfrm>
              <a:off x="532105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91: 연결합니다"/>
            <p:cNvSpPr txBox="1"/>
            <p:nvPr/>
          </p:nvSpPr>
          <p:spPr>
            <a:xfrm>
              <a:off x="5397996" y="704850"/>
              <a:ext cx="169559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91: ."/>
            <p:cNvSpPr txBox="1"/>
            <p:nvPr/>
          </p:nvSpPr>
          <p:spPr>
            <a:xfrm>
              <a:off x="705534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92: 검색 색인(Search index)으로 기록을 미리 정리하고, 필요한 근"/>
          <p:cNvGrpSpPr/>
          <p:nvPr/>
        </p:nvGrpSpPr>
        <p:grpSpPr>
          <a:xfrm>
            <a:off x="609600" y="1343025"/>
            <a:ext cx="6571506" cy="297180"/>
            <a:chOff x="609600" y="1343025"/>
            <a:chExt cx="6571506" cy="297180"/>
          </a:xfrm>
        </p:grpSpPr>
        <p:sp>
          <p:nvSpPr>
            <p:cNvPr id="19" name="Weave text 192: 검색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92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92: 색인"/>
            <p:cNvSpPr txBox="1"/>
            <p:nvPr/>
          </p:nvSpPr>
          <p:spPr>
            <a:xfrm>
              <a:off x="952946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92: (Search index)"/>
            <p:cNvSpPr txBox="1"/>
            <p:nvPr/>
          </p:nvSpPr>
          <p:spPr>
            <a:xfrm>
              <a:off x="1250900" y="1343025"/>
              <a:ext cx="115252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(Search index)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92: 으로"/>
            <p:cNvSpPr txBox="1"/>
            <p:nvPr/>
          </p:nvSpPr>
          <p:spPr>
            <a:xfrm>
              <a:off x="2365177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으로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92:  "/>
            <p:cNvSpPr txBox="1"/>
            <p:nvPr/>
          </p:nvSpPr>
          <p:spPr>
            <a:xfrm>
              <a:off x="266313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92: 기록을"/>
            <p:cNvSpPr txBox="1"/>
            <p:nvPr/>
          </p:nvSpPr>
          <p:spPr>
            <a:xfrm>
              <a:off x="2708672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92:  "/>
            <p:cNvSpPr txBox="1"/>
            <p:nvPr/>
          </p:nvSpPr>
          <p:spPr>
            <a:xfrm>
              <a:off x="31554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92: 미리"/>
            <p:cNvSpPr txBox="1"/>
            <p:nvPr/>
          </p:nvSpPr>
          <p:spPr>
            <a:xfrm>
              <a:off x="3200995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92:  "/>
            <p:cNvSpPr txBox="1"/>
            <p:nvPr/>
          </p:nvSpPr>
          <p:spPr>
            <a:xfrm>
              <a:off x="349894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92: 정리하고"/>
            <p:cNvSpPr txBox="1"/>
            <p:nvPr/>
          </p:nvSpPr>
          <p:spPr>
            <a:xfrm>
              <a:off x="3544491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정리하고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92: , "/>
            <p:cNvSpPr txBox="1"/>
            <p:nvPr/>
          </p:nvSpPr>
          <p:spPr>
            <a:xfrm>
              <a:off x="4140398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92: 필요한"/>
            <p:cNvSpPr txBox="1"/>
            <p:nvPr/>
          </p:nvSpPr>
          <p:spPr>
            <a:xfrm>
              <a:off x="4232672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92:  "/>
            <p:cNvSpPr txBox="1"/>
            <p:nvPr/>
          </p:nvSpPr>
          <p:spPr>
            <a:xfrm>
              <a:off x="4679603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92: 근거만"/>
            <p:cNvSpPr txBox="1"/>
            <p:nvPr/>
          </p:nvSpPr>
          <p:spPr>
            <a:xfrm>
              <a:off x="4725144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92:  "/>
            <p:cNvSpPr txBox="1"/>
            <p:nvPr/>
          </p:nvSpPr>
          <p:spPr>
            <a:xfrm>
              <a:off x="51719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92: 경량"/>
            <p:cNvSpPr txBox="1"/>
            <p:nvPr/>
          </p:nvSpPr>
          <p:spPr>
            <a:xfrm>
              <a:off x="52174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92:  "/>
            <p:cNvSpPr txBox="1"/>
            <p:nvPr/>
          </p:nvSpPr>
          <p:spPr>
            <a:xfrm>
              <a:off x="551542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92: 언어모델에"/>
            <p:cNvSpPr txBox="1"/>
            <p:nvPr/>
          </p:nvSpPr>
          <p:spPr>
            <a:xfrm>
              <a:off x="5560963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언어모델에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92:  "/>
            <p:cNvSpPr txBox="1"/>
            <p:nvPr/>
          </p:nvSpPr>
          <p:spPr>
            <a:xfrm>
              <a:off x="6305848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92: 전달합니다"/>
            <p:cNvSpPr txBox="1"/>
            <p:nvPr/>
          </p:nvSpPr>
          <p:spPr>
            <a:xfrm>
              <a:off x="6351389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전달합니다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92: ."/>
            <p:cNvSpPr txBox="1"/>
            <p:nvPr/>
          </p:nvSpPr>
          <p:spPr>
            <a:xfrm>
              <a:off x="7096274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93: 미리 준비"/>
          <p:cNvGrpSpPr/>
          <p:nvPr/>
        </p:nvGrpSpPr>
        <p:grpSpPr>
          <a:xfrm>
            <a:off x="609600" y="2159794"/>
            <a:ext cx="525066" cy="236220"/>
            <a:chOff x="609600" y="2159794"/>
            <a:chExt cx="525066" cy="236220"/>
          </a:xfrm>
        </p:grpSpPr>
        <p:sp>
          <p:nvSpPr>
            <p:cNvPr id="42" name="Weave text 193: 미리"/>
            <p:cNvSpPr txBox="1"/>
            <p:nvPr/>
          </p:nvSpPr>
          <p:spPr>
            <a:xfrm>
              <a:off x="609600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193:  "/>
            <p:cNvSpPr txBox="1"/>
            <p:nvPr/>
          </p:nvSpPr>
          <p:spPr>
            <a:xfrm>
              <a:off x="837307" y="2159794"/>
              <a:ext cx="6950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" name="Weave text 193: 준비"/>
            <p:cNvSpPr txBox="1"/>
            <p:nvPr/>
          </p:nvSpPr>
          <p:spPr>
            <a:xfrm>
              <a:off x="868561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5" name="Line 194: 허용한 기록 가져오기"/>
          <p:cNvGrpSpPr/>
          <p:nvPr/>
        </p:nvGrpSpPr>
        <p:grpSpPr>
          <a:xfrm>
            <a:off x="1506141" y="2133600"/>
            <a:ext cx="1507034" cy="312420"/>
            <a:chOff x="1506141" y="2133600"/>
            <a:chExt cx="1507034" cy="312420"/>
          </a:xfrm>
        </p:grpSpPr>
        <p:sp>
          <p:nvSpPr>
            <p:cNvPr id="46" name="Weave text 194: 허용한"/>
            <p:cNvSpPr txBox="1"/>
            <p:nvPr/>
          </p:nvSpPr>
          <p:spPr>
            <a:xfrm>
              <a:off x="1506141" y="2133600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94:  "/>
            <p:cNvSpPr txBox="1"/>
            <p:nvPr/>
          </p:nvSpPr>
          <p:spPr>
            <a:xfrm>
              <a:off x="196646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94: 기록"/>
            <p:cNvSpPr txBox="1"/>
            <p:nvPr/>
          </p:nvSpPr>
          <p:spPr>
            <a:xfrm>
              <a:off x="2010370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194:  "/>
            <p:cNvSpPr txBox="1"/>
            <p:nvPr/>
          </p:nvSpPr>
          <p:spPr>
            <a:xfrm>
              <a:off x="2317254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94: 가져오기"/>
            <p:cNvSpPr txBox="1"/>
            <p:nvPr/>
          </p:nvSpPr>
          <p:spPr>
            <a:xfrm>
              <a:off x="2361158" y="2133600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가져오기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" name="Line 195: 내용·출처 정리"/>
          <p:cNvGrpSpPr/>
          <p:nvPr/>
        </p:nvGrpSpPr>
        <p:grpSpPr>
          <a:xfrm>
            <a:off x="4118074" y="2133600"/>
            <a:ext cx="1047899" cy="312420"/>
            <a:chOff x="4118074" y="2133600"/>
            <a:chExt cx="1047899" cy="312420"/>
          </a:xfrm>
        </p:grpSpPr>
        <p:sp>
          <p:nvSpPr>
            <p:cNvPr id="52" name="Weave text 195: 내용"/>
            <p:cNvSpPr txBox="1"/>
            <p:nvPr/>
          </p:nvSpPr>
          <p:spPr>
            <a:xfrm>
              <a:off x="4118074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95: ·"/>
            <p:cNvSpPr txBox="1"/>
            <p:nvPr/>
          </p:nvSpPr>
          <p:spPr>
            <a:xfrm>
              <a:off x="4424958" y="2133600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95: 출처"/>
            <p:cNvSpPr txBox="1"/>
            <p:nvPr/>
          </p:nvSpPr>
          <p:spPr>
            <a:xfrm>
              <a:off x="447005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95:  "/>
            <p:cNvSpPr txBox="1"/>
            <p:nvPr/>
          </p:nvSpPr>
          <p:spPr>
            <a:xfrm>
              <a:off x="477693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95: 정리"/>
            <p:cNvSpPr txBox="1"/>
            <p:nvPr/>
          </p:nvSpPr>
          <p:spPr>
            <a:xfrm>
              <a:off x="482084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정리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" name="Line 196: 색인 작업(Indexing)"/>
          <p:cNvGrpSpPr/>
          <p:nvPr/>
        </p:nvGrpSpPr>
        <p:grpSpPr>
          <a:xfrm>
            <a:off x="6270873" y="2133600"/>
            <a:ext cx="1468041" cy="312420"/>
            <a:chOff x="6270873" y="2133600"/>
            <a:chExt cx="1468041" cy="312420"/>
          </a:xfrm>
        </p:grpSpPr>
        <p:sp>
          <p:nvSpPr>
            <p:cNvPr id="58" name="Weave text 196: 색인"/>
            <p:cNvSpPr txBox="1"/>
            <p:nvPr/>
          </p:nvSpPr>
          <p:spPr>
            <a:xfrm>
              <a:off x="627087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196:  "/>
            <p:cNvSpPr txBox="1"/>
            <p:nvPr/>
          </p:nvSpPr>
          <p:spPr>
            <a:xfrm>
              <a:off x="6577757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196: 작업"/>
            <p:cNvSpPr txBox="1"/>
            <p:nvPr/>
          </p:nvSpPr>
          <p:spPr>
            <a:xfrm>
              <a:off x="662166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작업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196: (Indexing)"/>
            <p:cNvSpPr txBox="1"/>
            <p:nvPr/>
          </p:nvSpPr>
          <p:spPr>
            <a:xfrm>
              <a:off x="6928545" y="2133600"/>
              <a:ext cx="8103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(Indexing)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2" name="Line 197: 충전·유휴 시간 활용"/>
          <p:cNvGrpSpPr/>
          <p:nvPr/>
        </p:nvGrpSpPr>
        <p:grpSpPr>
          <a:xfrm>
            <a:off x="10565606" y="2159794"/>
            <a:ext cx="1054894" cy="236220"/>
            <a:chOff x="10565606" y="2159794"/>
            <a:chExt cx="1054894" cy="236220"/>
          </a:xfrm>
        </p:grpSpPr>
        <p:sp>
          <p:nvSpPr>
            <p:cNvPr id="63" name="Weave text 197: 충전"/>
            <p:cNvSpPr txBox="1"/>
            <p:nvPr/>
          </p:nvSpPr>
          <p:spPr>
            <a:xfrm>
              <a:off x="10565606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197: ·"/>
            <p:cNvSpPr txBox="1"/>
            <p:nvPr/>
          </p:nvSpPr>
          <p:spPr>
            <a:xfrm>
              <a:off x="10793313" y="2159794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197: 유휴"/>
            <p:cNvSpPr txBox="1"/>
            <p:nvPr/>
          </p:nvSpPr>
          <p:spPr>
            <a:xfrm>
              <a:off x="10829032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197:  "/>
            <p:cNvSpPr txBox="1"/>
            <p:nvPr/>
          </p:nvSpPr>
          <p:spPr>
            <a:xfrm>
              <a:off x="11056888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197: 시간"/>
            <p:cNvSpPr txBox="1"/>
            <p:nvPr/>
          </p:nvSpPr>
          <p:spPr>
            <a:xfrm>
              <a:off x="11091714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97:  "/>
            <p:cNvSpPr txBox="1"/>
            <p:nvPr/>
          </p:nvSpPr>
          <p:spPr>
            <a:xfrm>
              <a:off x="11319570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97: 활용"/>
            <p:cNvSpPr txBox="1"/>
            <p:nvPr/>
          </p:nvSpPr>
          <p:spPr>
            <a:xfrm>
              <a:off x="11354395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0" name="Line 198: 01"/>
          <p:cNvGrpSpPr/>
          <p:nvPr/>
        </p:nvGrpSpPr>
        <p:grpSpPr>
          <a:xfrm>
            <a:off x="759470" y="3109912"/>
            <a:ext cx="176510" cy="251460"/>
            <a:chOff x="759470" y="3109912"/>
            <a:chExt cx="176510" cy="251460"/>
          </a:xfrm>
        </p:grpSpPr>
        <p:sp>
          <p:nvSpPr>
            <p:cNvPr id="71" name="Weave text 198: 01"/>
            <p:cNvSpPr txBox="1"/>
            <p:nvPr/>
          </p:nvSpPr>
          <p:spPr>
            <a:xfrm>
              <a:off x="759470" y="3109912"/>
              <a:ext cx="17651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" name="Line 199: Trigger"/>
          <p:cNvGrpSpPr/>
          <p:nvPr/>
        </p:nvGrpSpPr>
        <p:grpSpPr>
          <a:xfrm>
            <a:off x="609600" y="3667125"/>
            <a:ext cx="828824" cy="434340"/>
            <a:chOff x="609600" y="3667125"/>
            <a:chExt cx="828824" cy="434340"/>
          </a:xfrm>
        </p:grpSpPr>
        <p:sp>
          <p:nvSpPr>
            <p:cNvPr id="73" name="Weave text 199: Trigger"/>
            <p:cNvSpPr txBox="1"/>
            <p:nvPr/>
          </p:nvSpPr>
          <p:spPr>
            <a:xfrm>
              <a:off x="609600" y="3667125"/>
              <a:ext cx="82882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Trigger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4" name="Line 200: 필요한 순간을 감지"/>
          <p:cNvGrpSpPr/>
          <p:nvPr/>
        </p:nvGrpSpPr>
        <p:grpSpPr>
          <a:xfrm>
            <a:off x="609600" y="4114800"/>
            <a:ext cx="1340048" cy="312420"/>
            <a:chOff x="609600" y="4114800"/>
            <a:chExt cx="1340048" cy="312420"/>
          </a:xfrm>
        </p:grpSpPr>
        <p:sp>
          <p:nvSpPr>
            <p:cNvPr id="75" name="Weave text 200: 필요한"/>
            <p:cNvSpPr txBox="1"/>
            <p:nvPr/>
          </p:nvSpPr>
          <p:spPr>
            <a:xfrm>
              <a:off x="609600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6" name="Weave text 200:  "/>
            <p:cNvSpPr txBox="1"/>
            <p:nvPr/>
          </p:nvSpPr>
          <p:spPr>
            <a:xfrm>
              <a:off x="1067246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7" name="Weave text 200: 순간을"/>
            <p:cNvSpPr txBox="1"/>
            <p:nvPr/>
          </p:nvSpPr>
          <p:spPr>
            <a:xfrm>
              <a:off x="1107877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200:  "/>
            <p:cNvSpPr txBox="1"/>
            <p:nvPr/>
          </p:nvSpPr>
          <p:spPr>
            <a:xfrm>
              <a:off x="1565672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200: 감지"/>
            <p:cNvSpPr txBox="1"/>
            <p:nvPr/>
          </p:nvSpPr>
          <p:spPr>
            <a:xfrm>
              <a:off x="1606153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감지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0" name="Line 201: 직접 검색 · Weave 버튼"/>
          <p:cNvGrpSpPr/>
          <p:nvPr/>
        </p:nvGrpSpPr>
        <p:grpSpPr>
          <a:xfrm>
            <a:off x="609600" y="4543425"/>
            <a:ext cx="1582341" cy="281940"/>
            <a:chOff x="609600" y="4543425"/>
            <a:chExt cx="1582341" cy="281940"/>
          </a:xfrm>
        </p:grpSpPr>
        <p:sp>
          <p:nvSpPr>
            <p:cNvPr id="81" name="Weave text 201: 직접"/>
            <p:cNvSpPr txBox="1"/>
            <p:nvPr/>
          </p:nvSpPr>
          <p:spPr>
            <a:xfrm>
              <a:off x="6096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01:  "/>
            <p:cNvSpPr txBox="1"/>
            <p:nvPr/>
          </p:nvSpPr>
          <p:spPr>
            <a:xfrm>
              <a:off x="88999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01: 검색"/>
            <p:cNvSpPr txBox="1"/>
            <p:nvPr/>
          </p:nvSpPr>
          <p:spPr>
            <a:xfrm>
              <a:off x="93285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01:  · Weave "/>
            <p:cNvSpPr txBox="1"/>
            <p:nvPr/>
          </p:nvSpPr>
          <p:spPr>
            <a:xfrm>
              <a:off x="1213247" y="4543425"/>
              <a:ext cx="69830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Weave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01: 버튼"/>
            <p:cNvSpPr txBox="1"/>
            <p:nvPr/>
          </p:nvSpPr>
          <p:spPr>
            <a:xfrm>
              <a:off x="18733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6" name="Line 202: 대화와 상황의 변화"/>
          <p:cNvGrpSpPr/>
          <p:nvPr/>
        </p:nvGrpSpPr>
        <p:grpSpPr>
          <a:xfrm>
            <a:off x="609600" y="4810125"/>
            <a:ext cx="1245543" cy="281940"/>
            <a:chOff x="609600" y="4810125"/>
            <a:chExt cx="1245543" cy="281940"/>
          </a:xfrm>
        </p:grpSpPr>
        <p:sp>
          <p:nvSpPr>
            <p:cNvPr id="87" name="Weave text 202: 대화와"/>
            <p:cNvSpPr txBox="1"/>
            <p:nvPr/>
          </p:nvSpPr>
          <p:spPr>
            <a:xfrm>
              <a:off x="609600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02:  "/>
            <p:cNvSpPr txBox="1"/>
            <p:nvPr/>
          </p:nvSpPr>
          <p:spPr>
            <a:xfrm>
              <a:off x="103018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02: 상황의"/>
            <p:cNvSpPr txBox="1"/>
            <p:nvPr/>
          </p:nvSpPr>
          <p:spPr>
            <a:xfrm>
              <a:off x="107305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상황의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02:  "/>
            <p:cNvSpPr txBox="1"/>
            <p:nvPr/>
          </p:nvSpPr>
          <p:spPr>
            <a:xfrm>
              <a:off x="1493639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02: 변화"/>
            <p:cNvSpPr txBox="1"/>
            <p:nvPr/>
          </p:nvSpPr>
          <p:spPr>
            <a:xfrm>
              <a:off x="153650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변화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2" name="Line 203: 입력 이벤트 · 경량 분류"/>
          <p:cNvGrpSpPr/>
          <p:nvPr/>
        </p:nvGrpSpPr>
        <p:grpSpPr>
          <a:xfrm>
            <a:off x="609600" y="5257800"/>
            <a:ext cx="1053703" cy="205740"/>
            <a:chOff x="609600" y="5257800"/>
            <a:chExt cx="1053703" cy="205740"/>
          </a:xfrm>
        </p:grpSpPr>
        <p:sp>
          <p:nvSpPr>
            <p:cNvPr id="93" name="Weave text 203: 입력"/>
            <p:cNvSpPr txBox="1"/>
            <p:nvPr/>
          </p:nvSpPr>
          <p:spPr>
            <a:xfrm>
              <a:off x="609600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03:  "/>
            <p:cNvSpPr txBox="1"/>
            <p:nvPr/>
          </p:nvSpPr>
          <p:spPr>
            <a:xfrm>
              <a:off x="802332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203: 이벤트"/>
            <p:cNvSpPr txBox="1"/>
            <p:nvPr/>
          </p:nvSpPr>
          <p:spPr>
            <a:xfrm>
              <a:off x="831800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이벤트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203:  · "/>
            <p:cNvSpPr txBox="1"/>
            <p:nvPr/>
          </p:nvSpPr>
          <p:spPr>
            <a:xfrm>
              <a:off x="1120973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203: 경량"/>
            <p:cNvSpPr txBox="1"/>
            <p:nvPr/>
          </p:nvSpPr>
          <p:spPr>
            <a:xfrm>
              <a:off x="121012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203:  "/>
            <p:cNvSpPr txBox="1"/>
            <p:nvPr/>
          </p:nvSpPr>
          <p:spPr>
            <a:xfrm>
              <a:off x="140285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203: 분류"/>
            <p:cNvSpPr txBox="1"/>
            <p:nvPr/>
          </p:nvSpPr>
          <p:spPr>
            <a:xfrm>
              <a:off x="143232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분류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0" name="Line 204: 02"/>
          <p:cNvGrpSpPr/>
          <p:nvPr/>
        </p:nvGrpSpPr>
        <p:grpSpPr>
          <a:xfrm>
            <a:off x="3553420" y="3109912"/>
            <a:ext cx="203597" cy="251460"/>
            <a:chOff x="3553420" y="3109912"/>
            <a:chExt cx="203597" cy="251460"/>
          </a:xfrm>
        </p:grpSpPr>
        <p:sp>
          <p:nvSpPr>
            <p:cNvPr id="101" name="Weave text 204: 02"/>
            <p:cNvSpPr txBox="1"/>
            <p:nvPr/>
          </p:nvSpPr>
          <p:spPr>
            <a:xfrm>
              <a:off x="3553420" y="3109912"/>
              <a:ext cx="20359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2" name="Line 205: Routing"/>
          <p:cNvGrpSpPr/>
          <p:nvPr/>
        </p:nvGrpSpPr>
        <p:grpSpPr>
          <a:xfrm>
            <a:off x="3417094" y="3667125"/>
            <a:ext cx="879723" cy="434340"/>
            <a:chOff x="3417094" y="3667125"/>
            <a:chExt cx="879723" cy="434340"/>
          </a:xfrm>
        </p:grpSpPr>
        <p:sp>
          <p:nvSpPr>
            <p:cNvPr id="103" name="Weave text 205: Routing"/>
            <p:cNvSpPr txBox="1"/>
            <p:nvPr/>
          </p:nvSpPr>
          <p:spPr>
            <a:xfrm>
              <a:off x="3417094" y="3667125"/>
              <a:ext cx="879723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Routing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4" name="Line 206: 찾을 단서와 순서를 결정"/>
          <p:cNvGrpSpPr/>
          <p:nvPr/>
        </p:nvGrpSpPr>
        <p:grpSpPr>
          <a:xfrm>
            <a:off x="3417094" y="4114800"/>
            <a:ext cx="1685776" cy="312420"/>
            <a:chOff x="3417094" y="4114800"/>
            <a:chExt cx="1685776" cy="312420"/>
          </a:xfrm>
        </p:grpSpPr>
        <p:sp>
          <p:nvSpPr>
            <p:cNvPr id="105" name="Weave text 206: 찾을"/>
            <p:cNvSpPr txBox="1"/>
            <p:nvPr/>
          </p:nvSpPr>
          <p:spPr>
            <a:xfrm>
              <a:off x="3417094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206:  "/>
            <p:cNvSpPr txBox="1"/>
            <p:nvPr/>
          </p:nvSpPr>
          <p:spPr>
            <a:xfrm>
              <a:off x="3722191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206: 단서와"/>
            <p:cNvSpPr txBox="1"/>
            <p:nvPr/>
          </p:nvSpPr>
          <p:spPr>
            <a:xfrm>
              <a:off x="3762821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단서와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206:  "/>
            <p:cNvSpPr txBox="1"/>
            <p:nvPr/>
          </p:nvSpPr>
          <p:spPr>
            <a:xfrm>
              <a:off x="4220468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206: 순서를"/>
            <p:cNvSpPr txBox="1"/>
            <p:nvPr/>
          </p:nvSpPr>
          <p:spPr>
            <a:xfrm>
              <a:off x="4261098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순서를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0" name="Weave text 206:  "/>
            <p:cNvSpPr txBox="1"/>
            <p:nvPr/>
          </p:nvSpPr>
          <p:spPr>
            <a:xfrm>
              <a:off x="4718893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1" name="Weave text 206: 결정"/>
            <p:cNvSpPr txBox="1"/>
            <p:nvPr/>
          </p:nvSpPr>
          <p:spPr>
            <a:xfrm>
              <a:off x="4759375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결정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2" name="Line 207: 누구의 어떤 기억인지 파악"/>
          <p:cNvGrpSpPr/>
          <p:nvPr/>
        </p:nvGrpSpPr>
        <p:grpSpPr>
          <a:xfrm>
            <a:off x="3417094" y="4543425"/>
            <a:ext cx="1708993" cy="281940"/>
            <a:chOff x="3417094" y="4543425"/>
            <a:chExt cx="1708993" cy="281940"/>
          </a:xfrm>
        </p:grpSpPr>
        <p:sp>
          <p:nvSpPr>
            <p:cNvPr id="113" name="Weave text 207: 누구의"/>
            <p:cNvSpPr txBox="1"/>
            <p:nvPr/>
          </p:nvSpPr>
          <p:spPr>
            <a:xfrm>
              <a:off x="3417094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누구의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207:  "/>
            <p:cNvSpPr txBox="1"/>
            <p:nvPr/>
          </p:nvSpPr>
          <p:spPr>
            <a:xfrm>
              <a:off x="383768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207: 어떤"/>
            <p:cNvSpPr txBox="1"/>
            <p:nvPr/>
          </p:nvSpPr>
          <p:spPr>
            <a:xfrm>
              <a:off x="388054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어떤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207:  "/>
            <p:cNvSpPr txBox="1"/>
            <p:nvPr/>
          </p:nvSpPr>
          <p:spPr>
            <a:xfrm>
              <a:off x="4160937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207: 기억인지"/>
            <p:cNvSpPr txBox="1"/>
            <p:nvPr/>
          </p:nvSpPr>
          <p:spPr>
            <a:xfrm>
              <a:off x="4203799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기억인지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207:  "/>
            <p:cNvSpPr txBox="1"/>
            <p:nvPr/>
          </p:nvSpPr>
          <p:spPr>
            <a:xfrm>
              <a:off x="4764584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207: 파악"/>
            <p:cNvSpPr txBox="1"/>
            <p:nvPr/>
          </p:nvSpPr>
          <p:spPr>
            <a:xfrm>
              <a:off x="480744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파악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208: 다음 기록으로 이어질 단서 선택"/>
          <p:cNvGrpSpPr/>
          <p:nvPr/>
        </p:nvGrpSpPr>
        <p:grpSpPr>
          <a:xfrm>
            <a:off x="3417094" y="4810125"/>
            <a:ext cx="2032397" cy="281940"/>
            <a:chOff x="3417094" y="4810125"/>
            <a:chExt cx="2032397" cy="281940"/>
          </a:xfrm>
        </p:grpSpPr>
        <p:sp>
          <p:nvSpPr>
            <p:cNvPr id="121" name="Weave text 208: 다음"/>
            <p:cNvSpPr txBox="1"/>
            <p:nvPr/>
          </p:nvSpPr>
          <p:spPr>
            <a:xfrm>
              <a:off x="341709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다음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208:  "/>
            <p:cNvSpPr txBox="1"/>
            <p:nvPr/>
          </p:nvSpPr>
          <p:spPr>
            <a:xfrm>
              <a:off x="369748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208: 기록으로"/>
            <p:cNvSpPr txBox="1"/>
            <p:nvPr/>
          </p:nvSpPr>
          <p:spPr>
            <a:xfrm>
              <a:off x="3740348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기록으로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208:  "/>
            <p:cNvSpPr txBox="1"/>
            <p:nvPr/>
          </p:nvSpPr>
          <p:spPr>
            <a:xfrm>
              <a:off x="4301133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208: 이어질"/>
            <p:cNvSpPr txBox="1"/>
            <p:nvPr/>
          </p:nvSpPr>
          <p:spPr>
            <a:xfrm>
              <a:off x="4343995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이어질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208:  "/>
            <p:cNvSpPr txBox="1"/>
            <p:nvPr/>
          </p:nvSpPr>
          <p:spPr>
            <a:xfrm>
              <a:off x="476458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208: 단서"/>
            <p:cNvSpPr txBox="1"/>
            <p:nvPr/>
          </p:nvSpPr>
          <p:spPr>
            <a:xfrm>
              <a:off x="4807446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단서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208:  "/>
            <p:cNvSpPr txBox="1"/>
            <p:nvPr/>
          </p:nvSpPr>
          <p:spPr>
            <a:xfrm>
              <a:off x="508783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208: 선택"/>
            <p:cNvSpPr txBox="1"/>
            <p:nvPr/>
          </p:nvSpPr>
          <p:spPr>
            <a:xfrm>
              <a:off x="5130701" y="481012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0" name="Line 209: 인물 · 시간 · 위치 / sLLM"/>
          <p:cNvGrpSpPr/>
          <p:nvPr/>
        </p:nvGrpSpPr>
        <p:grpSpPr>
          <a:xfrm>
            <a:off x="3417094" y="5257800"/>
            <a:ext cx="1159966" cy="205740"/>
            <a:chOff x="3417094" y="5257800"/>
            <a:chExt cx="1159966" cy="205740"/>
          </a:xfrm>
        </p:grpSpPr>
        <p:sp>
          <p:nvSpPr>
            <p:cNvPr id="131" name="Weave text 209: 인물"/>
            <p:cNvSpPr txBox="1"/>
            <p:nvPr/>
          </p:nvSpPr>
          <p:spPr>
            <a:xfrm>
              <a:off x="341709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인물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209:  · "/>
            <p:cNvSpPr txBox="1"/>
            <p:nvPr/>
          </p:nvSpPr>
          <p:spPr>
            <a:xfrm>
              <a:off x="3609826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209: 시간"/>
            <p:cNvSpPr txBox="1"/>
            <p:nvPr/>
          </p:nvSpPr>
          <p:spPr>
            <a:xfrm>
              <a:off x="369897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209:  · "/>
            <p:cNvSpPr txBox="1"/>
            <p:nvPr/>
          </p:nvSpPr>
          <p:spPr>
            <a:xfrm>
              <a:off x="3891707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209: 위치"/>
            <p:cNvSpPr txBox="1"/>
            <p:nvPr/>
          </p:nvSpPr>
          <p:spPr>
            <a:xfrm>
              <a:off x="3980855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209:  / sLLM"/>
            <p:cNvSpPr txBox="1"/>
            <p:nvPr/>
          </p:nvSpPr>
          <p:spPr>
            <a:xfrm>
              <a:off x="4173587" y="5257800"/>
              <a:ext cx="40347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sLLM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210: 03"/>
          <p:cNvGrpSpPr/>
          <p:nvPr/>
        </p:nvGrpSpPr>
        <p:grpSpPr>
          <a:xfrm>
            <a:off x="6360319" y="3109912"/>
            <a:ext cx="204639" cy="251460"/>
            <a:chOff x="6360319" y="3109912"/>
            <a:chExt cx="204639" cy="251460"/>
          </a:xfrm>
        </p:grpSpPr>
        <p:sp>
          <p:nvSpPr>
            <p:cNvPr id="138" name="Weave text 210: 03"/>
            <p:cNvSpPr txBox="1"/>
            <p:nvPr/>
          </p:nvSpPr>
          <p:spPr>
            <a:xfrm>
              <a:off x="6360319" y="3109912"/>
              <a:ext cx="20463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9" name="Line 211: Search"/>
          <p:cNvGrpSpPr/>
          <p:nvPr/>
        </p:nvGrpSpPr>
        <p:grpSpPr>
          <a:xfrm>
            <a:off x="6224588" y="3667125"/>
            <a:ext cx="812155" cy="434340"/>
            <a:chOff x="6224588" y="3667125"/>
            <a:chExt cx="812155" cy="434340"/>
          </a:xfrm>
        </p:grpSpPr>
        <p:sp>
          <p:nvSpPr>
            <p:cNvPr id="140" name="Weave text 211: Search"/>
            <p:cNvSpPr txBox="1"/>
            <p:nvPr/>
          </p:nvSpPr>
          <p:spPr>
            <a:xfrm>
              <a:off x="6224588" y="3667125"/>
              <a:ext cx="81215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Search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12: 관련 기록을 찾아 연결"/>
          <p:cNvGrpSpPr/>
          <p:nvPr/>
        </p:nvGrpSpPr>
        <p:grpSpPr>
          <a:xfrm>
            <a:off x="6224588" y="4114800"/>
            <a:ext cx="1533227" cy="312420"/>
            <a:chOff x="6224588" y="4114800"/>
            <a:chExt cx="1533227" cy="312420"/>
          </a:xfrm>
        </p:grpSpPr>
        <p:sp>
          <p:nvSpPr>
            <p:cNvPr id="142" name="Weave text 212: 관련"/>
            <p:cNvSpPr txBox="1"/>
            <p:nvPr/>
          </p:nvSpPr>
          <p:spPr>
            <a:xfrm>
              <a:off x="6224588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관련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12:  "/>
            <p:cNvSpPr txBox="1"/>
            <p:nvPr/>
          </p:nvSpPr>
          <p:spPr>
            <a:xfrm>
              <a:off x="6529685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12: 기록을"/>
            <p:cNvSpPr txBox="1"/>
            <p:nvPr/>
          </p:nvSpPr>
          <p:spPr>
            <a:xfrm>
              <a:off x="6570315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기록을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12:  "/>
            <p:cNvSpPr txBox="1"/>
            <p:nvPr/>
          </p:nvSpPr>
          <p:spPr>
            <a:xfrm>
              <a:off x="7027962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12: 찾아"/>
            <p:cNvSpPr txBox="1"/>
            <p:nvPr/>
          </p:nvSpPr>
          <p:spPr>
            <a:xfrm>
              <a:off x="7068592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12:  "/>
            <p:cNvSpPr txBox="1"/>
            <p:nvPr/>
          </p:nvSpPr>
          <p:spPr>
            <a:xfrm>
              <a:off x="7373838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12: 연결"/>
            <p:cNvSpPr txBox="1"/>
            <p:nvPr/>
          </p:nvSpPr>
          <p:spPr>
            <a:xfrm>
              <a:off x="7414320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연결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9" name="Line 213: 키워드·의미 검색으로 모으고"/>
          <p:cNvGrpSpPr/>
          <p:nvPr/>
        </p:nvGrpSpPr>
        <p:grpSpPr>
          <a:xfrm>
            <a:off x="6224588" y="4543425"/>
            <a:ext cx="1850231" cy="281940"/>
            <a:chOff x="6224588" y="4543425"/>
            <a:chExt cx="1850231" cy="281940"/>
          </a:xfrm>
        </p:grpSpPr>
        <p:sp>
          <p:nvSpPr>
            <p:cNvPr id="150" name="Weave text 213: 키워드"/>
            <p:cNvSpPr txBox="1"/>
            <p:nvPr/>
          </p:nvSpPr>
          <p:spPr>
            <a:xfrm>
              <a:off x="6224588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13: ·"/>
            <p:cNvSpPr txBox="1"/>
            <p:nvPr/>
          </p:nvSpPr>
          <p:spPr>
            <a:xfrm>
              <a:off x="6645176" y="45434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13: 의미"/>
            <p:cNvSpPr txBox="1"/>
            <p:nvPr/>
          </p:nvSpPr>
          <p:spPr>
            <a:xfrm>
              <a:off x="668908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의미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13:  "/>
            <p:cNvSpPr txBox="1"/>
            <p:nvPr/>
          </p:nvSpPr>
          <p:spPr>
            <a:xfrm>
              <a:off x="696947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13: 검색으로"/>
            <p:cNvSpPr txBox="1"/>
            <p:nvPr/>
          </p:nvSpPr>
          <p:spPr>
            <a:xfrm>
              <a:off x="7012335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13:  "/>
            <p:cNvSpPr txBox="1"/>
            <p:nvPr/>
          </p:nvSpPr>
          <p:spPr>
            <a:xfrm>
              <a:off x="7573119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13: 모으고"/>
            <p:cNvSpPr txBox="1"/>
            <p:nvPr/>
          </p:nvSpPr>
          <p:spPr>
            <a:xfrm>
              <a:off x="7615982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모으고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7" name="Line 214: 현재 맥락에 맞는 후보를 추림"/>
          <p:cNvGrpSpPr/>
          <p:nvPr/>
        </p:nvGrpSpPr>
        <p:grpSpPr>
          <a:xfrm>
            <a:off x="6224588" y="4810125"/>
            <a:ext cx="1892052" cy="281940"/>
            <a:chOff x="6224588" y="4810125"/>
            <a:chExt cx="1892052" cy="281940"/>
          </a:xfrm>
        </p:grpSpPr>
        <p:sp>
          <p:nvSpPr>
            <p:cNvPr id="158" name="Weave text 214: 현재"/>
            <p:cNvSpPr txBox="1"/>
            <p:nvPr/>
          </p:nvSpPr>
          <p:spPr>
            <a:xfrm>
              <a:off x="622458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14:  "/>
            <p:cNvSpPr txBox="1"/>
            <p:nvPr/>
          </p:nvSpPr>
          <p:spPr>
            <a:xfrm>
              <a:off x="650498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14: 맥락에"/>
            <p:cNvSpPr txBox="1"/>
            <p:nvPr/>
          </p:nvSpPr>
          <p:spPr>
            <a:xfrm>
              <a:off x="6547842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맥락에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14:  "/>
            <p:cNvSpPr txBox="1"/>
            <p:nvPr/>
          </p:nvSpPr>
          <p:spPr>
            <a:xfrm>
              <a:off x="696843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14: 맞는"/>
            <p:cNvSpPr txBox="1"/>
            <p:nvPr/>
          </p:nvSpPr>
          <p:spPr>
            <a:xfrm>
              <a:off x="7011293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14:  "/>
            <p:cNvSpPr txBox="1"/>
            <p:nvPr/>
          </p:nvSpPr>
          <p:spPr>
            <a:xfrm>
              <a:off x="7291685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214: 후보를"/>
            <p:cNvSpPr txBox="1"/>
            <p:nvPr/>
          </p:nvSpPr>
          <p:spPr>
            <a:xfrm>
              <a:off x="7334548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후보를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14:  "/>
            <p:cNvSpPr txBox="1"/>
            <p:nvPr/>
          </p:nvSpPr>
          <p:spPr>
            <a:xfrm>
              <a:off x="775513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14: 추림"/>
            <p:cNvSpPr txBox="1"/>
            <p:nvPr/>
          </p:nvSpPr>
          <p:spPr>
            <a:xfrm>
              <a:off x="779799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추림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215: 키워드·벡터 검색 · Reranking"/>
          <p:cNvGrpSpPr/>
          <p:nvPr/>
        </p:nvGrpSpPr>
        <p:grpSpPr>
          <a:xfrm>
            <a:off x="6224588" y="5257800"/>
            <a:ext cx="1357908" cy="205740"/>
            <a:chOff x="6224588" y="5257800"/>
            <a:chExt cx="1357908" cy="205740"/>
          </a:xfrm>
        </p:grpSpPr>
        <p:sp>
          <p:nvSpPr>
            <p:cNvPr id="168" name="Weave text 215: 키워드"/>
            <p:cNvSpPr txBox="1"/>
            <p:nvPr/>
          </p:nvSpPr>
          <p:spPr>
            <a:xfrm>
              <a:off x="6224588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215: ·"/>
            <p:cNvSpPr txBox="1"/>
            <p:nvPr/>
          </p:nvSpPr>
          <p:spPr>
            <a:xfrm>
              <a:off x="6513761" y="5257800"/>
              <a:ext cx="68312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215: 벡터"/>
            <p:cNvSpPr txBox="1"/>
            <p:nvPr/>
          </p:nvSpPr>
          <p:spPr>
            <a:xfrm>
              <a:off x="6543824" y="525780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벡터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15:  "/>
            <p:cNvSpPr txBox="1"/>
            <p:nvPr/>
          </p:nvSpPr>
          <p:spPr>
            <a:xfrm>
              <a:off x="6736705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15: 검색"/>
            <p:cNvSpPr txBox="1"/>
            <p:nvPr/>
          </p:nvSpPr>
          <p:spPr>
            <a:xfrm>
              <a:off x="6766173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15:  · Reranking"/>
            <p:cNvSpPr txBox="1"/>
            <p:nvPr/>
          </p:nvSpPr>
          <p:spPr>
            <a:xfrm>
              <a:off x="6958905" y="5257800"/>
              <a:ext cx="62359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Reranking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4" name="Line 216: 04"/>
          <p:cNvGrpSpPr/>
          <p:nvPr/>
        </p:nvGrpSpPr>
        <p:grpSpPr>
          <a:xfrm>
            <a:off x="9165878" y="3109912"/>
            <a:ext cx="208508" cy="251460"/>
            <a:chOff x="9165878" y="3109912"/>
            <a:chExt cx="208508" cy="251460"/>
          </a:xfrm>
        </p:grpSpPr>
        <p:sp>
          <p:nvSpPr>
            <p:cNvPr id="175" name="Weave text 216: 04"/>
            <p:cNvSpPr txBox="1"/>
            <p:nvPr/>
          </p:nvSpPr>
          <p:spPr>
            <a:xfrm>
              <a:off x="9165878" y="3109912"/>
              <a:ext cx="208508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04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6" name="Line 217: Delivery"/>
          <p:cNvGrpSpPr/>
          <p:nvPr/>
        </p:nvGrpSpPr>
        <p:grpSpPr>
          <a:xfrm>
            <a:off x="9032081" y="3667125"/>
            <a:ext cx="938957" cy="434340"/>
            <a:chOff x="9032081" y="3667125"/>
            <a:chExt cx="938957" cy="434340"/>
          </a:xfrm>
        </p:grpSpPr>
        <p:sp>
          <p:nvSpPr>
            <p:cNvPr id="177" name="Weave text 217: Delivery"/>
            <p:cNvSpPr txBox="1"/>
            <p:nvPr/>
          </p:nvSpPr>
          <p:spPr>
            <a:xfrm>
              <a:off x="9032081" y="3667125"/>
              <a:ext cx="938957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Delivery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218: 지금 쓰기 좋은 형태로 전달"/>
          <p:cNvGrpSpPr/>
          <p:nvPr/>
        </p:nvGrpSpPr>
        <p:grpSpPr>
          <a:xfrm>
            <a:off x="9032081" y="4114800"/>
            <a:ext cx="1878955" cy="312420"/>
            <a:chOff x="9032081" y="4114800"/>
            <a:chExt cx="1878955" cy="312420"/>
          </a:xfrm>
        </p:grpSpPr>
        <p:sp>
          <p:nvSpPr>
            <p:cNvPr id="179" name="Weave text 218: 지금"/>
            <p:cNvSpPr txBox="1"/>
            <p:nvPr/>
          </p:nvSpPr>
          <p:spPr>
            <a:xfrm>
              <a:off x="9032081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지금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0" name="Weave text 218:  "/>
            <p:cNvSpPr txBox="1"/>
            <p:nvPr/>
          </p:nvSpPr>
          <p:spPr>
            <a:xfrm>
              <a:off x="9337179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1" name="Weave text 218: 쓰기"/>
            <p:cNvSpPr txBox="1"/>
            <p:nvPr/>
          </p:nvSpPr>
          <p:spPr>
            <a:xfrm>
              <a:off x="9377809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2" name="Weave text 218:  "/>
            <p:cNvSpPr txBox="1"/>
            <p:nvPr/>
          </p:nvSpPr>
          <p:spPr>
            <a:xfrm>
              <a:off x="9682907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3" name="Weave text 218: 좋은"/>
            <p:cNvSpPr txBox="1"/>
            <p:nvPr/>
          </p:nvSpPr>
          <p:spPr>
            <a:xfrm>
              <a:off x="9723537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좋은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4" name="Weave text 218:  "/>
            <p:cNvSpPr txBox="1"/>
            <p:nvPr/>
          </p:nvSpPr>
          <p:spPr>
            <a:xfrm>
              <a:off x="10028634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5" name="Weave text 218: 형태로"/>
            <p:cNvSpPr txBox="1"/>
            <p:nvPr/>
          </p:nvSpPr>
          <p:spPr>
            <a:xfrm>
              <a:off x="10069264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형태로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6" name="Weave text 218:  "/>
            <p:cNvSpPr txBox="1"/>
            <p:nvPr/>
          </p:nvSpPr>
          <p:spPr>
            <a:xfrm>
              <a:off x="10527060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7" name="Weave text 218: 전달"/>
            <p:cNvSpPr txBox="1"/>
            <p:nvPr/>
          </p:nvSpPr>
          <p:spPr>
            <a:xfrm>
              <a:off x="10567541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전달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88" name="Line 219: 검색 결과 · 답장 · 검색어"/>
          <p:cNvGrpSpPr/>
          <p:nvPr/>
        </p:nvGrpSpPr>
        <p:grpSpPr>
          <a:xfrm>
            <a:off x="9032081" y="4543425"/>
            <a:ext cx="1602135" cy="281940"/>
            <a:chOff x="9032081" y="4543425"/>
            <a:chExt cx="1602135" cy="281940"/>
          </a:xfrm>
        </p:grpSpPr>
        <p:sp>
          <p:nvSpPr>
            <p:cNvPr id="189" name="Weave text 219: 검색"/>
            <p:cNvSpPr txBox="1"/>
            <p:nvPr/>
          </p:nvSpPr>
          <p:spPr>
            <a:xfrm>
              <a:off x="9032081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19:  "/>
            <p:cNvSpPr txBox="1"/>
            <p:nvPr/>
          </p:nvSpPr>
          <p:spPr>
            <a:xfrm>
              <a:off x="9312473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219: 결과"/>
            <p:cNvSpPr txBox="1"/>
            <p:nvPr/>
          </p:nvSpPr>
          <p:spPr>
            <a:xfrm>
              <a:off x="935533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결과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219:  · "/>
            <p:cNvSpPr txBox="1"/>
            <p:nvPr/>
          </p:nvSpPr>
          <p:spPr>
            <a:xfrm>
              <a:off x="9635728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219: 답장"/>
            <p:cNvSpPr txBox="1"/>
            <p:nvPr/>
          </p:nvSpPr>
          <p:spPr>
            <a:xfrm>
              <a:off x="9765357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219:  · "/>
            <p:cNvSpPr txBox="1"/>
            <p:nvPr/>
          </p:nvSpPr>
          <p:spPr>
            <a:xfrm>
              <a:off x="10045750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219: 검색어"/>
            <p:cNvSpPr txBox="1"/>
            <p:nvPr/>
          </p:nvSpPr>
          <p:spPr>
            <a:xfrm>
              <a:off x="10175379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6" name="Line 220: 출처와 함께 확인하고 입력"/>
          <p:cNvGrpSpPr/>
          <p:nvPr/>
        </p:nvGrpSpPr>
        <p:grpSpPr>
          <a:xfrm>
            <a:off x="9032081" y="4810125"/>
            <a:ext cx="1708993" cy="281940"/>
            <a:chOff x="9032081" y="4810125"/>
            <a:chExt cx="1708993" cy="281940"/>
          </a:xfrm>
        </p:grpSpPr>
        <p:sp>
          <p:nvSpPr>
            <p:cNvPr id="197" name="Weave text 220: 출처와"/>
            <p:cNvSpPr txBox="1"/>
            <p:nvPr/>
          </p:nvSpPr>
          <p:spPr>
            <a:xfrm>
              <a:off x="903208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220:  "/>
            <p:cNvSpPr txBox="1"/>
            <p:nvPr/>
          </p:nvSpPr>
          <p:spPr>
            <a:xfrm>
              <a:off x="945267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220: 함께"/>
            <p:cNvSpPr txBox="1"/>
            <p:nvPr/>
          </p:nvSpPr>
          <p:spPr>
            <a:xfrm>
              <a:off x="949553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220:  "/>
            <p:cNvSpPr txBox="1"/>
            <p:nvPr/>
          </p:nvSpPr>
          <p:spPr>
            <a:xfrm>
              <a:off x="977592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220: 확인하고"/>
            <p:cNvSpPr txBox="1"/>
            <p:nvPr/>
          </p:nvSpPr>
          <p:spPr>
            <a:xfrm>
              <a:off x="9818787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220:  "/>
            <p:cNvSpPr txBox="1"/>
            <p:nvPr/>
          </p:nvSpPr>
          <p:spPr>
            <a:xfrm>
              <a:off x="10379571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220: 입력"/>
            <p:cNvSpPr txBox="1"/>
            <p:nvPr/>
          </p:nvSpPr>
          <p:spPr>
            <a:xfrm>
              <a:off x="1042243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221: 문장 구성 · 키보드 UI"/>
          <p:cNvGrpSpPr/>
          <p:nvPr/>
        </p:nvGrpSpPr>
        <p:grpSpPr>
          <a:xfrm>
            <a:off x="9032081" y="5257800"/>
            <a:ext cx="967085" cy="205740"/>
            <a:chOff x="9032081" y="5257800"/>
            <a:chExt cx="967085" cy="205740"/>
          </a:xfrm>
        </p:grpSpPr>
        <p:sp>
          <p:nvSpPr>
            <p:cNvPr id="205" name="Weave text 221: 문장"/>
            <p:cNvSpPr txBox="1"/>
            <p:nvPr/>
          </p:nvSpPr>
          <p:spPr>
            <a:xfrm>
              <a:off x="903208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221:  "/>
            <p:cNvSpPr txBox="1"/>
            <p:nvPr/>
          </p:nvSpPr>
          <p:spPr>
            <a:xfrm>
              <a:off x="922481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221: 구성"/>
            <p:cNvSpPr txBox="1"/>
            <p:nvPr/>
          </p:nvSpPr>
          <p:spPr>
            <a:xfrm>
              <a:off x="925428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구성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221:  · "/>
            <p:cNvSpPr txBox="1"/>
            <p:nvPr/>
          </p:nvSpPr>
          <p:spPr>
            <a:xfrm>
              <a:off x="9447014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221: 키보드"/>
            <p:cNvSpPr txBox="1"/>
            <p:nvPr/>
          </p:nvSpPr>
          <p:spPr>
            <a:xfrm>
              <a:off x="9536162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221:  UI"/>
            <p:cNvSpPr txBox="1"/>
            <p:nvPr/>
          </p:nvSpPr>
          <p:spPr>
            <a:xfrm>
              <a:off x="9825335" y="5257800"/>
              <a:ext cx="17383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UI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1" name="Line 222: 개인 기록의 검색과 연결은 "/>
          <p:cNvGrpSpPr/>
          <p:nvPr/>
        </p:nvGrpSpPr>
        <p:grpSpPr>
          <a:xfrm>
            <a:off x="1323975" y="5824538"/>
            <a:ext cx="2080320" cy="342900"/>
            <a:chOff x="1323975" y="5824538"/>
            <a:chExt cx="2080320" cy="342900"/>
          </a:xfrm>
        </p:grpSpPr>
        <p:sp>
          <p:nvSpPr>
            <p:cNvPr id="212" name="Weave text 222: 개인"/>
            <p:cNvSpPr txBox="1"/>
            <p:nvPr/>
          </p:nvSpPr>
          <p:spPr>
            <a:xfrm>
              <a:off x="1323975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22:  "/>
            <p:cNvSpPr txBox="1"/>
            <p:nvPr/>
          </p:nvSpPr>
          <p:spPr>
            <a:xfrm>
              <a:off x="1661071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22: 기록의"/>
            <p:cNvSpPr txBox="1"/>
            <p:nvPr/>
          </p:nvSpPr>
          <p:spPr>
            <a:xfrm>
              <a:off x="1707952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기록의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22:  "/>
            <p:cNvSpPr txBox="1"/>
            <p:nvPr/>
          </p:nvSpPr>
          <p:spPr>
            <a:xfrm>
              <a:off x="221381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22: 검색과"/>
            <p:cNvSpPr txBox="1"/>
            <p:nvPr/>
          </p:nvSpPr>
          <p:spPr>
            <a:xfrm>
              <a:off x="2260699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22:  "/>
            <p:cNvSpPr txBox="1"/>
            <p:nvPr/>
          </p:nvSpPr>
          <p:spPr>
            <a:xfrm>
              <a:off x="2766417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22: 연결은"/>
            <p:cNvSpPr txBox="1"/>
            <p:nvPr/>
          </p:nvSpPr>
          <p:spPr>
            <a:xfrm>
              <a:off x="2813298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연결은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22:  "/>
            <p:cNvSpPr txBox="1"/>
            <p:nvPr/>
          </p:nvSpPr>
          <p:spPr>
            <a:xfrm>
              <a:off x="3319165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23: 서버가 아닌 기기 안에서."/>
          <p:cNvGrpSpPr/>
          <p:nvPr/>
        </p:nvGrpSpPr>
        <p:grpSpPr>
          <a:xfrm>
            <a:off x="3366195" y="5824538"/>
            <a:ext cx="1913037" cy="342900"/>
            <a:chOff x="3366195" y="5824538"/>
            <a:chExt cx="1913037" cy="342900"/>
          </a:xfrm>
        </p:grpSpPr>
        <p:sp>
          <p:nvSpPr>
            <p:cNvPr id="221" name="Weave text 223: 서버가"/>
            <p:cNvSpPr txBox="1"/>
            <p:nvPr/>
          </p:nvSpPr>
          <p:spPr>
            <a:xfrm>
              <a:off x="3366195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서버가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2" name="Weave text 223:  "/>
            <p:cNvSpPr txBox="1"/>
            <p:nvPr/>
          </p:nvSpPr>
          <p:spPr>
            <a:xfrm>
              <a:off x="3871912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3" name="Weave text 223: 아닌"/>
            <p:cNvSpPr txBox="1"/>
            <p:nvPr/>
          </p:nvSpPr>
          <p:spPr>
            <a:xfrm>
              <a:off x="3918793" y="5824538"/>
              <a:ext cx="37549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아닌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4" name="Weave text 223:  "/>
            <p:cNvSpPr txBox="1"/>
            <p:nvPr/>
          </p:nvSpPr>
          <p:spPr>
            <a:xfrm>
              <a:off x="425603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5" name="Weave text 223: 기기"/>
            <p:cNvSpPr txBox="1"/>
            <p:nvPr/>
          </p:nvSpPr>
          <p:spPr>
            <a:xfrm>
              <a:off x="4302919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6" name="Weave text 223:  "/>
            <p:cNvSpPr txBox="1"/>
            <p:nvPr/>
          </p:nvSpPr>
          <p:spPr>
            <a:xfrm>
              <a:off x="4640014" y="5824538"/>
              <a:ext cx="852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7" name="Weave text 223: 안에서"/>
            <p:cNvSpPr txBox="1"/>
            <p:nvPr/>
          </p:nvSpPr>
          <p:spPr>
            <a:xfrm>
              <a:off x="4687044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8" name="Weave text 223: ."/>
            <p:cNvSpPr txBox="1"/>
            <p:nvPr/>
          </p:nvSpPr>
          <p:spPr>
            <a:xfrm>
              <a:off x="5192762" y="5824538"/>
              <a:ext cx="8646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24: 사용자 동의 기반 · 온디바이스 설계"/>
          <p:cNvGrpSpPr/>
          <p:nvPr/>
        </p:nvGrpSpPr>
        <p:grpSpPr>
          <a:xfrm>
            <a:off x="9697343" y="5872162"/>
            <a:ext cx="1704082" cy="220980"/>
            <a:chOff x="9697343" y="5872162"/>
            <a:chExt cx="1704082" cy="220980"/>
          </a:xfrm>
        </p:grpSpPr>
        <p:sp>
          <p:nvSpPr>
            <p:cNvPr id="230" name="Weave text 224: 사용자"/>
            <p:cNvSpPr txBox="1"/>
            <p:nvPr/>
          </p:nvSpPr>
          <p:spPr>
            <a:xfrm>
              <a:off x="9697343" y="587216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사용자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24:  "/>
            <p:cNvSpPr txBox="1"/>
            <p:nvPr/>
          </p:nvSpPr>
          <p:spPr>
            <a:xfrm>
              <a:off x="10012710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24: 동의"/>
            <p:cNvSpPr txBox="1"/>
            <p:nvPr/>
          </p:nvSpPr>
          <p:spPr>
            <a:xfrm>
              <a:off x="10044857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동의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24:  "/>
            <p:cNvSpPr txBox="1"/>
            <p:nvPr/>
          </p:nvSpPr>
          <p:spPr>
            <a:xfrm>
              <a:off x="10255151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24: 기반"/>
            <p:cNvSpPr txBox="1"/>
            <p:nvPr/>
          </p:nvSpPr>
          <p:spPr>
            <a:xfrm>
              <a:off x="10287298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224:  · "/>
            <p:cNvSpPr txBox="1"/>
            <p:nvPr/>
          </p:nvSpPr>
          <p:spPr>
            <a:xfrm>
              <a:off x="10497592" y="5872162"/>
              <a:ext cx="13558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224: 온디바이스"/>
            <p:cNvSpPr txBox="1"/>
            <p:nvPr/>
          </p:nvSpPr>
          <p:spPr>
            <a:xfrm>
              <a:off x="10594925" y="5872162"/>
              <a:ext cx="564059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224:  "/>
            <p:cNvSpPr txBox="1"/>
            <p:nvPr/>
          </p:nvSpPr>
          <p:spPr>
            <a:xfrm>
              <a:off x="11120735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224: 설계"/>
            <p:cNvSpPr txBox="1"/>
            <p:nvPr/>
          </p:nvSpPr>
          <p:spPr>
            <a:xfrm>
              <a:off x="11152882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9" name="Line 225: 08 / 12"/>
          <p:cNvGrpSpPr/>
          <p:nvPr/>
        </p:nvGrpSpPr>
        <p:grpSpPr>
          <a:xfrm>
            <a:off x="11151840" y="6486525"/>
            <a:ext cx="468660" cy="190500"/>
            <a:chOff x="11151840" y="6486525"/>
            <a:chExt cx="468660" cy="190500"/>
          </a:xfrm>
        </p:grpSpPr>
        <p:sp>
          <p:nvSpPr>
            <p:cNvPr id="240" name="Weave text 225: 08 / 12"/>
            <p:cNvSpPr txBox="1"/>
            <p:nvPr/>
          </p:nvSpPr>
          <p:spPr>
            <a:xfrm>
              <a:off x="11151840" y="6486525"/>
              <a:ext cx="4686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08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26: 09 / Q &amp; A"/>
          <p:cNvGrpSpPr/>
          <p:nvPr/>
        </p:nvGrpSpPr>
        <p:grpSpPr>
          <a:xfrm>
            <a:off x="609600" y="371475"/>
            <a:ext cx="734764" cy="205740"/>
            <a:chOff x="609600" y="371475"/>
            <a:chExt cx="734764" cy="205740"/>
          </a:xfrm>
        </p:grpSpPr>
        <p:sp>
          <p:nvSpPr>
            <p:cNvPr id="4" name="Weave text 226: 09 / Q &amp; A"/>
            <p:cNvSpPr txBox="1"/>
            <p:nvPr/>
          </p:nvSpPr>
          <p:spPr>
            <a:xfrm>
              <a:off x="609600" y="371475"/>
              <a:ext cx="73476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09 / Q &amp; A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27: 활용은 넓게, 처리는 기기 안에서."/>
          <p:cNvGrpSpPr/>
          <p:nvPr/>
        </p:nvGrpSpPr>
        <p:grpSpPr>
          <a:xfrm>
            <a:off x="609600" y="704850"/>
            <a:ext cx="4852095" cy="647700"/>
            <a:chOff x="609600" y="704850"/>
            <a:chExt cx="4852095" cy="647700"/>
          </a:xfrm>
        </p:grpSpPr>
        <p:sp>
          <p:nvSpPr>
            <p:cNvPr id="6" name="Weave text 227: 활용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2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27: 넓게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넓게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27: , "/>
            <p:cNvSpPr txBox="1"/>
            <p:nvPr/>
          </p:nvSpPr>
          <p:spPr>
            <a:xfrm>
              <a:off x="234374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27: 처리는"/>
            <p:cNvSpPr txBox="1"/>
            <p:nvPr/>
          </p:nvSpPr>
          <p:spPr>
            <a:xfrm>
              <a:off x="2515344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처리는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27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27: 기기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27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27: 안에서"/>
            <p:cNvSpPr txBox="1"/>
            <p:nvPr/>
          </p:nvSpPr>
          <p:spPr>
            <a:xfrm>
              <a:off x="4326582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27: ."/>
            <p:cNvSpPr txBox="1"/>
            <p:nvPr/>
          </p:nvSpPr>
          <p:spPr>
            <a:xfrm>
              <a:off x="5321052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228: 기록을 가져오는 방법부터 사용자가 직접 통제하는 방법까지."/>
          <p:cNvGrpSpPr/>
          <p:nvPr/>
        </p:nvGrpSpPr>
        <p:grpSpPr>
          <a:xfrm>
            <a:off x="609600" y="1333500"/>
            <a:ext cx="4082355" cy="297180"/>
            <a:chOff x="609600" y="1333500"/>
            <a:chExt cx="4082355" cy="297180"/>
          </a:xfrm>
        </p:grpSpPr>
        <p:sp>
          <p:nvSpPr>
            <p:cNvPr id="17" name="Weave text 228: 기록을"/>
            <p:cNvSpPr txBox="1"/>
            <p:nvPr/>
          </p:nvSpPr>
          <p:spPr>
            <a:xfrm>
              <a:off x="609600" y="133350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228:  "/>
            <p:cNvSpPr txBox="1"/>
            <p:nvPr/>
          </p:nvSpPr>
          <p:spPr>
            <a:xfrm>
              <a:off x="1056382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228: 가져오는"/>
            <p:cNvSpPr txBox="1"/>
            <p:nvPr/>
          </p:nvSpPr>
          <p:spPr>
            <a:xfrm>
              <a:off x="110192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28:  "/>
            <p:cNvSpPr txBox="1"/>
            <p:nvPr/>
          </p:nvSpPr>
          <p:spPr>
            <a:xfrm>
              <a:off x="1697831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28: 방법부터"/>
            <p:cNvSpPr txBox="1"/>
            <p:nvPr/>
          </p:nvSpPr>
          <p:spPr>
            <a:xfrm>
              <a:off x="174337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방법부터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28:  "/>
            <p:cNvSpPr txBox="1"/>
            <p:nvPr/>
          </p:nvSpPr>
          <p:spPr>
            <a:xfrm>
              <a:off x="233928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28: 사용자가"/>
            <p:cNvSpPr txBox="1"/>
            <p:nvPr/>
          </p:nvSpPr>
          <p:spPr>
            <a:xfrm>
              <a:off x="2384822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28:  "/>
            <p:cNvSpPr txBox="1"/>
            <p:nvPr/>
          </p:nvSpPr>
          <p:spPr>
            <a:xfrm>
              <a:off x="298073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28: 직접"/>
            <p:cNvSpPr txBox="1"/>
            <p:nvPr/>
          </p:nvSpPr>
          <p:spPr>
            <a:xfrm>
              <a:off x="3026271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28:  "/>
            <p:cNvSpPr txBox="1"/>
            <p:nvPr/>
          </p:nvSpPr>
          <p:spPr>
            <a:xfrm>
              <a:off x="332422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28: 통제하는"/>
            <p:cNvSpPr txBox="1"/>
            <p:nvPr/>
          </p:nvSpPr>
          <p:spPr>
            <a:xfrm>
              <a:off x="336976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통제하는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28:  "/>
            <p:cNvSpPr txBox="1"/>
            <p:nvPr/>
          </p:nvSpPr>
          <p:spPr>
            <a:xfrm>
              <a:off x="3965674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28: 방법까지"/>
            <p:cNvSpPr txBox="1"/>
            <p:nvPr/>
          </p:nvSpPr>
          <p:spPr>
            <a:xfrm>
              <a:off x="4011216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28: ."/>
            <p:cNvSpPr txBox="1"/>
            <p:nvPr/>
          </p:nvSpPr>
          <p:spPr>
            <a:xfrm>
              <a:off x="4606975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229: Q."/>
          <p:cNvGrpSpPr/>
          <p:nvPr/>
        </p:nvGrpSpPr>
        <p:grpSpPr>
          <a:xfrm>
            <a:off x="609600" y="2009775"/>
            <a:ext cx="287982" cy="434340"/>
            <a:chOff x="609600" y="2009775"/>
            <a:chExt cx="287982" cy="434340"/>
          </a:xfrm>
        </p:grpSpPr>
        <p:sp>
          <p:nvSpPr>
            <p:cNvPr id="32" name="Weave text 229: Q."/>
            <p:cNvSpPr txBox="1"/>
            <p:nvPr/>
          </p:nvSpPr>
          <p:spPr>
            <a:xfrm>
              <a:off x="609600" y="20097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" name="Line 230: 카카오톡 대화도 활용할 수 있나요?"/>
          <p:cNvGrpSpPr/>
          <p:nvPr/>
        </p:nvGrpSpPr>
        <p:grpSpPr>
          <a:xfrm>
            <a:off x="1209675" y="2000250"/>
            <a:ext cx="2791718" cy="358140"/>
            <a:chOff x="1209675" y="2000250"/>
            <a:chExt cx="2791718" cy="358140"/>
          </a:xfrm>
        </p:grpSpPr>
        <p:sp>
          <p:nvSpPr>
            <p:cNvPr id="34" name="Weave text 230: 카카오톡"/>
            <p:cNvSpPr txBox="1"/>
            <p:nvPr/>
          </p:nvSpPr>
          <p:spPr>
            <a:xfrm>
              <a:off x="1209675" y="2000250"/>
              <a:ext cx="746224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카카오톡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230:  "/>
            <p:cNvSpPr txBox="1"/>
            <p:nvPr/>
          </p:nvSpPr>
          <p:spPr>
            <a:xfrm>
              <a:off x="1917650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230: 대화도"/>
            <p:cNvSpPr txBox="1"/>
            <p:nvPr/>
          </p:nvSpPr>
          <p:spPr>
            <a:xfrm>
              <a:off x="1961108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대화도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230:  "/>
            <p:cNvSpPr txBox="1"/>
            <p:nvPr/>
          </p:nvSpPr>
          <p:spPr>
            <a:xfrm>
              <a:off x="2492127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" name="Weave text 230: 활용할"/>
            <p:cNvSpPr txBox="1"/>
            <p:nvPr/>
          </p:nvSpPr>
          <p:spPr>
            <a:xfrm>
              <a:off x="2535585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활용할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" name="Weave text 230:  "/>
            <p:cNvSpPr txBox="1"/>
            <p:nvPr/>
          </p:nvSpPr>
          <p:spPr>
            <a:xfrm>
              <a:off x="3066604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" name="Weave text 230: 수"/>
            <p:cNvSpPr txBox="1"/>
            <p:nvPr/>
          </p:nvSpPr>
          <p:spPr>
            <a:xfrm>
              <a:off x="3110061" y="2000250"/>
              <a:ext cx="215205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30:  "/>
            <p:cNvSpPr txBox="1"/>
            <p:nvPr/>
          </p:nvSpPr>
          <p:spPr>
            <a:xfrm>
              <a:off x="3287018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30: 있나요"/>
            <p:cNvSpPr txBox="1"/>
            <p:nvPr/>
          </p:nvSpPr>
          <p:spPr>
            <a:xfrm>
              <a:off x="3330476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30: ?"/>
            <p:cNvSpPr txBox="1"/>
            <p:nvPr/>
          </p:nvSpPr>
          <p:spPr>
            <a:xfrm>
              <a:off x="3861495" y="20002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31: A. 허용한 수신 알림을 기기 안에 쌓아 활용합니다. 본인 발신·‘나와의"/>
          <p:cNvGrpSpPr/>
          <p:nvPr/>
        </p:nvGrpSpPr>
        <p:grpSpPr>
          <a:xfrm>
            <a:off x="1209675" y="2405062"/>
            <a:ext cx="5906839" cy="281940"/>
            <a:chOff x="1209675" y="2405062"/>
            <a:chExt cx="5906839" cy="281940"/>
          </a:xfrm>
        </p:grpSpPr>
        <p:sp>
          <p:nvSpPr>
            <p:cNvPr id="45" name="Weave text 231: A. "/>
            <p:cNvSpPr txBox="1"/>
            <p:nvPr/>
          </p:nvSpPr>
          <p:spPr>
            <a:xfrm>
              <a:off x="1209675" y="24050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31: 허용한"/>
            <p:cNvSpPr txBox="1"/>
            <p:nvPr/>
          </p:nvSpPr>
          <p:spPr>
            <a:xfrm>
              <a:off x="1401514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31:  "/>
            <p:cNvSpPr txBox="1"/>
            <p:nvPr/>
          </p:nvSpPr>
          <p:spPr>
            <a:xfrm>
              <a:off x="182210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31: 수신"/>
            <p:cNvSpPr txBox="1"/>
            <p:nvPr/>
          </p:nvSpPr>
          <p:spPr>
            <a:xfrm>
              <a:off x="1864965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31:  "/>
            <p:cNvSpPr txBox="1"/>
            <p:nvPr/>
          </p:nvSpPr>
          <p:spPr>
            <a:xfrm>
              <a:off x="21453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31: 알림을"/>
            <p:cNvSpPr txBox="1"/>
            <p:nvPr/>
          </p:nvSpPr>
          <p:spPr>
            <a:xfrm>
              <a:off x="2188220" y="24050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231:  "/>
            <p:cNvSpPr txBox="1"/>
            <p:nvPr/>
          </p:nvSpPr>
          <p:spPr>
            <a:xfrm>
              <a:off x="26089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231: 기기"/>
            <p:cNvSpPr txBox="1"/>
            <p:nvPr/>
          </p:nvSpPr>
          <p:spPr>
            <a:xfrm>
              <a:off x="265182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31:  "/>
            <p:cNvSpPr txBox="1"/>
            <p:nvPr/>
          </p:nvSpPr>
          <p:spPr>
            <a:xfrm>
              <a:off x="293221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31: 안에"/>
            <p:cNvSpPr txBox="1"/>
            <p:nvPr/>
          </p:nvSpPr>
          <p:spPr>
            <a:xfrm>
              <a:off x="297507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31:  "/>
            <p:cNvSpPr txBox="1"/>
            <p:nvPr/>
          </p:nvSpPr>
          <p:spPr>
            <a:xfrm>
              <a:off x="3255466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31: 쌓아"/>
            <p:cNvSpPr txBox="1"/>
            <p:nvPr/>
          </p:nvSpPr>
          <p:spPr>
            <a:xfrm>
              <a:off x="3298329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쌓아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231:  "/>
            <p:cNvSpPr txBox="1"/>
            <p:nvPr/>
          </p:nvSpPr>
          <p:spPr>
            <a:xfrm>
              <a:off x="357872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231: 활용합니다"/>
            <p:cNvSpPr txBox="1"/>
            <p:nvPr/>
          </p:nvSpPr>
          <p:spPr>
            <a:xfrm>
              <a:off x="3621584" y="24050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31: . "/>
            <p:cNvSpPr txBox="1"/>
            <p:nvPr/>
          </p:nvSpPr>
          <p:spPr>
            <a:xfrm>
              <a:off x="4322713" y="24050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31: 본인"/>
            <p:cNvSpPr txBox="1"/>
            <p:nvPr/>
          </p:nvSpPr>
          <p:spPr>
            <a:xfrm>
              <a:off x="440948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본인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31:  "/>
            <p:cNvSpPr txBox="1"/>
            <p:nvPr/>
          </p:nvSpPr>
          <p:spPr>
            <a:xfrm>
              <a:off x="468987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31: 발신"/>
            <p:cNvSpPr txBox="1"/>
            <p:nvPr/>
          </p:nvSpPr>
          <p:spPr>
            <a:xfrm>
              <a:off x="473273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31: ·‘"/>
            <p:cNvSpPr txBox="1"/>
            <p:nvPr/>
          </p:nvSpPr>
          <p:spPr>
            <a:xfrm>
              <a:off x="5013127" y="2405062"/>
              <a:ext cx="11236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·‘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31: 나와의"/>
            <p:cNvSpPr txBox="1"/>
            <p:nvPr/>
          </p:nvSpPr>
          <p:spPr>
            <a:xfrm>
              <a:off x="5087243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31:  "/>
            <p:cNvSpPr txBox="1"/>
            <p:nvPr/>
          </p:nvSpPr>
          <p:spPr>
            <a:xfrm>
              <a:off x="550783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31: 채팅"/>
            <p:cNvSpPr txBox="1"/>
            <p:nvPr/>
          </p:nvSpPr>
          <p:spPr>
            <a:xfrm>
              <a:off x="555069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31: ’"/>
            <p:cNvSpPr txBox="1"/>
            <p:nvPr/>
          </p:nvSpPr>
          <p:spPr>
            <a:xfrm>
              <a:off x="5831086" y="2405062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’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31: 도"/>
            <p:cNvSpPr txBox="1"/>
            <p:nvPr/>
          </p:nvSpPr>
          <p:spPr>
            <a:xfrm>
              <a:off x="5870823" y="24050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31:  "/>
            <p:cNvSpPr txBox="1"/>
            <p:nvPr/>
          </p:nvSpPr>
          <p:spPr>
            <a:xfrm>
              <a:off x="6011019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31: 대화"/>
            <p:cNvSpPr txBox="1"/>
            <p:nvPr/>
          </p:nvSpPr>
          <p:spPr>
            <a:xfrm>
              <a:off x="6053882" y="24050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31:  "/>
            <p:cNvSpPr txBox="1"/>
            <p:nvPr/>
          </p:nvSpPr>
          <p:spPr>
            <a:xfrm>
              <a:off x="633442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31: 내보내기를"/>
            <p:cNvSpPr txBox="1"/>
            <p:nvPr/>
          </p:nvSpPr>
          <p:spPr>
            <a:xfrm>
              <a:off x="6377285" y="2405062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내보내기를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3" name="Line 232: 한 번 실행해, 그 시점까지의 기록을 함께 가져올 수 있습니다."/>
          <p:cNvGrpSpPr/>
          <p:nvPr/>
        </p:nvGrpSpPr>
        <p:grpSpPr>
          <a:xfrm>
            <a:off x="1209675" y="2664023"/>
            <a:ext cx="3876675" cy="281940"/>
            <a:chOff x="1209675" y="2664023"/>
            <a:chExt cx="3876675" cy="281940"/>
          </a:xfrm>
        </p:grpSpPr>
        <p:sp>
          <p:nvSpPr>
            <p:cNvPr id="74" name="Weave text 232: 한"/>
            <p:cNvSpPr txBox="1"/>
            <p:nvPr/>
          </p:nvSpPr>
          <p:spPr>
            <a:xfrm>
              <a:off x="1209675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32:  "/>
            <p:cNvSpPr txBox="1"/>
            <p:nvPr/>
          </p:nvSpPr>
          <p:spPr>
            <a:xfrm>
              <a:off x="134987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32: 번"/>
            <p:cNvSpPr txBox="1"/>
            <p:nvPr/>
          </p:nvSpPr>
          <p:spPr>
            <a:xfrm>
              <a:off x="139273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번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32:  "/>
            <p:cNvSpPr txBox="1"/>
            <p:nvPr/>
          </p:nvSpPr>
          <p:spPr>
            <a:xfrm>
              <a:off x="153293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32: 실행해"/>
            <p:cNvSpPr txBox="1"/>
            <p:nvPr/>
          </p:nvSpPr>
          <p:spPr>
            <a:xfrm>
              <a:off x="1575792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실행해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32: , "/>
            <p:cNvSpPr txBox="1"/>
            <p:nvPr/>
          </p:nvSpPr>
          <p:spPr>
            <a:xfrm>
              <a:off x="1996380" y="26640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232: 그"/>
            <p:cNvSpPr txBox="1"/>
            <p:nvPr/>
          </p:nvSpPr>
          <p:spPr>
            <a:xfrm>
              <a:off x="2083147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32:  "/>
            <p:cNvSpPr txBox="1"/>
            <p:nvPr/>
          </p:nvSpPr>
          <p:spPr>
            <a:xfrm>
              <a:off x="2223343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32: 시점까지의"/>
            <p:cNvSpPr txBox="1"/>
            <p:nvPr/>
          </p:nvSpPr>
          <p:spPr>
            <a:xfrm>
              <a:off x="2266206" y="26640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시점까지의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32:  "/>
            <p:cNvSpPr txBox="1"/>
            <p:nvPr/>
          </p:nvSpPr>
          <p:spPr>
            <a:xfrm>
              <a:off x="29671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32: 기록을"/>
            <p:cNvSpPr txBox="1"/>
            <p:nvPr/>
          </p:nvSpPr>
          <p:spPr>
            <a:xfrm>
              <a:off x="3010049" y="26640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32:  "/>
            <p:cNvSpPr txBox="1"/>
            <p:nvPr/>
          </p:nvSpPr>
          <p:spPr>
            <a:xfrm>
              <a:off x="34307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32: 함께"/>
            <p:cNvSpPr txBox="1"/>
            <p:nvPr/>
          </p:nvSpPr>
          <p:spPr>
            <a:xfrm>
              <a:off x="3473648" y="26640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32:  "/>
            <p:cNvSpPr txBox="1"/>
            <p:nvPr/>
          </p:nvSpPr>
          <p:spPr>
            <a:xfrm>
              <a:off x="375404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32: 가져올"/>
            <p:cNvSpPr txBox="1"/>
            <p:nvPr/>
          </p:nvSpPr>
          <p:spPr>
            <a:xfrm>
              <a:off x="3796903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가져올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32:  "/>
            <p:cNvSpPr txBox="1"/>
            <p:nvPr/>
          </p:nvSpPr>
          <p:spPr>
            <a:xfrm>
              <a:off x="421749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32: 수"/>
            <p:cNvSpPr txBox="1"/>
            <p:nvPr/>
          </p:nvSpPr>
          <p:spPr>
            <a:xfrm>
              <a:off x="426035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32:  "/>
            <p:cNvSpPr txBox="1"/>
            <p:nvPr/>
          </p:nvSpPr>
          <p:spPr>
            <a:xfrm>
              <a:off x="440055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32: 있습니다"/>
            <p:cNvSpPr txBox="1"/>
            <p:nvPr/>
          </p:nvSpPr>
          <p:spPr>
            <a:xfrm>
              <a:off x="4443412" y="26640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32: ."/>
            <p:cNvSpPr txBox="1"/>
            <p:nvPr/>
          </p:nvSpPr>
          <p:spPr>
            <a:xfrm>
              <a:off x="5004197" y="26640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4" name="Line 233: Google Gemini도 허용된 알림을 읽고 요약합니다.">
            <a:hlinkClick r:id="rIdWeaveLink233"/>
          </p:cNvPr>
          <p:cNvGrpSpPr/>
          <p:nvPr/>
        </p:nvGrpSpPr>
        <p:grpSpPr>
          <a:xfrm>
            <a:off x="1209675" y="2989659"/>
            <a:ext cx="2263378" cy="205740"/>
            <a:chOff x="1209675" y="2989659"/>
            <a:chExt cx="2263378" cy="205740"/>
          </a:xfrm>
        </p:grpSpPr>
        <p:sp>
          <p:nvSpPr>
            <p:cNvPr id="95" name="Weave text 233: Google Gemini">
              <a:hlinkClick r:id="rIdWeaveLink233"/>
            </p:cNvPr>
            <p:cNvSpPr txBox="1"/>
            <p:nvPr/>
          </p:nvSpPr>
          <p:spPr>
            <a:xfrm>
              <a:off x="1209675" y="2989659"/>
              <a:ext cx="76587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Google Gemini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33: 도">
              <a:hlinkClick r:id="rIdWeaveLink233"/>
            </p:cNvPr>
            <p:cNvSpPr txBox="1"/>
            <p:nvPr/>
          </p:nvSpPr>
          <p:spPr>
            <a:xfrm>
              <a:off x="1937296" y="29896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33:  ">
              <a:hlinkClick r:id="rIdWeaveLink233"/>
            </p:cNvPr>
            <p:cNvSpPr txBox="1"/>
            <p:nvPr/>
          </p:nvSpPr>
          <p:spPr>
            <a:xfrm>
              <a:off x="203373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33: 허용된">
              <a:hlinkClick r:id="rIdWeaveLink233"/>
            </p:cNvPr>
            <p:cNvSpPr txBox="1"/>
            <p:nvPr/>
          </p:nvSpPr>
          <p:spPr>
            <a:xfrm>
              <a:off x="2063204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33:  ">
              <a:hlinkClick r:id="rIdWeaveLink233"/>
            </p:cNvPr>
            <p:cNvSpPr txBox="1"/>
            <p:nvPr/>
          </p:nvSpPr>
          <p:spPr>
            <a:xfrm>
              <a:off x="2352377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33: 알림을">
              <a:hlinkClick r:id="rIdWeaveLink233"/>
            </p:cNvPr>
            <p:cNvSpPr txBox="1"/>
            <p:nvPr/>
          </p:nvSpPr>
          <p:spPr>
            <a:xfrm>
              <a:off x="2381845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33:  ">
              <a:hlinkClick r:id="rIdWeaveLink233"/>
            </p:cNvPr>
            <p:cNvSpPr txBox="1"/>
            <p:nvPr/>
          </p:nvSpPr>
          <p:spPr>
            <a:xfrm>
              <a:off x="2671018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33: 읽고">
              <a:hlinkClick r:id="rIdWeaveLink233"/>
            </p:cNvPr>
            <p:cNvSpPr txBox="1"/>
            <p:nvPr/>
          </p:nvSpPr>
          <p:spPr>
            <a:xfrm>
              <a:off x="2700486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읽고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33:  ">
              <a:hlinkClick r:id="rIdWeaveLink233"/>
            </p:cNvPr>
            <p:cNvSpPr txBox="1"/>
            <p:nvPr/>
          </p:nvSpPr>
          <p:spPr>
            <a:xfrm>
              <a:off x="289321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33: 요약합니다">
              <a:hlinkClick r:id="rIdWeaveLink233"/>
            </p:cNvPr>
            <p:cNvSpPr txBox="1"/>
            <p:nvPr/>
          </p:nvSpPr>
          <p:spPr>
            <a:xfrm>
              <a:off x="2922687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요약합니다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33: .">
              <a:hlinkClick r:id="rIdWeaveLink233"/>
            </p:cNvPr>
            <p:cNvSpPr txBox="1"/>
            <p:nvPr/>
          </p:nvSpPr>
          <p:spPr>
            <a:xfrm>
              <a:off x="3404592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6" name="Line 234:  알림에 없는 이후 발신 기록은 추가 내보내기로 갱신합니다."/>
          <p:cNvGrpSpPr/>
          <p:nvPr/>
        </p:nvGrpSpPr>
        <p:grpSpPr>
          <a:xfrm>
            <a:off x="3434953" y="2989659"/>
            <a:ext cx="2617589" cy="205740"/>
            <a:chOff x="3434953" y="2989659"/>
            <a:chExt cx="2617589" cy="205740"/>
          </a:xfrm>
        </p:grpSpPr>
        <p:sp>
          <p:nvSpPr>
            <p:cNvPr id="107" name="Weave text 234:  "/>
            <p:cNvSpPr txBox="1"/>
            <p:nvPr/>
          </p:nvSpPr>
          <p:spPr>
            <a:xfrm>
              <a:off x="3434953" y="29896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34: 알림에"/>
            <p:cNvSpPr txBox="1"/>
            <p:nvPr/>
          </p:nvSpPr>
          <p:spPr>
            <a:xfrm>
              <a:off x="3464421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알림에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34:  "/>
            <p:cNvSpPr txBox="1"/>
            <p:nvPr/>
          </p:nvSpPr>
          <p:spPr>
            <a:xfrm>
              <a:off x="375359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34: 없는"/>
            <p:cNvSpPr txBox="1"/>
            <p:nvPr/>
          </p:nvSpPr>
          <p:spPr>
            <a:xfrm>
              <a:off x="37830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없는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34:  "/>
            <p:cNvSpPr txBox="1"/>
            <p:nvPr/>
          </p:nvSpPr>
          <p:spPr>
            <a:xfrm>
              <a:off x="39757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34: 이후"/>
            <p:cNvSpPr txBox="1"/>
            <p:nvPr/>
          </p:nvSpPr>
          <p:spPr>
            <a:xfrm>
              <a:off x="40052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이후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34:  "/>
            <p:cNvSpPr txBox="1"/>
            <p:nvPr/>
          </p:nvSpPr>
          <p:spPr>
            <a:xfrm>
              <a:off x="41979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34: 발신"/>
            <p:cNvSpPr txBox="1"/>
            <p:nvPr/>
          </p:nvSpPr>
          <p:spPr>
            <a:xfrm>
              <a:off x="4227463" y="29896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34:  "/>
            <p:cNvSpPr txBox="1"/>
            <p:nvPr/>
          </p:nvSpPr>
          <p:spPr>
            <a:xfrm>
              <a:off x="442034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34: 기록은"/>
            <p:cNvSpPr txBox="1"/>
            <p:nvPr/>
          </p:nvSpPr>
          <p:spPr>
            <a:xfrm>
              <a:off x="4449812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34:  "/>
            <p:cNvSpPr txBox="1"/>
            <p:nvPr/>
          </p:nvSpPr>
          <p:spPr>
            <a:xfrm>
              <a:off x="473898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34: 추가"/>
            <p:cNvSpPr txBox="1"/>
            <p:nvPr/>
          </p:nvSpPr>
          <p:spPr>
            <a:xfrm>
              <a:off x="4768453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추가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34:  "/>
            <p:cNvSpPr txBox="1"/>
            <p:nvPr/>
          </p:nvSpPr>
          <p:spPr>
            <a:xfrm>
              <a:off x="496118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34: 내보내기로"/>
            <p:cNvSpPr txBox="1"/>
            <p:nvPr/>
          </p:nvSpPr>
          <p:spPr>
            <a:xfrm>
              <a:off x="4990654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내보내기로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34:  "/>
            <p:cNvSpPr txBox="1"/>
            <p:nvPr/>
          </p:nvSpPr>
          <p:spPr>
            <a:xfrm>
              <a:off x="547255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34: 갱신합니다"/>
            <p:cNvSpPr txBox="1"/>
            <p:nvPr/>
          </p:nvSpPr>
          <p:spPr>
            <a:xfrm>
              <a:off x="5502027" y="29896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갱신합니다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34: ."/>
            <p:cNvSpPr txBox="1"/>
            <p:nvPr/>
          </p:nvSpPr>
          <p:spPr>
            <a:xfrm>
              <a:off x="5984081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4" name="Line 235: Q."/>
          <p:cNvGrpSpPr/>
          <p:nvPr/>
        </p:nvGrpSpPr>
        <p:grpSpPr>
          <a:xfrm>
            <a:off x="609600" y="3457575"/>
            <a:ext cx="287982" cy="434340"/>
            <a:chOff x="609600" y="3457575"/>
            <a:chExt cx="287982" cy="434340"/>
          </a:xfrm>
        </p:grpSpPr>
        <p:sp>
          <p:nvSpPr>
            <p:cNvPr id="125" name="Weave text 235: Q."/>
            <p:cNvSpPr txBox="1"/>
            <p:nvPr/>
          </p:nvSpPr>
          <p:spPr>
            <a:xfrm>
              <a:off x="609600" y="34575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6" name="Line 236: 기록이 많으면 느려지거나, 배터리를 많이 쓰지 않을까요?"/>
          <p:cNvGrpSpPr/>
          <p:nvPr/>
        </p:nvGrpSpPr>
        <p:grpSpPr>
          <a:xfrm>
            <a:off x="1209675" y="3448050"/>
            <a:ext cx="4524375" cy="358140"/>
            <a:chOff x="1209675" y="3448050"/>
            <a:chExt cx="4524375" cy="358140"/>
          </a:xfrm>
        </p:grpSpPr>
        <p:sp>
          <p:nvSpPr>
            <p:cNvPr id="127" name="Weave text 236: 기록이"/>
            <p:cNvSpPr txBox="1"/>
            <p:nvPr/>
          </p:nvSpPr>
          <p:spPr>
            <a:xfrm>
              <a:off x="1209675" y="34480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8" name="Weave text 236:  "/>
            <p:cNvSpPr txBox="1"/>
            <p:nvPr/>
          </p:nvSpPr>
          <p:spPr>
            <a:xfrm>
              <a:off x="1740694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9" name="Weave text 236: 많으면"/>
            <p:cNvSpPr txBox="1"/>
            <p:nvPr/>
          </p:nvSpPr>
          <p:spPr>
            <a:xfrm>
              <a:off x="1784003" y="34480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많으면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0" name="Weave text 236:  "/>
            <p:cNvSpPr txBox="1"/>
            <p:nvPr/>
          </p:nvSpPr>
          <p:spPr>
            <a:xfrm>
              <a:off x="2315170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1" name="Weave text 236: 느려지거나"/>
            <p:cNvSpPr txBox="1"/>
            <p:nvPr/>
          </p:nvSpPr>
          <p:spPr>
            <a:xfrm>
              <a:off x="2358479" y="3448050"/>
              <a:ext cx="923330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느려지거나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36: , "/>
            <p:cNvSpPr txBox="1"/>
            <p:nvPr/>
          </p:nvSpPr>
          <p:spPr>
            <a:xfrm>
              <a:off x="3243560" y="3448050"/>
              <a:ext cx="134392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36: 배터리를"/>
            <p:cNvSpPr txBox="1"/>
            <p:nvPr/>
          </p:nvSpPr>
          <p:spPr>
            <a:xfrm>
              <a:off x="3339703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배터리를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36:  "/>
            <p:cNvSpPr txBox="1"/>
            <p:nvPr/>
          </p:nvSpPr>
          <p:spPr>
            <a:xfrm>
              <a:off x="4047827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36: 많이"/>
            <p:cNvSpPr txBox="1"/>
            <p:nvPr/>
          </p:nvSpPr>
          <p:spPr>
            <a:xfrm>
              <a:off x="409113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36:  "/>
            <p:cNvSpPr txBox="1"/>
            <p:nvPr/>
          </p:nvSpPr>
          <p:spPr>
            <a:xfrm>
              <a:off x="4445198" y="34480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36: 쓰지"/>
            <p:cNvSpPr txBox="1"/>
            <p:nvPr/>
          </p:nvSpPr>
          <p:spPr>
            <a:xfrm>
              <a:off x="448865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36:  "/>
            <p:cNvSpPr txBox="1"/>
            <p:nvPr/>
          </p:nvSpPr>
          <p:spPr>
            <a:xfrm>
              <a:off x="4842718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9" name="Weave text 236: 않을까요"/>
            <p:cNvSpPr txBox="1"/>
            <p:nvPr/>
          </p:nvSpPr>
          <p:spPr>
            <a:xfrm>
              <a:off x="4886027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않을까요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0" name="Weave text 236: ?"/>
            <p:cNvSpPr txBox="1"/>
            <p:nvPr/>
          </p:nvSpPr>
          <p:spPr>
            <a:xfrm>
              <a:off x="5594152" y="34480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37: A. 무거운 색인 작업은 충전·유휴 시간에 미리 수행합니다. 사용 중에는"/>
          <p:cNvGrpSpPr/>
          <p:nvPr/>
        </p:nvGrpSpPr>
        <p:grpSpPr>
          <a:xfrm>
            <a:off x="1209675" y="3852862"/>
            <a:ext cx="5740598" cy="281940"/>
            <a:chOff x="1209675" y="3852862"/>
            <a:chExt cx="5740598" cy="281940"/>
          </a:xfrm>
        </p:grpSpPr>
        <p:sp>
          <p:nvSpPr>
            <p:cNvPr id="142" name="Weave text 237: A. "/>
            <p:cNvSpPr txBox="1"/>
            <p:nvPr/>
          </p:nvSpPr>
          <p:spPr>
            <a:xfrm>
              <a:off x="1209675" y="38528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237: 무거운"/>
            <p:cNvSpPr txBox="1"/>
            <p:nvPr/>
          </p:nvSpPr>
          <p:spPr>
            <a:xfrm>
              <a:off x="1401514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무거운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237:  "/>
            <p:cNvSpPr txBox="1"/>
            <p:nvPr/>
          </p:nvSpPr>
          <p:spPr>
            <a:xfrm>
              <a:off x="1822103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237: 색인"/>
            <p:cNvSpPr txBox="1"/>
            <p:nvPr/>
          </p:nvSpPr>
          <p:spPr>
            <a:xfrm>
              <a:off x="1864965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237:  "/>
            <p:cNvSpPr txBox="1"/>
            <p:nvPr/>
          </p:nvSpPr>
          <p:spPr>
            <a:xfrm>
              <a:off x="21453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237: 작업은"/>
            <p:cNvSpPr txBox="1"/>
            <p:nvPr/>
          </p:nvSpPr>
          <p:spPr>
            <a:xfrm>
              <a:off x="2188220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작업은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237:  "/>
            <p:cNvSpPr txBox="1"/>
            <p:nvPr/>
          </p:nvSpPr>
          <p:spPr>
            <a:xfrm>
              <a:off x="26089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237: 충전"/>
            <p:cNvSpPr txBox="1"/>
            <p:nvPr/>
          </p:nvSpPr>
          <p:spPr>
            <a:xfrm>
              <a:off x="2651820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237: ·"/>
            <p:cNvSpPr txBox="1"/>
            <p:nvPr/>
          </p:nvSpPr>
          <p:spPr>
            <a:xfrm>
              <a:off x="2932212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237: 유휴"/>
            <p:cNvSpPr txBox="1"/>
            <p:nvPr/>
          </p:nvSpPr>
          <p:spPr>
            <a:xfrm>
              <a:off x="2976116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237:  "/>
            <p:cNvSpPr txBox="1"/>
            <p:nvPr/>
          </p:nvSpPr>
          <p:spPr>
            <a:xfrm>
              <a:off x="3256508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237: 시간에"/>
            <p:cNvSpPr txBox="1"/>
            <p:nvPr/>
          </p:nvSpPr>
          <p:spPr>
            <a:xfrm>
              <a:off x="3299371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시간에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237:  "/>
            <p:cNvSpPr txBox="1"/>
            <p:nvPr/>
          </p:nvSpPr>
          <p:spPr>
            <a:xfrm>
              <a:off x="3719959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237: 미리"/>
            <p:cNvSpPr txBox="1"/>
            <p:nvPr/>
          </p:nvSpPr>
          <p:spPr>
            <a:xfrm>
              <a:off x="3762821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237:  "/>
            <p:cNvSpPr txBox="1"/>
            <p:nvPr/>
          </p:nvSpPr>
          <p:spPr>
            <a:xfrm>
              <a:off x="404321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237: 수행합니다"/>
            <p:cNvSpPr txBox="1"/>
            <p:nvPr/>
          </p:nvSpPr>
          <p:spPr>
            <a:xfrm>
              <a:off x="4086076" y="38528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수행합니다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237: . "/>
            <p:cNvSpPr txBox="1"/>
            <p:nvPr/>
          </p:nvSpPr>
          <p:spPr>
            <a:xfrm>
              <a:off x="4787205" y="38528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9" name="Weave text 237: 사용"/>
            <p:cNvSpPr txBox="1"/>
            <p:nvPr/>
          </p:nvSpPr>
          <p:spPr>
            <a:xfrm>
              <a:off x="4873972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0" name="Weave text 237:  "/>
            <p:cNvSpPr txBox="1"/>
            <p:nvPr/>
          </p:nvSpPr>
          <p:spPr>
            <a:xfrm>
              <a:off x="515436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1" name="Weave text 237: 중에는"/>
            <p:cNvSpPr txBox="1"/>
            <p:nvPr/>
          </p:nvSpPr>
          <p:spPr>
            <a:xfrm>
              <a:off x="5197227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중에는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2" name="Weave text 237:  "/>
            <p:cNvSpPr txBox="1"/>
            <p:nvPr/>
          </p:nvSpPr>
          <p:spPr>
            <a:xfrm>
              <a:off x="5617815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3" name="Weave text 237: 필요한"/>
            <p:cNvSpPr txBox="1"/>
            <p:nvPr/>
          </p:nvSpPr>
          <p:spPr>
            <a:xfrm>
              <a:off x="5660678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4" name="Weave text 237:  "/>
            <p:cNvSpPr txBox="1"/>
            <p:nvPr/>
          </p:nvSpPr>
          <p:spPr>
            <a:xfrm>
              <a:off x="60812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5" name="Weave text 237: 기록만"/>
            <p:cNvSpPr txBox="1"/>
            <p:nvPr/>
          </p:nvSpPr>
          <p:spPr>
            <a:xfrm>
              <a:off x="6124129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37:  "/>
            <p:cNvSpPr txBox="1"/>
            <p:nvPr/>
          </p:nvSpPr>
          <p:spPr>
            <a:xfrm>
              <a:off x="65448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37: 찾고"/>
            <p:cNvSpPr txBox="1"/>
            <p:nvPr/>
          </p:nvSpPr>
          <p:spPr>
            <a:xfrm>
              <a:off x="6587728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37: ,"/>
            <p:cNvSpPr txBox="1"/>
            <p:nvPr/>
          </p:nvSpPr>
          <p:spPr>
            <a:xfrm>
              <a:off x="6868120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238: 경량 언어모델에도 추려낸 근거만 전달해 처리 부담을 줄이도록 설계합니다."/>
          <p:cNvGrpSpPr/>
          <p:nvPr/>
        </p:nvGrpSpPr>
        <p:grpSpPr>
          <a:xfrm>
            <a:off x="1209675" y="4111823"/>
            <a:ext cx="4771430" cy="281940"/>
            <a:chOff x="1209675" y="4111823"/>
            <a:chExt cx="4771430" cy="281940"/>
          </a:xfrm>
        </p:grpSpPr>
        <p:sp>
          <p:nvSpPr>
            <p:cNvPr id="170" name="Weave text 238: 경량"/>
            <p:cNvSpPr txBox="1"/>
            <p:nvPr/>
          </p:nvSpPr>
          <p:spPr>
            <a:xfrm>
              <a:off x="1209675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38:  "/>
            <p:cNvSpPr txBox="1"/>
            <p:nvPr/>
          </p:nvSpPr>
          <p:spPr>
            <a:xfrm>
              <a:off x="149006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38: 언어모델에도"/>
            <p:cNvSpPr txBox="1"/>
            <p:nvPr/>
          </p:nvSpPr>
          <p:spPr>
            <a:xfrm>
              <a:off x="1532930" y="4111823"/>
              <a:ext cx="87942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언어모델에도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38:  "/>
            <p:cNvSpPr txBox="1"/>
            <p:nvPr/>
          </p:nvSpPr>
          <p:spPr>
            <a:xfrm>
              <a:off x="2374106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4" name="Weave text 238: 추려낸"/>
            <p:cNvSpPr txBox="1"/>
            <p:nvPr/>
          </p:nvSpPr>
          <p:spPr>
            <a:xfrm>
              <a:off x="241696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추려낸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38:  "/>
            <p:cNvSpPr txBox="1"/>
            <p:nvPr/>
          </p:nvSpPr>
          <p:spPr>
            <a:xfrm>
              <a:off x="28375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38: 근거만"/>
            <p:cNvSpPr txBox="1"/>
            <p:nvPr/>
          </p:nvSpPr>
          <p:spPr>
            <a:xfrm>
              <a:off x="2880420" y="41118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38:  "/>
            <p:cNvSpPr txBox="1"/>
            <p:nvPr/>
          </p:nvSpPr>
          <p:spPr>
            <a:xfrm>
              <a:off x="33011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38: 전달해"/>
            <p:cNvSpPr txBox="1"/>
            <p:nvPr/>
          </p:nvSpPr>
          <p:spPr>
            <a:xfrm>
              <a:off x="334401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전달해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238:  "/>
            <p:cNvSpPr txBox="1"/>
            <p:nvPr/>
          </p:nvSpPr>
          <p:spPr>
            <a:xfrm>
              <a:off x="376460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238: 처리"/>
            <p:cNvSpPr txBox="1"/>
            <p:nvPr/>
          </p:nvSpPr>
          <p:spPr>
            <a:xfrm>
              <a:off x="3807470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38:  "/>
            <p:cNvSpPr txBox="1"/>
            <p:nvPr/>
          </p:nvSpPr>
          <p:spPr>
            <a:xfrm>
              <a:off x="4087862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38: 부담을"/>
            <p:cNvSpPr txBox="1"/>
            <p:nvPr/>
          </p:nvSpPr>
          <p:spPr>
            <a:xfrm>
              <a:off x="4130725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부담을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38:  "/>
            <p:cNvSpPr txBox="1"/>
            <p:nvPr/>
          </p:nvSpPr>
          <p:spPr>
            <a:xfrm>
              <a:off x="4551313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38: 줄이도록"/>
            <p:cNvSpPr txBox="1"/>
            <p:nvPr/>
          </p:nvSpPr>
          <p:spPr>
            <a:xfrm>
              <a:off x="4594175" y="41118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줄이도록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38:  "/>
            <p:cNvSpPr txBox="1"/>
            <p:nvPr/>
          </p:nvSpPr>
          <p:spPr>
            <a:xfrm>
              <a:off x="5155109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38: 설계합니다"/>
            <p:cNvSpPr txBox="1"/>
            <p:nvPr/>
          </p:nvSpPr>
          <p:spPr>
            <a:xfrm>
              <a:off x="5197971" y="41118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설계합니다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238: ."/>
            <p:cNvSpPr txBox="1"/>
            <p:nvPr/>
          </p:nvSpPr>
          <p:spPr>
            <a:xfrm>
              <a:off x="5898952" y="41118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8" name="Line 239: Android WorkManager는 충전·유휴 등의 실행 조건을 지원합">
            <a:hlinkClick r:id="rIdWeaveLink239"/>
          </p:cNvPr>
          <p:cNvGrpSpPr/>
          <p:nvPr/>
        </p:nvGrpSpPr>
        <p:grpSpPr>
          <a:xfrm>
            <a:off x="1209675" y="4437459"/>
            <a:ext cx="3000821" cy="205740"/>
            <a:chOff x="1209675" y="4437459"/>
            <a:chExt cx="3000821" cy="205740"/>
          </a:xfrm>
        </p:grpSpPr>
        <p:sp>
          <p:nvSpPr>
            <p:cNvPr id="189" name="Weave text 239: Android WorkManager">
              <a:hlinkClick r:id="rIdWeaveLink239"/>
            </p:cNvPr>
            <p:cNvSpPr txBox="1"/>
            <p:nvPr/>
          </p:nvSpPr>
          <p:spPr>
            <a:xfrm>
              <a:off x="1209675" y="4437459"/>
              <a:ext cx="115431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Android WorkManager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39: 는">
              <a:hlinkClick r:id="rIdWeaveLink239"/>
            </p:cNvPr>
            <p:cNvSpPr txBox="1"/>
            <p:nvPr/>
          </p:nvSpPr>
          <p:spPr>
            <a:xfrm>
              <a:off x="2325737" y="44374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39:  ">
              <a:hlinkClick r:id="rIdWeaveLink239"/>
            </p:cNvPr>
            <p:cNvSpPr txBox="1"/>
            <p:nvPr/>
          </p:nvSpPr>
          <p:spPr>
            <a:xfrm>
              <a:off x="2422178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39: 충전">
              <a:hlinkClick r:id="rIdWeaveLink239"/>
            </p:cNvPr>
            <p:cNvSpPr txBox="1"/>
            <p:nvPr/>
          </p:nvSpPr>
          <p:spPr>
            <a:xfrm>
              <a:off x="2451646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39: ·">
              <a:hlinkClick r:id="rIdWeaveLink239"/>
            </p:cNvPr>
            <p:cNvSpPr txBox="1"/>
            <p:nvPr/>
          </p:nvSpPr>
          <p:spPr>
            <a:xfrm>
              <a:off x="2644378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39: 유휴">
              <a:hlinkClick r:id="rIdWeaveLink239"/>
            </p:cNvPr>
            <p:cNvSpPr txBox="1"/>
            <p:nvPr/>
          </p:nvSpPr>
          <p:spPr>
            <a:xfrm>
              <a:off x="2674590" y="44374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239:  ">
              <a:hlinkClick r:id="rIdWeaveLink239"/>
            </p:cNvPr>
            <p:cNvSpPr txBox="1"/>
            <p:nvPr/>
          </p:nvSpPr>
          <p:spPr>
            <a:xfrm>
              <a:off x="2867471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239: 등의">
              <a:hlinkClick r:id="rIdWeaveLink239"/>
            </p:cNvPr>
            <p:cNvSpPr txBox="1"/>
            <p:nvPr/>
          </p:nvSpPr>
          <p:spPr>
            <a:xfrm>
              <a:off x="289693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등의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39:  ">
              <a:hlinkClick r:id="rIdWeaveLink239"/>
            </p:cNvPr>
            <p:cNvSpPr txBox="1"/>
            <p:nvPr/>
          </p:nvSpPr>
          <p:spPr>
            <a:xfrm>
              <a:off x="30896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39: 실행">
              <a:hlinkClick r:id="rIdWeaveLink239"/>
            </p:cNvPr>
            <p:cNvSpPr txBox="1"/>
            <p:nvPr/>
          </p:nvSpPr>
          <p:spPr>
            <a:xfrm>
              <a:off x="3119140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39:  ">
              <a:hlinkClick r:id="rIdWeaveLink239"/>
            </p:cNvPr>
            <p:cNvSpPr txBox="1"/>
            <p:nvPr/>
          </p:nvSpPr>
          <p:spPr>
            <a:xfrm>
              <a:off x="33118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39: 조건을">
              <a:hlinkClick r:id="rIdWeaveLink239"/>
            </p:cNvPr>
            <p:cNvSpPr txBox="1"/>
            <p:nvPr/>
          </p:nvSpPr>
          <p:spPr>
            <a:xfrm>
              <a:off x="3341340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조건을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39:  ">
              <a:hlinkClick r:id="rIdWeaveLink239"/>
            </p:cNvPr>
            <p:cNvSpPr txBox="1"/>
            <p:nvPr/>
          </p:nvSpPr>
          <p:spPr>
            <a:xfrm>
              <a:off x="3630513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39: 지원합니다">
              <a:hlinkClick r:id="rIdWeaveLink239"/>
            </p:cNvPr>
            <p:cNvSpPr txBox="1"/>
            <p:nvPr/>
          </p:nvSpPr>
          <p:spPr>
            <a:xfrm>
              <a:off x="3659981" y="44374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지원합니다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39: .">
              <a:hlinkClick r:id="rIdWeaveLink239"/>
            </p:cNvPr>
            <p:cNvSpPr txBox="1"/>
            <p:nvPr/>
          </p:nvSpPr>
          <p:spPr>
            <a:xfrm>
              <a:off x="4142036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04" name="Line 240:  지연·발열·전력은 대상 기기에서 측정해 조정합니다."/>
          <p:cNvGrpSpPr/>
          <p:nvPr/>
        </p:nvGrpSpPr>
        <p:grpSpPr>
          <a:xfrm>
            <a:off x="4172396" y="4437459"/>
            <a:ext cx="2300288" cy="205740"/>
            <a:chOff x="4172396" y="4437459"/>
            <a:chExt cx="2300288" cy="205740"/>
          </a:xfrm>
        </p:grpSpPr>
        <p:sp>
          <p:nvSpPr>
            <p:cNvPr id="205" name="Weave text 240:  "/>
            <p:cNvSpPr txBox="1"/>
            <p:nvPr/>
          </p:nvSpPr>
          <p:spPr>
            <a:xfrm>
              <a:off x="4172396" y="44374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240: 지연"/>
            <p:cNvSpPr txBox="1"/>
            <p:nvPr/>
          </p:nvSpPr>
          <p:spPr>
            <a:xfrm>
              <a:off x="4201864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지연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40: ·"/>
            <p:cNvSpPr txBox="1"/>
            <p:nvPr/>
          </p:nvSpPr>
          <p:spPr>
            <a:xfrm>
              <a:off x="4394597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40: 발열"/>
            <p:cNvSpPr txBox="1"/>
            <p:nvPr/>
          </p:nvSpPr>
          <p:spPr>
            <a:xfrm>
              <a:off x="442480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40: ·"/>
            <p:cNvSpPr txBox="1"/>
            <p:nvPr/>
          </p:nvSpPr>
          <p:spPr>
            <a:xfrm>
              <a:off x="4617541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40: 전력은"/>
            <p:cNvSpPr txBox="1"/>
            <p:nvPr/>
          </p:nvSpPr>
          <p:spPr>
            <a:xfrm>
              <a:off x="4647754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전력은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40:  "/>
            <p:cNvSpPr txBox="1"/>
            <p:nvPr/>
          </p:nvSpPr>
          <p:spPr>
            <a:xfrm>
              <a:off x="49369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40: 대상"/>
            <p:cNvSpPr txBox="1"/>
            <p:nvPr/>
          </p:nvSpPr>
          <p:spPr>
            <a:xfrm>
              <a:off x="4966395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40:  "/>
            <p:cNvSpPr txBox="1"/>
            <p:nvPr/>
          </p:nvSpPr>
          <p:spPr>
            <a:xfrm>
              <a:off x="51591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40: 기기에서"/>
            <p:cNvSpPr txBox="1"/>
            <p:nvPr/>
          </p:nvSpPr>
          <p:spPr>
            <a:xfrm>
              <a:off x="5188595" y="44374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기기에서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40:  "/>
            <p:cNvSpPr txBox="1"/>
            <p:nvPr/>
          </p:nvSpPr>
          <p:spPr>
            <a:xfrm>
              <a:off x="5574209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40: 측정해"/>
            <p:cNvSpPr txBox="1"/>
            <p:nvPr/>
          </p:nvSpPr>
          <p:spPr>
            <a:xfrm>
              <a:off x="5603677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측정해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40:  "/>
            <p:cNvSpPr txBox="1"/>
            <p:nvPr/>
          </p:nvSpPr>
          <p:spPr>
            <a:xfrm>
              <a:off x="5892850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40: 조정합니다"/>
            <p:cNvSpPr txBox="1"/>
            <p:nvPr/>
          </p:nvSpPr>
          <p:spPr>
            <a:xfrm>
              <a:off x="5922318" y="44374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조정합니다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40: ."/>
            <p:cNvSpPr txBox="1"/>
            <p:nvPr/>
          </p:nvSpPr>
          <p:spPr>
            <a:xfrm>
              <a:off x="6404223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41: Q."/>
          <p:cNvGrpSpPr/>
          <p:nvPr/>
        </p:nvGrpSpPr>
        <p:grpSpPr>
          <a:xfrm>
            <a:off x="609600" y="4905375"/>
            <a:ext cx="287982" cy="434340"/>
            <a:chOff x="609600" y="4905375"/>
            <a:chExt cx="287982" cy="434340"/>
          </a:xfrm>
        </p:grpSpPr>
        <p:sp>
          <p:nvSpPr>
            <p:cNvPr id="221" name="Weave text 241: Q."/>
            <p:cNvSpPr txBox="1"/>
            <p:nvPr/>
          </p:nvSpPr>
          <p:spPr>
            <a:xfrm>
              <a:off x="609600" y="49053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2" name="Line 242: 사적인 기록과 잘못된 답변은 어떻게 다루나요?"/>
          <p:cNvGrpSpPr/>
          <p:nvPr/>
        </p:nvGrpSpPr>
        <p:grpSpPr>
          <a:xfrm>
            <a:off x="1209675" y="4895850"/>
            <a:ext cx="3720257" cy="358140"/>
            <a:chOff x="1209675" y="4895850"/>
            <a:chExt cx="3720257" cy="358140"/>
          </a:xfrm>
        </p:grpSpPr>
        <p:sp>
          <p:nvSpPr>
            <p:cNvPr id="223" name="Weave text 242: 사적인"/>
            <p:cNvSpPr txBox="1"/>
            <p:nvPr/>
          </p:nvSpPr>
          <p:spPr>
            <a:xfrm>
              <a:off x="1209675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사적인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4" name="Weave text 242:  "/>
            <p:cNvSpPr txBox="1"/>
            <p:nvPr/>
          </p:nvSpPr>
          <p:spPr>
            <a:xfrm>
              <a:off x="1740694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5" name="Weave text 242: 기록과"/>
            <p:cNvSpPr txBox="1"/>
            <p:nvPr/>
          </p:nvSpPr>
          <p:spPr>
            <a:xfrm>
              <a:off x="1784003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6" name="Weave text 242:  "/>
            <p:cNvSpPr txBox="1"/>
            <p:nvPr/>
          </p:nvSpPr>
          <p:spPr>
            <a:xfrm>
              <a:off x="2315170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7" name="Weave text 242: 잘못된"/>
            <p:cNvSpPr txBox="1"/>
            <p:nvPr/>
          </p:nvSpPr>
          <p:spPr>
            <a:xfrm>
              <a:off x="2358479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잘못된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8" name="Weave text 242:  "/>
            <p:cNvSpPr txBox="1"/>
            <p:nvPr/>
          </p:nvSpPr>
          <p:spPr>
            <a:xfrm>
              <a:off x="2889647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9" name="Weave text 242: 답변은"/>
            <p:cNvSpPr txBox="1"/>
            <p:nvPr/>
          </p:nvSpPr>
          <p:spPr>
            <a:xfrm>
              <a:off x="2932956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답변은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0" name="Weave text 242:  "/>
            <p:cNvSpPr txBox="1"/>
            <p:nvPr/>
          </p:nvSpPr>
          <p:spPr>
            <a:xfrm>
              <a:off x="3463975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1" name="Weave text 242: 어떻게"/>
            <p:cNvSpPr txBox="1"/>
            <p:nvPr/>
          </p:nvSpPr>
          <p:spPr>
            <a:xfrm>
              <a:off x="3507432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어떻게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2" name="Weave text 242:  "/>
            <p:cNvSpPr txBox="1"/>
            <p:nvPr/>
          </p:nvSpPr>
          <p:spPr>
            <a:xfrm>
              <a:off x="4038451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3" name="Weave text 242: 다루나요"/>
            <p:cNvSpPr txBox="1"/>
            <p:nvPr/>
          </p:nvSpPr>
          <p:spPr>
            <a:xfrm>
              <a:off x="4081909" y="48958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다루나요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4" name="Weave text 242: ?"/>
            <p:cNvSpPr txBox="1"/>
            <p:nvPr/>
          </p:nvSpPr>
          <p:spPr>
            <a:xfrm>
              <a:off x="4790033" y="48958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5" name="Line 243: A. 허용한 기록은 외부 서버로 보내지 않고 기기 안에서 처리하며, 언제"/>
          <p:cNvGrpSpPr/>
          <p:nvPr/>
        </p:nvGrpSpPr>
        <p:grpSpPr>
          <a:xfrm>
            <a:off x="1209675" y="5300662"/>
            <a:ext cx="6806654" cy="281940"/>
            <a:chOff x="1209675" y="5300662"/>
            <a:chExt cx="6806654" cy="281940"/>
          </a:xfrm>
        </p:grpSpPr>
        <p:sp>
          <p:nvSpPr>
            <p:cNvPr id="236" name="Weave text 243: A. "/>
            <p:cNvSpPr txBox="1"/>
            <p:nvPr/>
          </p:nvSpPr>
          <p:spPr>
            <a:xfrm>
              <a:off x="1209675" y="53006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7" name="Weave text 243: 허용한"/>
            <p:cNvSpPr txBox="1"/>
            <p:nvPr/>
          </p:nvSpPr>
          <p:spPr>
            <a:xfrm>
              <a:off x="1401514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243:  "/>
            <p:cNvSpPr txBox="1"/>
            <p:nvPr/>
          </p:nvSpPr>
          <p:spPr>
            <a:xfrm>
              <a:off x="182210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243: 기록은"/>
            <p:cNvSpPr txBox="1"/>
            <p:nvPr/>
          </p:nvSpPr>
          <p:spPr>
            <a:xfrm>
              <a:off x="1864965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243:  "/>
            <p:cNvSpPr txBox="1"/>
            <p:nvPr/>
          </p:nvSpPr>
          <p:spPr>
            <a:xfrm>
              <a:off x="2285554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1" name="Weave text 243: 외부"/>
            <p:cNvSpPr txBox="1"/>
            <p:nvPr/>
          </p:nvSpPr>
          <p:spPr>
            <a:xfrm>
              <a:off x="2328416" y="53006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2" name="Weave text 243:  "/>
            <p:cNvSpPr txBox="1"/>
            <p:nvPr/>
          </p:nvSpPr>
          <p:spPr>
            <a:xfrm>
              <a:off x="260895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3" name="Weave text 243: 서버로"/>
            <p:cNvSpPr txBox="1"/>
            <p:nvPr/>
          </p:nvSpPr>
          <p:spPr>
            <a:xfrm>
              <a:off x="265182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서버로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4" name="Weave text 243:  "/>
            <p:cNvSpPr txBox="1"/>
            <p:nvPr/>
          </p:nvSpPr>
          <p:spPr>
            <a:xfrm>
              <a:off x="307240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5" name="Weave text 243: 보내지"/>
            <p:cNvSpPr txBox="1"/>
            <p:nvPr/>
          </p:nvSpPr>
          <p:spPr>
            <a:xfrm>
              <a:off x="311527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보내지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6" name="Weave text 243:  "/>
            <p:cNvSpPr txBox="1"/>
            <p:nvPr/>
          </p:nvSpPr>
          <p:spPr>
            <a:xfrm>
              <a:off x="353585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243: 않고"/>
            <p:cNvSpPr txBox="1"/>
            <p:nvPr/>
          </p:nvSpPr>
          <p:spPr>
            <a:xfrm>
              <a:off x="357872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243:  "/>
            <p:cNvSpPr txBox="1"/>
            <p:nvPr/>
          </p:nvSpPr>
          <p:spPr>
            <a:xfrm>
              <a:off x="385911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243: 기기"/>
            <p:cNvSpPr txBox="1"/>
            <p:nvPr/>
          </p:nvSpPr>
          <p:spPr>
            <a:xfrm>
              <a:off x="3901976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243:  "/>
            <p:cNvSpPr txBox="1"/>
            <p:nvPr/>
          </p:nvSpPr>
          <p:spPr>
            <a:xfrm>
              <a:off x="41823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243: 안에서"/>
            <p:cNvSpPr txBox="1"/>
            <p:nvPr/>
          </p:nvSpPr>
          <p:spPr>
            <a:xfrm>
              <a:off x="4225230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243:  "/>
            <p:cNvSpPr txBox="1"/>
            <p:nvPr/>
          </p:nvSpPr>
          <p:spPr>
            <a:xfrm>
              <a:off x="46459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243: 처리하며"/>
            <p:cNvSpPr txBox="1"/>
            <p:nvPr/>
          </p:nvSpPr>
          <p:spPr>
            <a:xfrm>
              <a:off x="4688830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처리하며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243: , "/>
            <p:cNvSpPr txBox="1"/>
            <p:nvPr/>
          </p:nvSpPr>
          <p:spPr>
            <a:xfrm>
              <a:off x="5249614" y="53006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243: 언제든"/>
            <p:cNvSpPr txBox="1"/>
            <p:nvPr/>
          </p:nvSpPr>
          <p:spPr>
            <a:xfrm>
              <a:off x="5336381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언제든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6" name="Weave text 243:  "/>
            <p:cNvSpPr txBox="1"/>
            <p:nvPr/>
          </p:nvSpPr>
          <p:spPr>
            <a:xfrm>
              <a:off x="575697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7" name="Weave text 243: 활용을"/>
            <p:cNvSpPr txBox="1"/>
            <p:nvPr/>
          </p:nvSpPr>
          <p:spPr>
            <a:xfrm>
              <a:off x="5799832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8" name="Weave text 243:  "/>
            <p:cNvSpPr txBox="1"/>
            <p:nvPr/>
          </p:nvSpPr>
          <p:spPr>
            <a:xfrm>
              <a:off x="622056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9" name="Weave text 243: 끄거나"/>
            <p:cNvSpPr txBox="1"/>
            <p:nvPr/>
          </p:nvSpPr>
          <p:spPr>
            <a:xfrm>
              <a:off x="626343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끄거나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0" name="Weave text 243:  "/>
            <p:cNvSpPr txBox="1"/>
            <p:nvPr/>
          </p:nvSpPr>
          <p:spPr>
            <a:xfrm>
              <a:off x="668402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1" name="Weave text 243: 삭제할"/>
            <p:cNvSpPr txBox="1"/>
            <p:nvPr/>
          </p:nvSpPr>
          <p:spPr>
            <a:xfrm>
              <a:off x="672688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삭제할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243:  "/>
            <p:cNvSpPr txBox="1"/>
            <p:nvPr/>
          </p:nvSpPr>
          <p:spPr>
            <a:xfrm>
              <a:off x="7147471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243: 수"/>
            <p:cNvSpPr txBox="1"/>
            <p:nvPr/>
          </p:nvSpPr>
          <p:spPr>
            <a:xfrm>
              <a:off x="7190333" y="53006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243:  "/>
            <p:cNvSpPr txBox="1"/>
            <p:nvPr/>
          </p:nvSpPr>
          <p:spPr>
            <a:xfrm>
              <a:off x="733052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243: 있습니다"/>
            <p:cNvSpPr txBox="1"/>
            <p:nvPr/>
          </p:nvSpPr>
          <p:spPr>
            <a:xfrm>
              <a:off x="7373392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243: ."/>
            <p:cNvSpPr txBox="1"/>
            <p:nvPr/>
          </p:nvSpPr>
          <p:spPr>
            <a:xfrm>
              <a:off x="7934176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244: 출처와 원문을 확인한 뒤 선택한 내용만 입력되고, 메시지는 자동으로 전송"/>
          <p:cNvGrpSpPr/>
          <p:nvPr/>
        </p:nvGrpSpPr>
        <p:grpSpPr>
          <a:xfrm>
            <a:off x="1209675" y="5559623"/>
            <a:ext cx="5602039" cy="281940"/>
            <a:chOff x="1209675" y="5559623"/>
            <a:chExt cx="5602039" cy="281940"/>
          </a:xfrm>
        </p:grpSpPr>
        <p:sp>
          <p:nvSpPr>
            <p:cNvPr id="268" name="Weave text 244: 출처와"/>
            <p:cNvSpPr txBox="1"/>
            <p:nvPr/>
          </p:nvSpPr>
          <p:spPr>
            <a:xfrm>
              <a:off x="1209675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244:  "/>
            <p:cNvSpPr txBox="1"/>
            <p:nvPr/>
          </p:nvSpPr>
          <p:spPr>
            <a:xfrm>
              <a:off x="163026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244: 원문을"/>
            <p:cNvSpPr txBox="1"/>
            <p:nvPr/>
          </p:nvSpPr>
          <p:spPr>
            <a:xfrm>
              <a:off x="167312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44:  "/>
            <p:cNvSpPr txBox="1"/>
            <p:nvPr/>
          </p:nvSpPr>
          <p:spPr>
            <a:xfrm>
              <a:off x="20937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44: 확인한"/>
            <p:cNvSpPr txBox="1"/>
            <p:nvPr/>
          </p:nvSpPr>
          <p:spPr>
            <a:xfrm>
              <a:off x="2136577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244:  "/>
            <p:cNvSpPr txBox="1"/>
            <p:nvPr/>
          </p:nvSpPr>
          <p:spPr>
            <a:xfrm>
              <a:off x="2557165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244: 뒤"/>
            <p:cNvSpPr txBox="1"/>
            <p:nvPr/>
          </p:nvSpPr>
          <p:spPr>
            <a:xfrm>
              <a:off x="2600027" y="55596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5" name="Weave text 244:  "/>
            <p:cNvSpPr txBox="1"/>
            <p:nvPr/>
          </p:nvSpPr>
          <p:spPr>
            <a:xfrm>
              <a:off x="27402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6" name="Weave text 244: 선택한"/>
            <p:cNvSpPr txBox="1"/>
            <p:nvPr/>
          </p:nvSpPr>
          <p:spPr>
            <a:xfrm>
              <a:off x="2783086" y="55596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244:  "/>
            <p:cNvSpPr txBox="1"/>
            <p:nvPr/>
          </p:nvSpPr>
          <p:spPr>
            <a:xfrm>
              <a:off x="32038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244: 내용만"/>
            <p:cNvSpPr txBox="1"/>
            <p:nvPr/>
          </p:nvSpPr>
          <p:spPr>
            <a:xfrm>
              <a:off x="324668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244:  "/>
            <p:cNvSpPr txBox="1"/>
            <p:nvPr/>
          </p:nvSpPr>
          <p:spPr>
            <a:xfrm>
              <a:off x="366727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244: 입력되고"/>
            <p:cNvSpPr txBox="1"/>
            <p:nvPr/>
          </p:nvSpPr>
          <p:spPr>
            <a:xfrm>
              <a:off x="3710136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입력되고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244: , "/>
            <p:cNvSpPr txBox="1"/>
            <p:nvPr/>
          </p:nvSpPr>
          <p:spPr>
            <a:xfrm>
              <a:off x="4270921" y="55596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244: 메시지는"/>
            <p:cNvSpPr txBox="1"/>
            <p:nvPr/>
          </p:nvSpPr>
          <p:spPr>
            <a:xfrm>
              <a:off x="4357688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메시지는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244:  "/>
            <p:cNvSpPr txBox="1"/>
            <p:nvPr/>
          </p:nvSpPr>
          <p:spPr>
            <a:xfrm>
              <a:off x="4918472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244: 자동으로"/>
            <p:cNvSpPr txBox="1"/>
            <p:nvPr/>
          </p:nvSpPr>
          <p:spPr>
            <a:xfrm>
              <a:off x="4961334" y="55596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자동으로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244:  "/>
            <p:cNvSpPr txBox="1"/>
            <p:nvPr/>
          </p:nvSpPr>
          <p:spPr>
            <a:xfrm>
              <a:off x="5522268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244: 전송되지"/>
            <p:cNvSpPr txBox="1"/>
            <p:nvPr/>
          </p:nvSpPr>
          <p:spPr>
            <a:xfrm>
              <a:off x="5565130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전송되지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244:  "/>
            <p:cNvSpPr txBox="1"/>
            <p:nvPr/>
          </p:nvSpPr>
          <p:spPr>
            <a:xfrm>
              <a:off x="61259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244: 않습니다"/>
            <p:cNvSpPr txBox="1"/>
            <p:nvPr/>
          </p:nvSpPr>
          <p:spPr>
            <a:xfrm>
              <a:off x="6168777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244: ."/>
            <p:cNvSpPr txBox="1"/>
            <p:nvPr/>
          </p:nvSpPr>
          <p:spPr>
            <a:xfrm>
              <a:off x="6729561" y="55596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0" name="Line 245: Keystore로 저장소의 암호화 키를 보호합니다.">
            <a:hlinkClick r:id="rIdWeaveLink245"/>
          </p:cNvPr>
          <p:cNvGrpSpPr/>
          <p:nvPr/>
        </p:nvGrpSpPr>
        <p:grpSpPr>
          <a:xfrm>
            <a:off x="1209675" y="5885259"/>
            <a:ext cx="2066479" cy="205740"/>
            <a:chOff x="1209675" y="5885259"/>
            <a:chExt cx="2066479" cy="205740"/>
          </a:xfrm>
        </p:grpSpPr>
        <p:sp>
          <p:nvSpPr>
            <p:cNvPr id="291" name="Weave text 245: Keystore">
              <a:hlinkClick r:id="rIdWeaveLink245"/>
            </p:cNvPr>
            <p:cNvSpPr txBox="1"/>
            <p:nvPr/>
          </p:nvSpPr>
          <p:spPr>
            <a:xfrm>
              <a:off x="1209675" y="5885259"/>
              <a:ext cx="47252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Keystore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245: 로">
              <a:hlinkClick r:id="rIdWeaveLink245"/>
            </p:cNvPr>
            <p:cNvSpPr txBox="1"/>
            <p:nvPr/>
          </p:nvSpPr>
          <p:spPr>
            <a:xfrm>
              <a:off x="1643955" y="58852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245:  ">
              <a:hlinkClick r:id="rIdWeaveLink245"/>
            </p:cNvPr>
            <p:cNvSpPr txBox="1"/>
            <p:nvPr/>
          </p:nvSpPr>
          <p:spPr>
            <a:xfrm>
              <a:off x="1740396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245: 저장소의">
              <a:hlinkClick r:id="rIdWeaveLink245"/>
            </p:cNvPr>
            <p:cNvSpPr txBox="1"/>
            <p:nvPr/>
          </p:nvSpPr>
          <p:spPr>
            <a:xfrm>
              <a:off x="1769864" y="5885259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저장소의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245:  ">
              <a:hlinkClick r:id="rIdWeaveLink245"/>
            </p:cNvPr>
            <p:cNvSpPr txBox="1"/>
            <p:nvPr/>
          </p:nvSpPr>
          <p:spPr>
            <a:xfrm>
              <a:off x="215532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245: 암호화">
              <a:hlinkClick r:id="rIdWeaveLink245"/>
            </p:cNvPr>
            <p:cNvSpPr txBox="1"/>
            <p:nvPr/>
          </p:nvSpPr>
          <p:spPr>
            <a:xfrm>
              <a:off x="2184797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암호화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245:  ">
              <a:hlinkClick r:id="rIdWeaveLink245"/>
            </p:cNvPr>
            <p:cNvSpPr txBox="1"/>
            <p:nvPr/>
          </p:nvSpPr>
          <p:spPr>
            <a:xfrm>
              <a:off x="247397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245: 키를">
              <a:hlinkClick r:id="rIdWeaveLink245"/>
            </p:cNvPr>
            <p:cNvSpPr txBox="1"/>
            <p:nvPr/>
          </p:nvSpPr>
          <p:spPr>
            <a:xfrm>
              <a:off x="2503438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키를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245:  ">
              <a:hlinkClick r:id="rIdWeaveLink245"/>
            </p:cNvPr>
            <p:cNvSpPr txBox="1"/>
            <p:nvPr/>
          </p:nvSpPr>
          <p:spPr>
            <a:xfrm>
              <a:off x="269631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245: 보호합니다">
              <a:hlinkClick r:id="rIdWeaveLink245"/>
            </p:cNvPr>
            <p:cNvSpPr txBox="1"/>
            <p:nvPr/>
          </p:nvSpPr>
          <p:spPr>
            <a:xfrm>
              <a:off x="2725787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보호합니다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245: .">
              <a:hlinkClick r:id="rIdWeaveLink245"/>
            </p:cNvPr>
            <p:cNvSpPr txBox="1"/>
            <p:nvPr/>
          </p:nvSpPr>
          <p:spPr>
            <a:xfrm>
              <a:off x="3207693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2" name="Line 246:  근거가 부족하거나 충돌하면 답을 단정하지 않고 후보·원문을 먼저 보여줍"/>
          <p:cNvGrpSpPr/>
          <p:nvPr/>
        </p:nvGrpSpPr>
        <p:grpSpPr>
          <a:xfrm>
            <a:off x="3238054" y="5885259"/>
            <a:ext cx="3448348" cy="205740"/>
            <a:chOff x="3238054" y="5885259"/>
            <a:chExt cx="3448348" cy="205740"/>
          </a:xfrm>
        </p:grpSpPr>
        <p:sp>
          <p:nvSpPr>
            <p:cNvPr id="303" name="Weave text 246:  "/>
            <p:cNvSpPr txBox="1"/>
            <p:nvPr/>
          </p:nvSpPr>
          <p:spPr>
            <a:xfrm>
              <a:off x="3238054" y="58852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246: 근거가"/>
            <p:cNvSpPr txBox="1"/>
            <p:nvPr/>
          </p:nvSpPr>
          <p:spPr>
            <a:xfrm>
              <a:off x="3267521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근거가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5" name="Weave text 246:  "/>
            <p:cNvSpPr txBox="1"/>
            <p:nvPr/>
          </p:nvSpPr>
          <p:spPr>
            <a:xfrm>
              <a:off x="3556695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6" name="Weave text 246: 부족하거나"/>
            <p:cNvSpPr txBox="1"/>
            <p:nvPr/>
          </p:nvSpPr>
          <p:spPr>
            <a:xfrm>
              <a:off x="3586162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부족하거나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246:  "/>
            <p:cNvSpPr txBox="1"/>
            <p:nvPr/>
          </p:nvSpPr>
          <p:spPr>
            <a:xfrm>
              <a:off x="406806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246: 충돌하면"/>
            <p:cNvSpPr txBox="1"/>
            <p:nvPr/>
          </p:nvSpPr>
          <p:spPr>
            <a:xfrm>
              <a:off x="4097536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충돌하면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246:  "/>
            <p:cNvSpPr txBox="1"/>
            <p:nvPr/>
          </p:nvSpPr>
          <p:spPr>
            <a:xfrm>
              <a:off x="44831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246: 답을"/>
            <p:cNvSpPr txBox="1"/>
            <p:nvPr/>
          </p:nvSpPr>
          <p:spPr>
            <a:xfrm>
              <a:off x="4512618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답을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1" name="Weave text 246:  "/>
            <p:cNvSpPr txBox="1"/>
            <p:nvPr/>
          </p:nvSpPr>
          <p:spPr>
            <a:xfrm>
              <a:off x="47053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2" name="Weave text 246: 단정하지"/>
            <p:cNvSpPr txBox="1"/>
            <p:nvPr/>
          </p:nvSpPr>
          <p:spPr>
            <a:xfrm>
              <a:off x="4734818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단정하지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3" name="Weave text 246:  "/>
            <p:cNvSpPr txBox="1"/>
            <p:nvPr/>
          </p:nvSpPr>
          <p:spPr>
            <a:xfrm>
              <a:off x="51204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4" name="Weave text 246: 않고"/>
            <p:cNvSpPr txBox="1"/>
            <p:nvPr/>
          </p:nvSpPr>
          <p:spPr>
            <a:xfrm>
              <a:off x="51499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5" name="Weave text 246:  "/>
            <p:cNvSpPr txBox="1"/>
            <p:nvPr/>
          </p:nvSpPr>
          <p:spPr>
            <a:xfrm>
              <a:off x="53426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246: 후보"/>
            <p:cNvSpPr txBox="1"/>
            <p:nvPr/>
          </p:nvSpPr>
          <p:spPr>
            <a:xfrm>
              <a:off x="53721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후보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7" name="Weave text 246: ·"/>
            <p:cNvSpPr txBox="1"/>
            <p:nvPr/>
          </p:nvSpPr>
          <p:spPr>
            <a:xfrm>
              <a:off x="5564832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8" name="Weave text 246: 원문을"/>
            <p:cNvSpPr txBox="1"/>
            <p:nvPr/>
          </p:nvSpPr>
          <p:spPr>
            <a:xfrm>
              <a:off x="5595045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9" name="Weave text 246:  "/>
            <p:cNvSpPr txBox="1"/>
            <p:nvPr/>
          </p:nvSpPr>
          <p:spPr>
            <a:xfrm>
              <a:off x="588421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0" name="Weave text 246: 먼저"/>
            <p:cNvSpPr txBox="1"/>
            <p:nvPr/>
          </p:nvSpPr>
          <p:spPr>
            <a:xfrm>
              <a:off x="5913686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1" name="Weave text 246:  "/>
            <p:cNvSpPr txBox="1"/>
            <p:nvPr/>
          </p:nvSpPr>
          <p:spPr>
            <a:xfrm>
              <a:off x="6106567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2" name="Weave text 246: 보여줍니다"/>
            <p:cNvSpPr txBox="1"/>
            <p:nvPr/>
          </p:nvSpPr>
          <p:spPr>
            <a:xfrm>
              <a:off x="6136035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보여줍니다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246: ."/>
            <p:cNvSpPr txBox="1"/>
            <p:nvPr/>
          </p:nvSpPr>
          <p:spPr>
            <a:xfrm>
              <a:off x="6617940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4" name="Line 247: Weave는 제안 설계 기준 · 상세 데이터 흐름과 모델 후보는 기획서의"/>
          <p:cNvGrpSpPr/>
          <p:nvPr/>
        </p:nvGrpSpPr>
        <p:grpSpPr>
          <a:xfrm>
            <a:off x="609600" y="6229350"/>
            <a:ext cx="3925937" cy="190500"/>
            <a:chOff x="609600" y="6229350"/>
            <a:chExt cx="3925937" cy="190500"/>
          </a:xfrm>
        </p:grpSpPr>
        <p:sp>
          <p:nvSpPr>
            <p:cNvPr id="325" name="Weave text 247: Weave"/>
            <p:cNvSpPr txBox="1"/>
            <p:nvPr/>
          </p:nvSpPr>
          <p:spPr>
            <a:xfrm>
              <a:off x="609600" y="6229350"/>
              <a:ext cx="34290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247: 는"/>
            <p:cNvSpPr txBox="1"/>
            <p:nvPr/>
          </p:nvSpPr>
          <p:spPr>
            <a:xfrm>
              <a:off x="914251" y="622935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247:  "/>
            <p:cNvSpPr txBox="1"/>
            <p:nvPr/>
          </p:nvSpPr>
          <p:spPr>
            <a:xfrm>
              <a:off x="100191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247: 제안"/>
            <p:cNvSpPr txBox="1"/>
            <p:nvPr/>
          </p:nvSpPr>
          <p:spPr>
            <a:xfrm>
              <a:off x="102870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247:  "/>
            <p:cNvSpPr txBox="1"/>
            <p:nvPr/>
          </p:nvSpPr>
          <p:spPr>
            <a:xfrm>
              <a:off x="120402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247: 설계"/>
            <p:cNvSpPr txBox="1"/>
            <p:nvPr/>
          </p:nvSpPr>
          <p:spPr>
            <a:xfrm>
              <a:off x="1230809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247:  "/>
            <p:cNvSpPr txBox="1"/>
            <p:nvPr/>
          </p:nvSpPr>
          <p:spPr>
            <a:xfrm>
              <a:off x="140597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247: 기준"/>
            <p:cNvSpPr txBox="1"/>
            <p:nvPr/>
          </p:nvSpPr>
          <p:spPr>
            <a:xfrm>
              <a:off x="1432768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247:  · "/>
            <p:cNvSpPr txBox="1"/>
            <p:nvPr/>
          </p:nvSpPr>
          <p:spPr>
            <a:xfrm>
              <a:off x="1608088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247: 상세"/>
            <p:cNvSpPr txBox="1"/>
            <p:nvPr/>
          </p:nvSpPr>
          <p:spPr>
            <a:xfrm>
              <a:off x="168905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상세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247:  "/>
            <p:cNvSpPr txBox="1"/>
            <p:nvPr/>
          </p:nvSpPr>
          <p:spPr>
            <a:xfrm>
              <a:off x="186437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247: 데이터"/>
            <p:cNvSpPr txBox="1"/>
            <p:nvPr/>
          </p:nvSpPr>
          <p:spPr>
            <a:xfrm>
              <a:off x="1891159" y="622935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247:  "/>
            <p:cNvSpPr txBox="1"/>
            <p:nvPr/>
          </p:nvSpPr>
          <p:spPr>
            <a:xfrm>
              <a:off x="215398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247: 흐름과"/>
            <p:cNvSpPr txBox="1"/>
            <p:nvPr/>
          </p:nvSpPr>
          <p:spPr>
            <a:xfrm>
              <a:off x="2180779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흐름과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247:  "/>
            <p:cNvSpPr txBox="1"/>
            <p:nvPr/>
          </p:nvSpPr>
          <p:spPr>
            <a:xfrm>
              <a:off x="244375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247: 모델"/>
            <p:cNvSpPr txBox="1"/>
            <p:nvPr/>
          </p:nvSpPr>
          <p:spPr>
            <a:xfrm>
              <a:off x="2470547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모델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247:  "/>
            <p:cNvSpPr txBox="1"/>
            <p:nvPr/>
          </p:nvSpPr>
          <p:spPr>
            <a:xfrm>
              <a:off x="264571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2" name="Weave text 247: 후보는"/>
            <p:cNvSpPr txBox="1"/>
            <p:nvPr/>
          </p:nvSpPr>
          <p:spPr>
            <a:xfrm>
              <a:off x="2672507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후보는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3" name="Weave text 247:  "/>
            <p:cNvSpPr txBox="1"/>
            <p:nvPr/>
          </p:nvSpPr>
          <p:spPr>
            <a:xfrm>
              <a:off x="2935486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4" name="Weave text 247: 기획서의"/>
            <p:cNvSpPr txBox="1"/>
            <p:nvPr/>
          </p:nvSpPr>
          <p:spPr>
            <a:xfrm>
              <a:off x="2962275" y="622935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기획서의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5" name="Weave text 247:  Technical details "/>
            <p:cNvSpPr txBox="1"/>
            <p:nvPr/>
          </p:nvSpPr>
          <p:spPr>
            <a:xfrm>
              <a:off x="3312765" y="6229350"/>
              <a:ext cx="84549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Technical details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6" name="Weave text 247: 부록"/>
            <p:cNvSpPr txBox="1"/>
            <p:nvPr/>
          </p:nvSpPr>
          <p:spPr>
            <a:xfrm>
              <a:off x="4120009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부록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7" name="Weave text 247:  "/>
            <p:cNvSpPr txBox="1"/>
            <p:nvPr/>
          </p:nvSpPr>
          <p:spPr>
            <a:xfrm>
              <a:off x="429532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8" name="Weave text 247: 참조"/>
            <p:cNvSpPr txBox="1"/>
            <p:nvPr/>
          </p:nvSpPr>
          <p:spPr>
            <a:xfrm>
              <a:off x="4322118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참조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9" name="Line 248: 09 / 12"/>
          <p:cNvGrpSpPr/>
          <p:nvPr/>
        </p:nvGrpSpPr>
        <p:grpSpPr>
          <a:xfrm>
            <a:off x="11151691" y="6486525"/>
            <a:ext cx="468809" cy="190500"/>
            <a:chOff x="11151691" y="6486525"/>
            <a:chExt cx="468809" cy="190500"/>
          </a:xfrm>
        </p:grpSpPr>
        <p:sp>
          <p:nvSpPr>
            <p:cNvPr id="350" name="Weave text 248: 09 / 12"/>
            <p:cNvSpPr txBox="1"/>
            <p:nvPr/>
          </p:nvSpPr>
          <p:spPr>
            <a:xfrm>
              <a:off x="11151691" y="6486525"/>
              <a:ext cx="46880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09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49: 10 / WHY SAMSUNG, WHY NOW"/>
          <p:cNvGrpSpPr/>
          <p:nvPr/>
        </p:nvGrpSpPr>
        <p:grpSpPr>
          <a:xfrm>
            <a:off x="609600" y="371475"/>
            <a:ext cx="2153989" cy="205740"/>
            <a:chOff x="609600" y="371475"/>
            <a:chExt cx="2153989" cy="205740"/>
          </a:xfrm>
        </p:grpSpPr>
        <p:sp>
          <p:nvSpPr>
            <p:cNvPr id="4" name="Weave text 249: 10 / WHY SAMSUNG, WHY NOW"/>
            <p:cNvSpPr txBox="1"/>
            <p:nvPr/>
          </p:nvSpPr>
          <p:spPr>
            <a:xfrm>
              <a:off x="609600" y="371475"/>
              <a:ext cx="215398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10 / WHY SAMSUNG, WHY NOW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50: 기록이 남는 곳에서, 다시 쓰는 순간까지."/>
          <p:cNvGrpSpPr/>
          <p:nvPr/>
        </p:nvGrpSpPr>
        <p:grpSpPr>
          <a:xfrm>
            <a:off x="609600" y="704850"/>
            <a:ext cx="5923508" cy="647700"/>
            <a:chOff x="609600" y="704850"/>
            <a:chExt cx="5923508" cy="647700"/>
          </a:xfrm>
        </p:grpSpPr>
        <p:sp>
          <p:nvSpPr>
            <p:cNvPr id="6" name="Weave text 250: 기록이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50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50: 남는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남는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50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50: 곳에서"/>
            <p:cNvSpPr txBox="1"/>
            <p:nvPr/>
          </p:nvSpPr>
          <p:spPr>
            <a:xfrm>
              <a:off x="2420689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곳에서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50: , "/>
            <p:cNvSpPr txBox="1"/>
            <p:nvPr/>
          </p:nvSpPr>
          <p:spPr>
            <a:xfrm>
              <a:off x="341515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50: 다시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50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50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50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50: 순간까지"/>
            <p:cNvSpPr txBox="1"/>
            <p:nvPr/>
          </p:nvSpPr>
          <p:spPr>
            <a:xfrm>
              <a:off x="5066556" y="704850"/>
              <a:ext cx="136401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순간까지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50: ."/>
            <p:cNvSpPr txBox="1"/>
            <p:nvPr/>
          </p:nvSpPr>
          <p:spPr>
            <a:xfrm>
              <a:off x="639231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51: 갤럭시의 앱·키보드·보안 기반 위에, 기억을 활용하는 경험을 더합니다."/>
          <p:cNvGrpSpPr/>
          <p:nvPr/>
        </p:nvGrpSpPr>
        <p:grpSpPr>
          <a:xfrm>
            <a:off x="609600" y="1333500"/>
            <a:ext cx="4714726" cy="297180"/>
            <a:chOff x="609600" y="1333500"/>
            <a:chExt cx="4714726" cy="297180"/>
          </a:xfrm>
        </p:grpSpPr>
        <p:sp>
          <p:nvSpPr>
            <p:cNvPr id="19" name="Weave text 251: 갤럭시의"/>
            <p:cNvSpPr txBox="1"/>
            <p:nvPr/>
          </p:nvSpPr>
          <p:spPr>
            <a:xfrm>
              <a:off x="609600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51:  "/>
            <p:cNvSpPr txBox="1"/>
            <p:nvPr/>
          </p:nvSpPr>
          <p:spPr>
            <a:xfrm>
              <a:off x="1205359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51: 앱"/>
            <p:cNvSpPr txBox="1"/>
            <p:nvPr/>
          </p:nvSpPr>
          <p:spPr>
            <a:xfrm>
              <a:off x="1250900" y="13335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51: ·"/>
            <p:cNvSpPr txBox="1"/>
            <p:nvPr/>
          </p:nvSpPr>
          <p:spPr>
            <a:xfrm>
              <a:off x="1399877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51: 키보드"/>
            <p:cNvSpPr txBox="1"/>
            <p:nvPr/>
          </p:nvSpPr>
          <p:spPr>
            <a:xfrm>
              <a:off x="1446609" y="13335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51: ·"/>
            <p:cNvSpPr txBox="1"/>
            <p:nvPr/>
          </p:nvSpPr>
          <p:spPr>
            <a:xfrm>
              <a:off x="1893540" y="133350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51: 보안"/>
            <p:cNvSpPr txBox="1"/>
            <p:nvPr/>
          </p:nvSpPr>
          <p:spPr>
            <a:xfrm>
              <a:off x="1940123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51:  "/>
            <p:cNvSpPr txBox="1"/>
            <p:nvPr/>
          </p:nvSpPr>
          <p:spPr>
            <a:xfrm>
              <a:off x="2238077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51: 기반"/>
            <p:cNvSpPr txBox="1"/>
            <p:nvPr/>
          </p:nvSpPr>
          <p:spPr>
            <a:xfrm>
              <a:off x="2283619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51:  "/>
            <p:cNvSpPr txBox="1"/>
            <p:nvPr/>
          </p:nvSpPr>
          <p:spPr>
            <a:xfrm>
              <a:off x="2581573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51: 위에"/>
            <p:cNvSpPr txBox="1"/>
            <p:nvPr/>
          </p:nvSpPr>
          <p:spPr>
            <a:xfrm>
              <a:off x="2627114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51: , "/>
            <p:cNvSpPr txBox="1"/>
            <p:nvPr/>
          </p:nvSpPr>
          <p:spPr>
            <a:xfrm>
              <a:off x="2925068" y="13335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51: 기억을"/>
            <p:cNvSpPr txBox="1"/>
            <p:nvPr/>
          </p:nvSpPr>
          <p:spPr>
            <a:xfrm>
              <a:off x="3017193" y="13335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51:  "/>
            <p:cNvSpPr txBox="1"/>
            <p:nvPr/>
          </p:nvSpPr>
          <p:spPr>
            <a:xfrm>
              <a:off x="3464123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51: 활용하는"/>
            <p:cNvSpPr txBox="1"/>
            <p:nvPr/>
          </p:nvSpPr>
          <p:spPr>
            <a:xfrm>
              <a:off x="3509665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활용하는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51:  "/>
            <p:cNvSpPr txBox="1"/>
            <p:nvPr/>
          </p:nvSpPr>
          <p:spPr>
            <a:xfrm>
              <a:off x="4105573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51: 경험을"/>
            <p:cNvSpPr txBox="1"/>
            <p:nvPr/>
          </p:nvSpPr>
          <p:spPr>
            <a:xfrm>
              <a:off x="4151114" y="13335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경험을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51:  "/>
            <p:cNvSpPr txBox="1"/>
            <p:nvPr/>
          </p:nvSpPr>
          <p:spPr>
            <a:xfrm>
              <a:off x="459804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51: 더합니다"/>
            <p:cNvSpPr txBox="1"/>
            <p:nvPr/>
          </p:nvSpPr>
          <p:spPr>
            <a:xfrm>
              <a:off x="464358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더합니다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51: ."/>
            <p:cNvSpPr txBox="1"/>
            <p:nvPr/>
          </p:nvSpPr>
          <p:spPr>
            <a:xfrm>
              <a:off x="5239494" y="133350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9" name="Line 252: 왜 삼성인가?"/>
          <p:cNvGrpSpPr/>
          <p:nvPr/>
        </p:nvGrpSpPr>
        <p:grpSpPr>
          <a:xfrm>
            <a:off x="609600" y="2028825"/>
            <a:ext cx="809030" cy="266700"/>
            <a:chOff x="609600" y="2028825"/>
            <a:chExt cx="809030" cy="266700"/>
          </a:xfrm>
        </p:grpSpPr>
        <p:sp>
          <p:nvSpPr>
            <p:cNvPr id="40" name="Weave text 252: 왜"/>
            <p:cNvSpPr txBox="1"/>
            <p:nvPr/>
          </p:nvSpPr>
          <p:spPr>
            <a:xfrm>
              <a:off x="609600" y="2028825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왜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52:  "/>
            <p:cNvSpPr txBox="1"/>
            <p:nvPr/>
          </p:nvSpPr>
          <p:spPr>
            <a:xfrm>
              <a:off x="741015" y="2028825"/>
              <a:ext cx="7426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52: 삼성인가"/>
            <p:cNvSpPr txBox="1"/>
            <p:nvPr/>
          </p:nvSpPr>
          <p:spPr>
            <a:xfrm>
              <a:off x="777032" y="2028825"/>
              <a:ext cx="563910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삼성인가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52: ?"/>
            <p:cNvSpPr txBox="1"/>
            <p:nvPr/>
          </p:nvSpPr>
          <p:spPr>
            <a:xfrm>
              <a:off x="1302693" y="2028825"/>
              <a:ext cx="115937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53: 기록을 남기는 앱과"/>
          <p:cNvGrpSpPr/>
          <p:nvPr/>
        </p:nvGrpSpPr>
        <p:grpSpPr>
          <a:xfrm>
            <a:off x="609600" y="2424112"/>
            <a:ext cx="2099965" cy="480060"/>
            <a:chOff x="609600" y="2424112"/>
            <a:chExt cx="2099965" cy="480060"/>
          </a:xfrm>
        </p:grpSpPr>
        <p:sp>
          <p:nvSpPr>
            <p:cNvPr id="45" name="Weave text 253: 기록을"/>
            <p:cNvSpPr txBox="1"/>
            <p:nvPr/>
          </p:nvSpPr>
          <p:spPr>
            <a:xfrm>
              <a:off x="609600" y="2424112"/>
              <a:ext cx="767358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" name="Weave text 253:  "/>
            <p:cNvSpPr txBox="1"/>
            <p:nvPr/>
          </p:nvSpPr>
          <p:spPr>
            <a:xfrm>
              <a:off x="1338709" y="2424112"/>
              <a:ext cx="96887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7" name="Weave text 253: 남기는"/>
            <p:cNvSpPr txBox="1"/>
            <p:nvPr/>
          </p:nvSpPr>
          <p:spPr>
            <a:xfrm>
              <a:off x="1397347" y="2424112"/>
              <a:ext cx="767507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남기는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8" name="Weave text 253:  "/>
            <p:cNvSpPr txBox="1"/>
            <p:nvPr/>
          </p:nvSpPr>
          <p:spPr>
            <a:xfrm>
              <a:off x="2126605" y="2424112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9" name="Weave text 253: 앱과"/>
            <p:cNvSpPr txBox="1"/>
            <p:nvPr/>
          </p:nvSpPr>
          <p:spPr>
            <a:xfrm>
              <a:off x="2185095" y="2424112"/>
              <a:ext cx="524470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앱과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0" name="Line 254: 꺼내 쓰는 키보드를 연결합니다."/>
          <p:cNvGrpSpPr/>
          <p:nvPr/>
        </p:nvGrpSpPr>
        <p:grpSpPr>
          <a:xfrm>
            <a:off x="609600" y="2824609"/>
            <a:ext cx="3450878" cy="480060"/>
            <a:chOff x="609600" y="2824609"/>
            <a:chExt cx="3450878" cy="480060"/>
          </a:xfrm>
        </p:grpSpPr>
        <p:sp>
          <p:nvSpPr>
            <p:cNvPr id="51" name="Weave text 254: 꺼내"/>
            <p:cNvSpPr txBox="1"/>
            <p:nvPr/>
          </p:nvSpPr>
          <p:spPr>
            <a:xfrm>
              <a:off x="609600" y="2824609"/>
              <a:ext cx="524321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2" name="Weave text 254:  "/>
            <p:cNvSpPr txBox="1"/>
            <p:nvPr/>
          </p:nvSpPr>
          <p:spPr>
            <a:xfrm>
              <a:off x="1095673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3" name="Weave text 254: 쓰는"/>
            <p:cNvSpPr txBox="1"/>
            <p:nvPr/>
          </p:nvSpPr>
          <p:spPr>
            <a:xfrm>
              <a:off x="1154162" y="2824609"/>
              <a:ext cx="524470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4" name="Weave text 254:  "/>
            <p:cNvSpPr txBox="1"/>
            <p:nvPr/>
          </p:nvSpPr>
          <p:spPr>
            <a:xfrm>
              <a:off x="1640384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5" name="Weave text 254: 키보드를"/>
            <p:cNvSpPr txBox="1"/>
            <p:nvPr/>
          </p:nvSpPr>
          <p:spPr>
            <a:xfrm>
              <a:off x="1698873" y="2824609"/>
              <a:ext cx="1010692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키보드를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254:  "/>
            <p:cNvSpPr txBox="1"/>
            <p:nvPr/>
          </p:nvSpPr>
          <p:spPr>
            <a:xfrm>
              <a:off x="2671316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254: 연결합니다"/>
            <p:cNvSpPr txBox="1"/>
            <p:nvPr/>
          </p:nvSpPr>
          <p:spPr>
            <a:xfrm>
              <a:off x="2729805" y="2824609"/>
              <a:ext cx="1253579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8" name="Weave text 254: ."/>
            <p:cNvSpPr txBox="1"/>
            <p:nvPr/>
          </p:nvSpPr>
          <p:spPr>
            <a:xfrm>
              <a:off x="3945136" y="2824609"/>
              <a:ext cx="115342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255: 갤러리·삼성노트·캘린더에 남은 기록을"/>
          <p:cNvGrpSpPr/>
          <p:nvPr/>
        </p:nvGrpSpPr>
        <p:grpSpPr>
          <a:xfrm>
            <a:off x="609600" y="3434655"/>
            <a:ext cx="2671465" cy="312420"/>
            <a:chOff x="609600" y="3434655"/>
            <a:chExt cx="2671465" cy="312420"/>
          </a:xfrm>
        </p:grpSpPr>
        <p:sp>
          <p:nvSpPr>
            <p:cNvPr id="60" name="Weave text 255: 갤러리"/>
            <p:cNvSpPr txBox="1"/>
            <p:nvPr/>
          </p:nvSpPr>
          <p:spPr>
            <a:xfrm>
              <a:off x="609600" y="3434655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55: ·"/>
            <p:cNvSpPr txBox="1"/>
            <p:nvPr/>
          </p:nvSpPr>
          <p:spPr>
            <a:xfrm>
              <a:off x="1069925" y="3434655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55: 삼성노트"/>
            <p:cNvSpPr txBox="1"/>
            <p:nvPr/>
          </p:nvSpPr>
          <p:spPr>
            <a:xfrm>
              <a:off x="1115020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55: ·"/>
            <p:cNvSpPr txBox="1"/>
            <p:nvPr/>
          </p:nvSpPr>
          <p:spPr>
            <a:xfrm>
              <a:off x="1728788" y="3434655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55: 캘린더에"/>
            <p:cNvSpPr txBox="1"/>
            <p:nvPr/>
          </p:nvSpPr>
          <p:spPr>
            <a:xfrm>
              <a:off x="1773882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캘린더에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55:  "/>
            <p:cNvSpPr txBox="1"/>
            <p:nvPr/>
          </p:nvSpPr>
          <p:spPr>
            <a:xfrm>
              <a:off x="2387650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55: 남은"/>
            <p:cNvSpPr txBox="1"/>
            <p:nvPr/>
          </p:nvSpPr>
          <p:spPr>
            <a:xfrm>
              <a:off x="2431554" y="3434655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남은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55:  "/>
            <p:cNvSpPr txBox="1"/>
            <p:nvPr/>
          </p:nvSpPr>
          <p:spPr>
            <a:xfrm>
              <a:off x="2738438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55: 기록을"/>
            <p:cNvSpPr txBox="1"/>
            <p:nvPr/>
          </p:nvSpPr>
          <p:spPr>
            <a:xfrm>
              <a:off x="2782342" y="3434655"/>
              <a:ext cx="49872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9" name="Line 256: 대화와 검색이 이루어지는 삼성 키보드로."/>
          <p:cNvGrpSpPr/>
          <p:nvPr/>
        </p:nvGrpSpPr>
        <p:grpSpPr>
          <a:xfrm>
            <a:off x="609600" y="3743176"/>
            <a:ext cx="2867620" cy="312420"/>
            <a:chOff x="609600" y="3743176"/>
            <a:chExt cx="2867620" cy="312420"/>
          </a:xfrm>
        </p:grpSpPr>
        <p:sp>
          <p:nvSpPr>
            <p:cNvPr id="70" name="Weave text 256: 대화와"/>
            <p:cNvSpPr txBox="1"/>
            <p:nvPr/>
          </p:nvSpPr>
          <p:spPr>
            <a:xfrm>
              <a:off x="609600" y="3743176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56:  "/>
            <p:cNvSpPr txBox="1"/>
            <p:nvPr/>
          </p:nvSpPr>
          <p:spPr>
            <a:xfrm>
              <a:off x="1069925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56: 검색이"/>
            <p:cNvSpPr txBox="1"/>
            <p:nvPr/>
          </p:nvSpPr>
          <p:spPr>
            <a:xfrm>
              <a:off x="1113830" y="3743176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검색이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256:  "/>
            <p:cNvSpPr txBox="1"/>
            <p:nvPr/>
          </p:nvSpPr>
          <p:spPr>
            <a:xfrm>
              <a:off x="1574155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256: 이루어지는"/>
            <p:cNvSpPr txBox="1"/>
            <p:nvPr/>
          </p:nvSpPr>
          <p:spPr>
            <a:xfrm>
              <a:off x="1618059" y="3743176"/>
              <a:ext cx="8054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이루어지는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56:  "/>
            <p:cNvSpPr txBox="1"/>
            <p:nvPr/>
          </p:nvSpPr>
          <p:spPr>
            <a:xfrm>
              <a:off x="2385268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56: 삼성"/>
            <p:cNvSpPr txBox="1"/>
            <p:nvPr/>
          </p:nvSpPr>
          <p:spPr>
            <a:xfrm>
              <a:off x="2429173" y="3743176"/>
              <a:ext cx="34528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56:  "/>
            <p:cNvSpPr txBox="1"/>
            <p:nvPr/>
          </p:nvSpPr>
          <p:spPr>
            <a:xfrm>
              <a:off x="2736205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56: 키보드로"/>
            <p:cNvSpPr txBox="1"/>
            <p:nvPr/>
          </p:nvSpPr>
          <p:spPr>
            <a:xfrm>
              <a:off x="2780109" y="3743176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키보드로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56: ."/>
            <p:cNvSpPr txBox="1"/>
            <p:nvPr/>
          </p:nvSpPr>
          <p:spPr>
            <a:xfrm>
              <a:off x="3393877" y="3743176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0" name="Line 257: 이미 쓰고 있는 화면 안에서 기억을 활용합니다."/>
          <p:cNvGrpSpPr/>
          <p:nvPr/>
        </p:nvGrpSpPr>
        <p:grpSpPr>
          <a:xfrm>
            <a:off x="609600" y="4051697"/>
            <a:ext cx="3262312" cy="312420"/>
            <a:chOff x="609600" y="4051697"/>
            <a:chExt cx="3262312" cy="312420"/>
          </a:xfrm>
        </p:grpSpPr>
        <p:sp>
          <p:nvSpPr>
            <p:cNvPr id="81" name="Weave text 257: 이미"/>
            <p:cNvSpPr txBox="1"/>
            <p:nvPr/>
          </p:nvSpPr>
          <p:spPr>
            <a:xfrm>
              <a:off x="609600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이미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57:  "/>
            <p:cNvSpPr txBox="1"/>
            <p:nvPr/>
          </p:nvSpPr>
          <p:spPr>
            <a:xfrm>
              <a:off x="916484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57: 쓰고"/>
            <p:cNvSpPr txBox="1"/>
            <p:nvPr/>
          </p:nvSpPr>
          <p:spPr>
            <a:xfrm>
              <a:off x="960388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쓰고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57:  "/>
            <p:cNvSpPr txBox="1"/>
            <p:nvPr/>
          </p:nvSpPr>
          <p:spPr>
            <a:xfrm>
              <a:off x="1267271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57: 있는"/>
            <p:cNvSpPr txBox="1"/>
            <p:nvPr/>
          </p:nvSpPr>
          <p:spPr>
            <a:xfrm>
              <a:off x="1311176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있는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6" name="Weave text 257:  "/>
            <p:cNvSpPr txBox="1"/>
            <p:nvPr/>
          </p:nvSpPr>
          <p:spPr>
            <a:xfrm>
              <a:off x="1618059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7" name="Weave text 257: 화면"/>
            <p:cNvSpPr txBox="1"/>
            <p:nvPr/>
          </p:nvSpPr>
          <p:spPr>
            <a:xfrm>
              <a:off x="1661964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57:  "/>
            <p:cNvSpPr txBox="1"/>
            <p:nvPr/>
          </p:nvSpPr>
          <p:spPr>
            <a:xfrm>
              <a:off x="1968847" y="4051697"/>
              <a:ext cx="8230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57: 안에서"/>
            <p:cNvSpPr txBox="1"/>
            <p:nvPr/>
          </p:nvSpPr>
          <p:spPr>
            <a:xfrm>
              <a:off x="2012900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57:  "/>
            <p:cNvSpPr txBox="1"/>
            <p:nvPr/>
          </p:nvSpPr>
          <p:spPr>
            <a:xfrm>
              <a:off x="2473226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57: 기억을"/>
            <p:cNvSpPr txBox="1"/>
            <p:nvPr/>
          </p:nvSpPr>
          <p:spPr>
            <a:xfrm>
              <a:off x="2517130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257:  "/>
            <p:cNvSpPr txBox="1"/>
            <p:nvPr/>
          </p:nvSpPr>
          <p:spPr>
            <a:xfrm>
              <a:off x="2977455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257: 활용합니다"/>
            <p:cNvSpPr txBox="1"/>
            <p:nvPr/>
          </p:nvSpPr>
          <p:spPr>
            <a:xfrm>
              <a:off x="3021360" y="4051697"/>
              <a:ext cx="8054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57: ."/>
            <p:cNvSpPr txBox="1"/>
            <p:nvPr/>
          </p:nvSpPr>
          <p:spPr>
            <a:xfrm>
              <a:off x="3788569" y="4051697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5" name="Line 258: 개인화와 보호의 기반"/>
          <p:cNvGrpSpPr/>
          <p:nvPr/>
        </p:nvGrpSpPr>
        <p:grpSpPr>
          <a:xfrm>
            <a:off x="609600" y="4788843"/>
            <a:ext cx="1048941" cy="220980"/>
            <a:chOff x="609600" y="4788843"/>
            <a:chExt cx="1048941" cy="220980"/>
          </a:xfrm>
        </p:grpSpPr>
        <p:sp>
          <p:nvSpPr>
            <p:cNvPr id="96" name="Weave text 258: 개인화와"/>
            <p:cNvSpPr txBox="1"/>
            <p:nvPr/>
          </p:nvSpPr>
          <p:spPr>
            <a:xfrm>
              <a:off x="609600" y="4788843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개인화와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58:  "/>
            <p:cNvSpPr txBox="1"/>
            <p:nvPr/>
          </p:nvSpPr>
          <p:spPr>
            <a:xfrm>
              <a:off x="1030188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58: 보호의"/>
            <p:cNvSpPr txBox="1"/>
            <p:nvPr/>
          </p:nvSpPr>
          <p:spPr>
            <a:xfrm>
              <a:off x="1062335" y="4788843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보호의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58:  "/>
            <p:cNvSpPr txBox="1"/>
            <p:nvPr/>
          </p:nvSpPr>
          <p:spPr>
            <a:xfrm>
              <a:off x="1377702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58: 기반"/>
            <p:cNvSpPr txBox="1"/>
            <p:nvPr/>
          </p:nvSpPr>
          <p:spPr>
            <a:xfrm>
              <a:off x="1409849" y="4788843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259: Personal Data Engine · KEEP · Knox Vault"/>
          <p:cNvGrpSpPr/>
          <p:nvPr/>
        </p:nvGrpSpPr>
        <p:grpSpPr>
          <a:xfrm>
            <a:off x="609600" y="5055543"/>
            <a:ext cx="3564136" cy="342900"/>
            <a:chOff x="609600" y="5055543"/>
            <a:chExt cx="3564136" cy="342900"/>
          </a:xfrm>
        </p:grpSpPr>
        <p:sp>
          <p:nvSpPr>
            <p:cNvPr id="102" name="Weave text 259: Personal Data Engine · KEEP · Knox V"/>
            <p:cNvSpPr txBox="1"/>
            <p:nvPr/>
          </p:nvSpPr>
          <p:spPr>
            <a:xfrm>
              <a:off x="609600" y="5055543"/>
              <a:ext cx="356413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38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38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Personal Data Engine · KEEP · Knox Vault</a:t>
              </a:r>
              <a:endParaRPr sz="1500" b="0" i="0" spc="-38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03" name="Line 260: 삼성의 개인화·보안 기반과 연계하는 방향으로 검토합니다."/>
          <p:cNvGrpSpPr/>
          <p:nvPr/>
        </p:nvGrpSpPr>
        <p:grpSpPr>
          <a:xfrm>
            <a:off x="609600" y="5436543"/>
            <a:ext cx="3246834" cy="251460"/>
            <a:chOff x="609600" y="5436543"/>
            <a:chExt cx="3246834" cy="251460"/>
          </a:xfrm>
        </p:grpSpPr>
        <p:sp>
          <p:nvSpPr>
            <p:cNvPr id="104" name="Weave text 260: 삼성의"/>
            <p:cNvSpPr txBox="1"/>
            <p:nvPr/>
          </p:nvSpPr>
          <p:spPr>
            <a:xfrm>
              <a:off x="609600" y="54365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60:  "/>
            <p:cNvSpPr txBox="1"/>
            <p:nvPr/>
          </p:nvSpPr>
          <p:spPr>
            <a:xfrm>
              <a:off x="977503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60: 개인화"/>
            <p:cNvSpPr txBox="1"/>
            <p:nvPr/>
          </p:nvSpPr>
          <p:spPr>
            <a:xfrm>
              <a:off x="1015008" y="5436543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개인화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260: ·"/>
            <p:cNvSpPr txBox="1"/>
            <p:nvPr/>
          </p:nvSpPr>
          <p:spPr>
            <a:xfrm>
              <a:off x="1383060" y="5436543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60: 보안"/>
            <p:cNvSpPr txBox="1"/>
            <p:nvPr/>
          </p:nvSpPr>
          <p:spPr>
            <a:xfrm>
              <a:off x="1421606" y="543654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보안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60:  "/>
            <p:cNvSpPr txBox="1"/>
            <p:nvPr/>
          </p:nvSpPr>
          <p:spPr>
            <a:xfrm>
              <a:off x="1666875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60: 기반과"/>
            <p:cNvSpPr txBox="1"/>
            <p:nvPr/>
          </p:nvSpPr>
          <p:spPr>
            <a:xfrm>
              <a:off x="1704380" y="5436543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기반과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60:  "/>
            <p:cNvSpPr txBox="1"/>
            <p:nvPr/>
          </p:nvSpPr>
          <p:spPr>
            <a:xfrm>
              <a:off x="2072432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60: 연계하는"/>
            <p:cNvSpPr txBox="1"/>
            <p:nvPr/>
          </p:nvSpPr>
          <p:spPr>
            <a:xfrm>
              <a:off x="2109936" y="543654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연계하는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60:  "/>
            <p:cNvSpPr txBox="1"/>
            <p:nvPr/>
          </p:nvSpPr>
          <p:spPr>
            <a:xfrm>
              <a:off x="2600623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60: 방향으로"/>
            <p:cNvSpPr txBox="1"/>
            <p:nvPr/>
          </p:nvSpPr>
          <p:spPr>
            <a:xfrm>
              <a:off x="2638127" y="5436543"/>
              <a:ext cx="52908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방향으로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60:  "/>
            <p:cNvSpPr txBox="1"/>
            <p:nvPr/>
          </p:nvSpPr>
          <p:spPr>
            <a:xfrm>
              <a:off x="3128962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60: 검토합니다"/>
            <p:cNvSpPr txBox="1"/>
            <p:nvPr/>
          </p:nvSpPr>
          <p:spPr>
            <a:xfrm>
              <a:off x="3166467" y="5436543"/>
              <a:ext cx="65157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검토합니다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60: ."/>
            <p:cNvSpPr txBox="1"/>
            <p:nvPr/>
          </p:nvSpPr>
          <p:spPr>
            <a:xfrm>
              <a:off x="3779788" y="543654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8" name="Line 261: 왜 지금인가?"/>
          <p:cNvGrpSpPr/>
          <p:nvPr/>
        </p:nvGrpSpPr>
        <p:grpSpPr>
          <a:xfrm>
            <a:off x="6496050" y="2028825"/>
            <a:ext cx="809030" cy="266700"/>
            <a:chOff x="6496050" y="2028825"/>
            <a:chExt cx="809030" cy="266700"/>
          </a:xfrm>
        </p:grpSpPr>
        <p:sp>
          <p:nvSpPr>
            <p:cNvPr id="119" name="Weave text 261: 왜"/>
            <p:cNvSpPr txBox="1"/>
            <p:nvPr/>
          </p:nvSpPr>
          <p:spPr>
            <a:xfrm>
              <a:off x="6496050" y="2028825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왜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0" name="Weave text 261:  "/>
            <p:cNvSpPr txBox="1"/>
            <p:nvPr/>
          </p:nvSpPr>
          <p:spPr>
            <a:xfrm>
              <a:off x="6627465" y="2028825"/>
              <a:ext cx="7426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1" name="Weave text 261: 지금인가"/>
            <p:cNvSpPr txBox="1"/>
            <p:nvPr/>
          </p:nvSpPr>
          <p:spPr>
            <a:xfrm>
              <a:off x="6663482" y="2028825"/>
              <a:ext cx="563910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지금인가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2" name="Weave text 261: ?"/>
            <p:cNvSpPr txBox="1"/>
            <p:nvPr/>
          </p:nvSpPr>
          <p:spPr>
            <a:xfrm>
              <a:off x="7189143" y="2028825"/>
              <a:ext cx="115937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262: 기기 안에서 이해하고,"/>
          <p:cNvGrpSpPr/>
          <p:nvPr/>
        </p:nvGrpSpPr>
        <p:grpSpPr>
          <a:xfrm>
            <a:off x="6496050" y="2424112"/>
            <a:ext cx="2419945" cy="480060"/>
            <a:chOff x="6496050" y="2424112"/>
            <a:chExt cx="2419945" cy="480060"/>
          </a:xfrm>
        </p:grpSpPr>
        <p:sp>
          <p:nvSpPr>
            <p:cNvPr id="124" name="Weave text 262: 기기"/>
            <p:cNvSpPr txBox="1"/>
            <p:nvPr/>
          </p:nvSpPr>
          <p:spPr>
            <a:xfrm>
              <a:off x="6496050" y="2424112"/>
              <a:ext cx="524321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5" name="Weave text 262:  "/>
            <p:cNvSpPr txBox="1"/>
            <p:nvPr/>
          </p:nvSpPr>
          <p:spPr>
            <a:xfrm>
              <a:off x="6982123" y="2424112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6" name="Weave text 262: 안에서"/>
            <p:cNvSpPr txBox="1"/>
            <p:nvPr/>
          </p:nvSpPr>
          <p:spPr>
            <a:xfrm>
              <a:off x="7040612" y="2424112"/>
              <a:ext cx="767507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7" name="Weave text 262:  "/>
            <p:cNvSpPr txBox="1"/>
            <p:nvPr/>
          </p:nvSpPr>
          <p:spPr>
            <a:xfrm>
              <a:off x="7769870" y="2424112"/>
              <a:ext cx="96887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8" name="Weave text 262: 이해하고"/>
            <p:cNvSpPr txBox="1"/>
            <p:nvPr/>
          </p:nvSpPr>
          <p:spPr>
            <a:xfrm>
              <a:off x="7828508" y="2424112"/>
              <a:ext cx="1010543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이해하고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9" name="Weave text 262: ,"/>
            <p:cNvSpPr txBox="1"/>
            <p:nvPr/>
          </p:nvSpPr>
          <p:spPr>
            <a:xfrm>
              <a:off x="8800802" y="2424112"/>
              <a:ext cx="115193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30" name="Line 263: 실제 사용으로 이어갈 때입니다."/>
          <p:cNvGrpSpPr/>
          <p:nvPr/>
        </p:nvGrpSpPr>
        <p:grpSpPr>
          <a:xfrm>
            <a:off x="6496050" y="2824609"/>
            <a:ext cx="3450878" cy="480060"/>
            <a:chOff x="6496050" y="2824609"/>
            <a:chExt cx="3450878" cy="480060"/>
          </a:xfrm>
        </p:grpSpPr>
        <p:sp>
          <p:nvSpPr>
            <p:cNvPr id="131" name="Weave text 263: 실제"/>
            <p:cNvSpPr txBox="1"/>
            <p:nvPr/>
          </p:nvSpPr>
          <p:spPr>
            <a:xfrm>
              <a:off x="6496050" y="2824609"/>
              <a:ext cx="524321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실제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63:  "/>
            <p:cNvSpPr txBox="1"/>
            <p:nvPr/>
          </p:nvSpPr>
          <p:spPr>
            <a:xfrm>
              <a:off x="6982123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63: 사용으로"/>
            <p:cNvSpPr txBox="1"/>
            <p:nvPr/>
          </p:nvSpPr>
          <p:spPr>
            <a:xfrm>
              <a:off x="7040612" y="2824609"/>
              <a:ext cx="1010692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사용으로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63:  "/>
            <p:cNvSpPr txBox="1"/>
            <p:nvPr/>
          </p:nvSpPr>
          <p:spPr>
            <a:xfrm>
              <a:off x="8013055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63: 이어갈"/>
            <p:cNvSpPr txBox="1"/>
            <p:nvPr/>
          </p:nvSpPr>
          <p:spPr>
            <a:xfrm>
              <a:off x="8071545" y="2824609"/>
              <a:ext cx="767507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이어갈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63:  "/>
            <p:cNvSpPr txBox="1"/>
            <p:nvPr/>
          </p:nvSpPr>
          <p:spPr>
            <a:xfrm>
              <a:off x="8800802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63: 때입니다"/>
            <p:cNvSpPr txBox="1"/>
            <p:nvPr/>
          </p:nvSpPr>
          <p:spPr>
            <a:xfrm>
              <a:off x="8859292" y="2824609"/>
              <a:ext cx="1010543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때입니다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63: ."/>
            <p:cNvSpPr txBox="1"/>
            <p:nvPr/>
          </p:nvSpPr>
          <p:spPr>
            <a:xfrm>
              <a:off x="9831586" y="2824609"/>
              <a:ext cx="115342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39" name="Line 264: 텍스트·이미지를 처리하는 온디바이스 API와"/>
          <p:cNvGrpSpPr/>
          <p:nvPr/>
        </p:nvGrpSpPr>
        <p:grpSpPr>
          <a:xfrm>
            <a:off x="6496050" y="3434655"/>
            <a:ext cx="3084612" cy="312420"/>
            <a:chOff x="6496050" y="3434655"/>
            <a:chExt cx="3084612" cy="312420"/>
          </a:xfrm>
        </p:grpSpPr>
        <p:sp>
          <p:nvSpPr>
            <p:cNvPr id="140" name="Weave text 264: 텍스트"/>
            <p:cNvSpPr txBox="1"/>
            <p:nvPr/>
          </p:nvSpPr>
          <p:spPr>
            <a:xfrm>
              <a:off x="6496050" y="3434655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텍스트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264: ·"/>
            <p:cNvSpPr txBox="1"/>
            <p:nvPr/>
          </p:nvSpPr>
          <p:spPr>
            <a:xfrm>
              <a:off x="6956375" y="3434655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264: 이미지를"/>
            <p:cNvSpPr txBox="1"/>
            <p:nvPr/>
          </p:nvSpPr>
          <p:spPr>
            <a:xfrm>
              <a:off x="7001470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이미지를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264:  "/>
            <p:cNvSpPr txBox="1"/>
            <p:nvPr/>
          </p:nvSpPr>
          <p:spPr>
            <a:xfrm>
              <a:off x="7615238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264: 처리하는"/>
            <p:cNvSpPr txBox="1"/>
            <p:nvPr/>
          </p:nvSpPr>
          <p:spPr>
            <a:xfrm>
              <a:off x="7659142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처리하는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264:  "/>
            <p:cNvSpPr txBox="1"/>
            <p:nvPr/>
          </p:nvSpPr>
          <p:spPr>
            <a:xfrm>
              <a:off x="8272909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264: 온디바이스"/>
            <p:cNvSpPr txBox="1"/>
            <p:nvPr/>
          </p:nvSpPr>
          <p:spPr>
            <a:xfrm>
              <a:off x="8316813" y="3434655"/>
              <a:ext cx="8056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264:  API"/>
            <p:cNvSpPr txBox="1"/>
            <p:nvPr/>
          </p:nvSpPr>
          <p:spPr>
            <a:xfrm>
              <a:off x="9084171" y="3434655"/>
              <a:ext cx="34304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API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264: 와"/>
            <p:cNvSpPr txBox="1"/>
            <p:nvPr/>
          </p:nvSpPr>
          <p:spPr>
            <a:xfrm>
              <a:off x="9388971" y="3434655"/>
              <a:ext cx="19169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와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9" name="Line 265: 경량 모델의 개발·실행 환경이 갖춰지고 있습니다."/>
          <p:cNvGrpSpPr/>
          <p:nvPr/>
        </p:nvGrpSpPr>
        <p:grpSpPr>
          <a:xfrm>
            <a:off x="6496050" y="3743176"/>
            <a:ext cx="3416945" cy="312420"/>
            <a:chOff x="6496050" y="3743176"/>
            <a:chExt cx="3416945" cy="312420"/>
          </a:xfrm>
        </p:grpSpPr>
        <p:sp>
          <p:nvSpPr>
            <p:cNvPr id="150" name="Weave text 265: 경량"/>
            <p:cNvSpPr txBox="1"/>
            <p:nvPr/>
          </p:nvSpPr>
          <p:spPr>
            <a:xfrm>
              <a:off x="6496050" y="3743176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65:  "/>
            <p:cNvSpPr txBox="1"/>
            <p:nvPr/>
          </p:nvSpPr>
          <p:spPr>
            <a:xfrm>
              <a:off x="6802934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65: 모델의"/>
            <p:cNvSpPr txBox="1"/>
            <p:nvPr/>
          </p:nvSpPr>
          <p:spPr>
            <a:xfrm>
              <a:off x="6846838" y="3743176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모델의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65:  "/>
            <p:cNvSpPr txBox="1"/>
            <p:nvPr/>
          </p:nvSpPr>
          <p:spPr>
            <a:xfrm>
              <a:off x="7307163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65: 개발"/>
            <p:cNvSpPr txBox="1"/>
            <p:nvPr/>
          </p:nvSpPr>
          <p:spPr>
            <a:xfrm>
              <a:off x="7351068" y="3743176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개발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65: ·"/>
            <p:cNvSpPr txBox="1"/>
            <p:nvPr/>
          </p:nvSpPr>
          <p:spPr>
            <a:xfrm>
              <a:off x="7657951" y="3743176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65: 실행"/>
            <p:cNvSpPr txBox="1"/>
            <p:nvPr/>
          </p:nvSpPr>
          <p:spPr>
            <a:xfrm>
              <a:off x="7703046" y="3743176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265:  "/>
            <p:cNvSpPr txBox="1"/>
            <p:nvPr/>
          </p:nvSpPr>
          <p:spPr>
            <a:xfrm>
              <a:off x="8009930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265: 환경이"/>
            <p:cNvSpPr txBox="1"/>
            <p:nvPr/>
          </p:nvSpPr>
          <p:spPr>
            <a:xfrm>
              <a:off x="8053834" y="3743176"/>
              <a:ext cx="49872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환경이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65:  "/>
            <p:cNvSpPr txBox="1"/>
            <p:nvPr/>
          </p:nvSpPr>
          <p:spPr>
            <a:xfrm>
              <a:off x="8514308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65: 갖춰지고"/>
            <p:cNvSpPr txBox="1"/>
            <p:nvPr/>
          </p:nvSpPr>
          <p:spPr>
            <a:xfrm>
              <a:off x="8558212" y="3743176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갖춰지고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65:  "/>
            <p:cNvSpPr txBox="1"/>
            <p:nvPr/>
          </p:nvSpPr>
          <p:spPr>
            <a:xfrm>
              <a:off x="9171980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65: 있습니다"/>
            <p:cNvSpPr txBox="1"/>
            <p:nvPr/>
          </p:nvSpPr>
          <p:spPr>
            <a:xfrm>
              <a:off x="9215884" y="3743176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65: ."/>
            <p:cNvSpPr txBox="1"/>
            <p:nvPr/>
          </p:nvSpPr>
          <p:spPr>
            <a:xfrm>
              <a:off x="9829651" y="3743176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4" name="Line 266: 이제 내 기록을 정확히 찾아 쓰는 과정에 집중합니다."/>
          <p:cNvGrpSpPr/>
          <p:nvPr/>
        </p:nvGrpSpPr>
        <p:grpSpPr>
          <a:xfrm>
            <a:off x="6496050" y="4051697"/>
            <a:ext cx="3613249" cy="312420"/>
            <a:chOff x="6496050" y="4051697"/>
            <a:chExt cx="3613249" cy="312420"/>
          </a:xfrm>
        </p:grpSpPr>
        <p:sp>
          <p:nvSpPr>
            <p:cNvPr id="165" name="Weave text 266: 이제"/>
            <p:cNvSpPr txBox="1"/>
            <p:nvPr/>
          </p:nvSpPr>
          <p:spPr>
            <a:xfrm>
              <a:off x="6496050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66:  "/>
            <p:cNvSpPr txBox="1"/>
            <p:nvPr/>
          </p:nvSpPr>
          <p:spPr>
            <a:xfrm>
              <a:off x="6802934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66: 내"/>
            <p:cNvSpPr txBox="1"/>
            <p:nvPr/>
          </p:nvSpPr>
          <p:spPr>
            <a:xfrm>
              <a:off x="6846838" y="4051697"/>
              <a:ext cx="19169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66:  "/>
            <p:cNvSpPr txBox="1"/>
            <p:nvPr/>
          </p:nvSpPr>
          <p:spPr>
            <a:xfrm>
              <a:off x="7000280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266: 기록을"/>
            <p:cNvSpPr txBox="1"/>
            <p:nvPr/>
          </p:nvSpPr>
          <p:spPr>
            <a:xfrm>
              <a:off x="7044184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266:  "/>
            <p:cNvSpPr txBox="1"/>
            <p:nvPr/>
          </p:nvSpPr>
          <p:spPr>
            <a:xfrm>
              <a:off x="7504509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266: 정확히"/>
            <p:cNvSpPr txBox="1"/>
            <p:nvPr/>
          </p:nvSpPr>
          <p:spPr>
            <a:xfrm>
              <a:off x="7548414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266:  "/>
            <p:cNvSpPr txBox="1"/>
            <p:nvPr/>
          </p:nvSpPr>
          <p:spPr>
            <a:xfrm>
              <a:off x="8008739" y="4051697"/>
              <a:ext cx="8230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266: 찾아"/>
            <p:cNvSpPr txBox="1"/>
            <p:nvPr/>
          </p:nvSpPr>
          <p:spPr>
            <a:xfrm>
              <a:off x="8052792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찾아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266:  "/>
            <p:cNvSpPr txBox="1"/>
            <p:nvPr/>
          </p:nvSpPr>
          <p:spPr>
            <a:xfrm>
              <a:off x="8359676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266: 쓰는"/>
            <p:cNvSpPr txBox="1"/>
            <p:nvPr/>
          </p:nvSpPr>
          <p:spPr>
            <a:xfrm>
              <a:off x="8403580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쓰는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266:  "/>
            <p:cNvSpPr txBox="1"/>
            <p:nvPr/>
          </p:nvSpPr>
          <p:spPr>
            <a:xfrm>
              <a:off x="8710464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266: 과정에"/>
            <p:cNvSpPr txBox="1"/>
            <p:nvPr/>
          </p:nvSpPr>
          <p:spPr>
            <a:xfrm>
              <a:off x="8754368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과정에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266:  "/>
            <p:cNvSpPr txBox="1"/>
            <p:nvPr/>
          </p:nvSpPr>
          <p:spPr>
            <a:xfrm>
              <a:off x="9214693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266: 집중합니다"/>
            <p:cNvSpPr txBox="1"/>
            <p:nvPr/>
          </p:nvSpPr>
          <p:spPr>
            <a:xfrm>
              <a:off x="9258598" y="4051697"/>
              <a:ext cx="8056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집중합니다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266: ."/>
            <p:cNvSpPr txBox="1"/>
            <p:nvPr/>
          </p:nvSpPr>
          <p:spPr>
            <a:xfrm>
              <a:off x="10025955" y="4051697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1" name="Line 267: Weave가 집중할 것"/>
          <p:cNvGrpSpPr/>
          <p:nvPr/>
        </p:nvGrpSpPr>
        <p:grpSpPr>
          <a:xfrm>
            <a:off x="6496050" y="4788843"/>
            <a:ext cx="994023" cy="220980"/>
            <a:chOff x="6496050" y="4788843"/>
            <a:chExt cx="994023" cy="220980"/>
          </a:xfrm>
        </p:grpSpPr>
        <p:sp>
          <p:nvSpPr>
            <p:cNvPr id="182" name="Weave text 267: Weave"/>
            <p:cNvSpPr txBox="1"/>
            <p:nvPr/>
          </p:nvSpPr>
          <p:spPr>
            <a:xfrm>
              <a:off x="6496050" y="4788843"/>
              <a:ext cx="40392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267: 가"/>
            <p:cNvSpPr txBox="1"/>
            <p:nvPr/>
          </p:nvSpPr>
          <p:spPr>
            <a:xfrm>
              <a:off x="6861721" y="4788843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가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267:  "/>
            <p:cNvSpPr txBox="1"/>
            <p:nvPr/>
          </p:nvSpPr>
          <p:spPr>
            <a:xfrm>
              <a:off x="6966793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267: 집중할"/>
            <p:cNvSpPr txBox="1"/>
            <p:nvPr/>
          </p:nvSpPr>
          <p:spPr>
            <a:xfrm>
              <a:off x="6998940" y="4788843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집중할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267:  "/>
            <p:cNvSpPr txBox="1"/>
            <p:nvPr/>
          </p:nvSpPr>
          <p:spPr>
            <a:xfrm>
              <a:off x="7314456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267: 것"/>
            <p:cNvSpPr txBox="1"/>
            <p:nvPr/>
          </p:nvSpPr>
          <p:spPr>
            <a:xfrm>
              <a:off x="7346603" y="4788843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것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8" name="Line 268: 더 많이 저장하는 것보다,"/>
          <p:cNvGrpSpPr/>
          <p:nvPr/>
        </p:nvGrpSpPr>
        <p:grpSpPr>
          <a:xfrm>
            <a:off x="6496050" y="5055543"/>
            <a:ext cx="2203252" cy="388620"/>
            <a:chOff x="6496050" y="5055543"/>
            <a:chExt cx="2203252" cy="388620"/>
          </a:xfrm>
        </p:grpSpPr>
        <p:sp>
          <p:nvSpPr>
            <p:cNvPr id="189" name="Weave text 268: 더"/>
            <p:cNvSpPr txBox="1"/>
            <p:nvPr/>
          </p:nvSpPr>
          <p:spPr>
            <a:xfrm>
              <a:off x="6496050" y="5055543"/>
              <a:ext cx="233214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더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0" name="Weave text 268:  "/>
            <p:cNvSpPr txBox="1"/>
            <p:nvPr/>
          </p:nvSpPr>
          <p:spPr>
            <a:xfrm>
              <a:off x="6691015" y="5055543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91" name="Weave text 268: 많이"/>
            <p:cNvSpPr txBox="1"/>
            <p:nvPr/>
          </p:nvSpPr>
          <p:spPr>
            <a:xfrm>
              <a:off x="6742807" y="5055543"/>
              <a:ext cx="42817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많이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2" name="Weave text 268:  "/>
            <p:cNvSpPr txBox="1"/>
            <p:nvPr/>
          </p:nvSpPr>
          <p:spPr>
            <a:xfrm>
              <a:off x="7132737" y="5055543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93" name="Weave text 268: 저장하는"/>
            <p:cNvSpPr txBox="1"/>
            <p:nvPr/>
          </p:nvSpPr>
          <p:spPr>
            <a:xfrm>
              <a:off x="7184529" y="5055543"/>
              <a:ext cx="81825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저장하는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4" name="Weave text 268:  "/>
            <p:cNvSpPr txBox="1"/>
            <p:nvPr/>
          </p:nvSpPr>
          <p:spPr>
            <a:xfrm>
              <a:off x="7964537" y="5055543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95" name="Weave text 268: 것보다"/>
            <p:cNvSpPr txBox="1"/>
            <p:nvPr/>
          </p:nvSpPr>
          <p:spPr>
            <a:xfrm>
              <a:off x="8016329" y="5055543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것보다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6" name="Weave text 268: ,"/>
            <p:cNvSpPr txBox="1"/>
            <p:nvPr/>
          </p:nvSpPr>
          <p:spPr>
            <a:xfrm>
              <a:off x="8601224" y="5055543"/>
              <a:ext cx="98078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97" name="Line 269: 필요한 순간 꺼내 쓰는 경험."/>
          <p:cNvGrpSpPr/>
          <p:nvPr/>
        </p:nvGrpSpPr>
        <p:grpSpPr>
          <a:xfrm>
            <a:off x="6496050" y="5395020"/>
            <a:ext cx="2450157" cy="388620"/>
            <a:chOff x="6496050" y="5395020"/>
            <a:chExt cx="2450157" cy="388620"/>
          </a:xfrm>
        </p:grpSpPr>
        <p:sp>
          <p:nvSpPr>
            <p:cNvPr id="198" name="Weave text 269: 필요한"/>
            <p:cNvSpPr txBox="1"/>
            <p:nvPr/>
          </p:nvSpPr>
          <p:spPr>
            <a:xfrm>
              <a:off x="6496050" y="5395020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9" name="Weave text 269:  "/>
            <p:cNvSpPr txBox="1"/>
            <p:nvPr/>
          </p:nvSpPr>
          <p:spPr>
            <a:xfrm>
              <a:off x="7080945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0" name="Weave text 269: 순간"/>
            <p:cNvSpPr txBox="1"/>
            <p:nvPr/>
          </p:nvSpPr>
          <p:spPr>
            <a:xfrm>
              <a:off x="7132737" y="5395020"/>
              <a:ext cx="42817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1" name="Weave text 269:  "/>
            <p:cNvSpPr txBox="1"/>
            <p:nvPr/>
          </p:nvSpPr>
          <p:spPr>
            <a:xfrm>
              <a:off x="7522666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2" name="Weave text 269: 꺼내"/>
            <p:cNvSpPr txBox="1"/>
            <p:nvPr/>
          </p:nvSpPr>
          <p:spPr>
            <a:xfrm>
              <a:off x="7574459" y="5395020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꺼내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3" name="Weave text 269:  "/>
            <p:cNvSpPr txBox="1"/>
            <p:nvPr/>
          </p:nvSpPr>
          <p:spPr>
            <a:xfrm>
              <a:off x="7964537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4" name="Weave text 269: 쓰는"/>
            <p:cNvSpPr txBox="1"/>
            <p:nvPr/>
          </p:nvSpPr>
          <p:spPr>
            <a:xfrm>
              <a:off x="8016329" y="5395020"/>
              <a:ext cx="42817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5" name="Weave text 269:  "/>
            <p:cNvSpPr txBox="1"/>
            <p:nvPr/>
          </p:nvSpPr>
          <p:spPr>
            <a:xfrm>
              <a:off x="8406259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6" name="Weave text 269: 경험"/>
            <p:cNvSpPr txBox="1"/>
            <p:nvPr/>
          </p:nvSpPr>
          <p:spPr>
            <a:xfrm>
              <a:off x="8458051" y="5395020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7" name="Weave text 269: ."/>
            <p:cNvSpPr txBox="1"/>
            <p:nvPr/>
          </p:nvSpPr>
          <p:spPr>
            <a:xfrm>
              <a:off x="8848130" y="5395020"/>
              <a:ext cx="98078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08" name="Line 270: Samsung: PDE · KEEP · Knox Vault">
            <a:hlinkClick r:id="rIdWeaveLink270"/>
          </p:cNvPr>
          <p:cNvGrpSpPr/>
          <p:nvPr/>
        </p:nvGrpSpPr>
        <p:grpSpPr>
          <a:xfrm>
            <a:off x="609600" y="6029325"/>
            <a:ext cx="1580257" cy="190500"/>
            <a:chOff x="609600" y="6029325"/>
            <a:chExt cx="1580257" cy="190500"/>
          </a:xfrm>
        </p:grpSpPr>
        <p:sp>
          <p:nvSpPr>
            <p:cNvPr id="209" name="Weave text 270: Samsung: PDE · KEEP · Knox Vault">
              <a:hlinkClick r:id="rIdWeaveLink270"/>
            </p:cNvPr>
            <p:cNvSpPr txBox="1"/>
            <p:nvPr/>
          </p:nvSpPr>
          <p:spPr>
            <a:xfrm>
              <a:off x="609600" y="6029325"/>
              <a:ext cx="1580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Samsung: PDE · KEEP · Knox Vault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0" name="Line 271:  · "/>
          <p:cNvGrpSpPr/>
          <p:nvPr/>
        </p:nvGrpSpPr>
        <p:grpSpPr>
          <a:xfrm>
            <a:off x="2151757" y="6029325"/>
            <a:ext cx="119211" cy="190500"/>
            <a:chOff x="2151757" y="6029325"/>
            <a:chExt cx="119211" cy="190500"/>
          </a:xfrm>
        </p:grpSpPr>
        <p:sp>
          <p:nvSpPr>
            <p:cNvPr id="211" name="Weave text 271:  · "/>
            <p:cNvSpPr txBox="1"/>
            <p:nvPr/>
          </p:nvSpPr>
          <p:spPr>
            <a:xfrm>
              <a:off x="2151757" y="6029325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2" name="Line 272: Google: 온디바이스 GenAI API">
            <a:hlinkClick r:id="rIdWeaveLink272"/>
          </p:cNvPr>
          <p:cNvGrpSpPr/>
          <p:nvPr/>
        </p:nvGrpSpPr>
        <p:grpSpPr>
          <a:xfrm>
            <a:off x="2232868" y="6029325"/>
            <a:ext cx="1332756" cy="190500"/>
            <a:chOff x="2232868" y="6029325"/>
            <a:chExt cx="1332756" cy="190500"/>
          </a:xfrm>
        </p:grpSpPr>
        <p:sp>
          <p:nvSpPr>
            <p:cNvPr id="213" name="Weave text 272: Google: ">
              <a:hlinkClick r:id="rIdWeaveLink272"/>
            </p:cNvPr>
            <p:cNvSpPr txBox="1"/>
            <p:nvPr/>
          </p:nvSpPr>
          <p:spPr>
            <a:xfrm>
              <a:off x="2232868" y="6029325"/>
              <a:ext cx="41463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Google: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72: 온디바이스">
              <a:hlinkClick r:id="rIdWeaveLink272"/>
            </p:cNvPr>
            <p:cNvSpPr txBox="1"/>
            <p:nvPr/>
          </p:nvSpPr>
          <p:spPr>
            <a:xfrm>
              <a:off x="2609404" y="6029325"/>
              <a:ext cx="47625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72:  GenAI API">
              <a:hlinkClick r:id="rIdWeaveLink272"/>
            </p:cNvPr>
            <p:cNvSpPr txBox="1"/>
            <p:nvPr/>
          </p:nvSpPr>
          <p:spPr>
            <a:xfrm>
              <a:off x="3047405" y="6029325"/>
              <a:ext cx="51822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GenAI API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6" name="Line 273:  · Weave는 제안 설계이며 실제 연동·지원 범위는 검증 대상"/>
          <p:cNvGrpSpPr/>
          <p:nvPr/>
        </p:nvGrpSpPr>
        <p:grpSpPr>
          <a:xfrm>
            <a:off x="3527524" y="6029325"/>
            <a:ext cx="2391519" cy="190500"/>
            <a:chOff x="3527524" y="6029325"/>
            <a:chExt cx="2391519" cy="190500"/>
          </a:xfrm>
        </p:grpSpPr>
        <p:sp>
          <p:nvSpPr>
            <p:cNvPr id="217" name="Weave text 273:  · Weave"/>
            <p:cNvSpPr txBox="1"/>
            <p:nvPr/>
          </p:nvSpPr>
          <p:spPr>
            <a:xfrm>
              <a:off x="3527524" y="6029325"/>
              <a:ext cx="4240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73: 는"/>
            <p:cNvSpPr txBox="1"/>
            <p:nvPr/>
          </p:nvSpPr>
          <p:spPr>
            <a:xfrm>
              <a:off x="3913287" y="6029325"/>
              <a:ext cx="12576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73:  "/>
            <p:cNvSpPr txBox="1"/>
            <p:nvPr/>
          </p:nvSpPr>
          <p:spPr>
            <a:xfrm>
              <a:off x="4000798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273: 제안"/>
            <p:cNvSpPr txBox="1"/>
            <p:nvPr/>
          </p:nvSpPr>
          <p:spPr>
            <a:xfrm>
              <a:off x="4027587" y="602932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273:  "/>
            <p:cNvSpPr txBox="1"/>
            <p:nvPr/>
          </p:nvSpPr>
          <p:spPr>
            <a:xfrm>
              <a:off x="420290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273: 설계이며"/>
            <p:cNvSpPr txBox="1"/>
            <p:nvPr/>
          </p:nvSpPr>
          <p:spPr>
            <a:xfrm>
              <a:off x="4229695" y="6029325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설계이며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273:  "/>
            <p:cNvSpPr txBox="1"/>
            <p:nvPr/>
          </p:nvSpPr>
          <p:spPr>
            <a:xfrm>
              <a:off x="458018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273: 실제"/>
            <p:cNvSpPr txBox="1"/>
            <p:nvPr/>
          </p:nvSpPr>
          <p:spPr>
            <a:xfrm>
              <a:off x="4606975" y="602932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실제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273:  "/>
            <p:cNvSpPr txBox="1"/>
            <p:nvPr/>
          </p:nvSpPr>
          <p:spPr>
            <a:xfrm>
              <a:off x="4782294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273: 연동"/>
            <p:cNvSpPr txBox="1"/>
            <p:nvPr/>
          </p:nvSpPr>
          <p:spPr>
            <a:xfrm>
              <a:off x="4809083" y="602932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273: ·"/>
            <p:cNvSpPr txBox="1"/>
            <p:nvPr/>
          </p:nvSpPr>
          <p:spPr>
            <a:xfrm>
              <a:off x="4984254" y="6029325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273: 지원"/>
            <p:cNvSpPr txBox="1"/>
            <p:nvPr/>
          </p:nvSpPr>
          <p:spPr>
            <a:xfrm>
              <a:off x="5011787" y="602932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273:  "/>
            <p:cNvSpPr txBox="1"/>
            <p:nvPr/>
          </p:nvSpPr>
          <p:spPr>
            <a:xfrm>
              <a:off x="5186958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273: 범위는"/>
            <p:cNvSpPr txBox="1"/>
            <p:nvPr/>
          </p:nvSpPr>
          <p:spPr>
            <a:xfrm>
              <a:off x="5213747" y="6029325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범위는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73:  "/>
            <p:cNvSpPr txBox="1"/>
            <p:nvPr/>
          </p:nvSpPr>
          <p:spPr>
            <a:xfrm>
              <a:off x="547672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73: 검증"/>
            <p:cNvSpPr txBox="1"/>
            <p:nvPr/>
          </p:nvSpPr>
          <p:spPr>
            <a:xfrm>
              <a:off x="5503515" y="602932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검증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73:  "/>
            <p:cNvSpPr txBox="1"/>
            <p:nvPr/>
          </p:nvSpPr>
          <p:spPr>
            <a:xfrm>
              <a:off x="567868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73: 대상"/>
            <p:cNvSpPr txBox="1"/>
            <p:nvPr/>
          </p:nvSpPr>
          <p:spPr>
            <a:xfrm>
              <a:off x="5705475" y="602932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274: 10 / 12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236" name="Weave text 274: 10 / 12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10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75: 11 / DIFFERENTIATION"/>
          <p:cNvGrpSpPr/>
          <p:nvPr/>
        </p:nvGrpSpPr>
        <p:grpSpPr>
          <a:xfrm>
            <a:off x="609600" y="371475"/>
            <a:ext cx="1522661" cy="205740"/>
            <a:chOff x="609600" y="371475"/>
            <a:chExt cx="1522661" cy="205740"/>
          </a:xfrm>
        </p:grpSpPr>
        <p:sp>
          <p:nvSpPr>
            <p:cNvPr id="4" name="Weave text 275: 11 / DIFFERENTIATION"/>
            <p:cNvSpPr txBox="1"/>
            <p:nvPr/>
          </p:nvSpPr>
          <p:spPr>
            <a:xfrm>
              <a:off x="609600" y="371475"/>
              <a:ext cx="15226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11 / DIFFERENTIATION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76: 흩어진 기록을, 찾고 이어 쓰는 경험."/>
          <p:cNvGrpSpPr/>
          <p:nvPr/>
        </p:nvGrpSpPr>
        <p:grpSpPr>
          <a:xfrm>
            <a:off x="609600" y="704850"/>
            <a:ext cx="5260479" cy="647700"/>
            <a:chOff x="609600" y="704850"/>
            <a:chExt cx="5260479" cy="647700"/>
          </a:xfrm>
        </p:grpSpPr>
        <p:sp>
          <p:nvSpPr>
            <p:cNvPr id="6" name="Weave text 276: 흩어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76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76: 기록을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76: , "/>
            <p:cNvSpPr txBox="1"/>
            <p:nvPr/>
          </p:nvSpPr>
          <p:spPr>
            <a:xfrm>
              <a:off x="2675334" y="704850"/>
              <a:ext cx="209699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76: 찾고"/>
            <p:cNvSpPr txBox="1"/>
            <p:nvPr/>
          </p:nvSpPr>
          <p:spPr>
            <a:xfrm>
              <a:off x="2846784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76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76: 이어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76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76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76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76: 경험"/>
            <p:cNvSpPr txBox="1"/>
            <p:nvPr/>
          </p:nvSpPr>
          <p:spPr>
            <a:xfrm>
              <a:off x="506655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경험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76: ."/>
            <p:cNvSpPr txBox="1"/>
            <p:nvPr/>
          </p:nvSpPr>
          <p:spPr>
            <a:xfrm>
              <a:off x="572943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77: 같은 정보를 보여주는 것을 넘어, 기록 속 단서를 이어 필요한 내용을 완"/>
          <p:cNvGrpSpPr/>
          <p:nvPr/>
        </p:nvGrpSpPr>
        <p:grpSpPr>
          <a:xfrm>
            <a:off x="609600" y="1343025"/>
            <a:ext cx="5399484" cy="297180"/>
            <a:chOff x="609600" y="1343025"/>
            <a:chExt cx="5399484" cy="297180"/>
          </a:xfrm>
        </p:grpSpPr>
        <p:sp>
          <p:nvSpPr>
            <p:cNvPr id="19" name="Weave text 277: 같은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77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77: 정보를"/>
            <p:cNvSpPr txBox="1"/>
            <p:nvPr/>
          </p:nvSpPr>
          <p:spPr>
            <a:xfrm>
              <a:off x="95294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77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77: 보여주는"/>
            <p:cNvSpPr txBox="1"/>
            <p:nvPr/>
          </p:nvSpPr>
          <p:spPr>
            <a:xfrm>
              <a:off x="1445419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보여주는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77:  "/>
            <p:cNvSpPr txBox="1"/>
            <p:nvPr/>
          </p:nvSpPr>
          <p:spPr>
            <a:xfrm>
              <a:off x="204132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77: 것을"/>
            <p:cNvSpPr txBox="1"/>
            <p:nvPr/>
          </p:nvSpPr>
          <p:spPr>
            <a:xfrm>
              <a:off x="20868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것을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77:  "/>
            <p:cNvSpPr txBox="1"/>
            <p:nvPr/>
          </p:nvSpPr>
          <p:spPr>
            <a:xfrm>
              <a:off x="238482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77: 넘어"/>
            <p:cNvSpPr txBox="1"/>
            <p:nvPr/>
          </p:nvSpPr>
          <p:spPr>
            <a:xfrm>
              <a:off x="243036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넘어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77: , "/>
            <p:cNvSpPr txBox="1"/>
            <p:nvPr/>
          </p:nvSpPr>
          <p:spPr>
            <a:xfrm>
              <a:off x="2728317" y="1343025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77: 기록"/>
            <p:cNvSpPr txBox="1"/>
            <p:nvPr/>
          </p:nvSpPr>
          <p:spPr>
            <a:xfrm>
              <a:off x="282044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77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77: 속"/>
            <p:cNvSpPr txBox="1"/>
            <p:nvPr/>
          </p:nvSpPr>
          <p:spPr>
            <a:xfrm>
              <a:off x="3163937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77:  "/>
            <p:cNvSpPr txBox="1"/>
            <p:nvPr/>
          </p:nvSpPr>
          <p:spPr>
            <a:xfrm>
              <a:off x="33129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77: 단서를"/>
            <p:cNvSpPr txBox="1"/>
            <p:nvPr/>
          </p:nvSpPr>
          <p:spPr>
            <a:xfrm>
              <a:off x="335845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단서를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77:  "/>
            <p:cNvSpPr txBox="1"/>
            <p:nvPr/>
          </p:nvSpPr>
          <p:spPr>
            <a:xfrm>
              <a:off x="380538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77: 이어"/>
            <p:cNvSpPr txBox="1"/>
            <p:nvPr/>
          </p:nvSpPr>
          <p:spPr>
            <a:xfrm>
              <a:off x="385092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77:  "/>
            <p:cNvSpPr txBox="1"/>
            <p:nvPr/>
          </p:nvSpPr>
          <p:spPr>
            <a:xfrm>
              <a:off x="41488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77: 필요한"/>
            <p:cNvSpPr txBox="1"/>
            <p:nvPr/>
          </p:nvSpPr>
          <p:spPr>
            <a:xfrm>
              <a:off x="41944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77:  "/>
            <p:cNvSpPr txBox="1"/>
            <p:nvPr/>
          </p:nvSpPr>
          <p:spPr>
            <a:xfrm>
              <a:off x="46413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77: 내용을"/>
            <p:cNvSpPr txBox="1"/>
            <p:nvPr/>
          </p:nvSpPr>
          <p:spPr>
            <a:xfrm>
              <a:off x="468689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77:  "/>
            <p:cNvSpPr txBox="1"/>
            <p:nvPr/>
          </p:nvSpPr>
          <p:spPr>
            <a:xfrm>
              <a:off x="51338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277: 완성합니다"/>
            <p:cNvSpPr txBox="1"/>
            <p:nvPr/>
          </p:nvSpPr>
          <p:spPr>
            <a:xfrm>
              <a:off x="5179368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완성합니다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277: ."/>
            <p:cNvSpPr txBox="1"/>
            <p:nvPr/>
          </p:nvSpPr>
          <p:spPr>
            <a:xfrm>
              <a:off x="5924252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" name="Line 278: 비교 요소"/>
          <p:cNvGrpSpPr/>
          <p:nvPr/>
        </p:nvGrpSpPr>
        <p:grpSpPr>
          <a:xfrm>
            <a:off x="609600" y="2107406"/>
            <a:ext cx="528638" cy="236220"/>
            <a:chOff x="609600" y="2107406"/>
            <a:chExt cx="528638" cy="236220"/>
          </a:xfrm>
        </p:grpSpPr>
        <p:sp>
          <p:nvSpPr>
            <p:cNvPr id="44" name="Weave text 278: 비교"/>
            <p:cNvSpPr txBox="1"/>
            <p:nvPr/>
          </p:nvSpPr>
          <p:spPr>
            <a:xfrm>
              <a:off x="609600" y="2107406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비교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278:  "/>
            <p:cNvSpPr txBox="1"/>
            <p:nvPr/>
          </p:nvSpPr>
          <p:spPr>
            <a:xfrm>
              <a:off x="837307" y="2107406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E9C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78: 요소"/>
            <p:cNvSpPr txBox="1"/>
            <p:nvPr/>
          </p:nvSpPr>
          <p:spPr>
            <a:xfrm>
              <a:off x="872133" y="2107406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요소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279: Samsung"/>
          <p:cNvGrpSpPr/>
          <p:nvPr/>
        </p:nvGrpSpPr>
        <p:grpSpPr>
          <a:xfrm>
            <a:off x="3615035" y="1896517"/>
            <a:ext cx="770781" cy="297180"/>
            <a:chOff x="3615035" y="1896517"/>
            <a:chExt cx="770781" cy="297180"/>
          </a:xfrm>
        </p:grpSpPr>
        <p:sp>
          <p:nvSpPr>
            <p:cNvPr id="48" name="Weave text 279: Samsung"/>
            <p:cNvSpPr txBox="1"/>
            <p:nvPr/>
          </p:nvSpPr>
          <p:spPr>
            <a:xfrm>
              <a:off x="3615035" y="1896517"/>
              <a:ext cx="7707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Samsung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9" name="Line 280: Writing Assist"/>
          <p:cNvGrpSpPr/>
          <p:nvPr/>
        </p:nvGrpSpPr>
        <p:grpSpPr>
          <a:xfrm>
            <a:off x="3435846" y="2090738"/>
            <a:ext cx="1129159" cy="297180"/>
            <a:chOff x="3435846" y="2090738"/>
            <a:chExt cx="1129159" cy="297180"/>
          </a:xfrm>
        </p:grpSpPr>
        <p:sp>
          <p:nvSpPr>
            <p:cNvPr id="50" name="Weave text 280: Writing Assist"/>
            <p:cNvSpPr txBox="1"/>
            <p:nvPr/>
          </p:nvSpPr>
          <p:spPr>
            <a:xfrm>
              <a:off x="3435846" y="2090738"/>
              <a:ext cx="112915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Writing Assist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" name="Line 281: 2024.01.31¹"/>
          <p:cNvGrpSpPr/>
          <p:nvPr/>
        </p:nvGrpSpPr>
        <p:grpSpPr>
          <a:xfrm>
            <a:off x="3727252" y="2342108"/>
            <a:ext cx="546497" cy="190500"/>
            <a:chOff x="3727252" y="2342108"/>
            <a:chExt cx="546497" cy="190500"/>
          </a:xfrm>
        </p:grpSpPr>
        <p:sp>
          <p:nvSpPr>
            <p:cNvPr id="52" name="Weave text 281: 2024.01.31¹"/>
            <p:cNvSpPr txBox="1"/>
            <p:nvPr/>
          </p:nvSpPr>
          <p:spPr>
            <a:xfrm>
              <a:off x="3727252" y="2342108"/>
              <a:ext cx="54649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2024.01.31¹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282: Now Nudge"/>
          <p:cNvGrpSpPr/>
          <p:nvPr/>
        </p:nvGrpSpPr>
        <p:grpSpPr>
          <a:xfrm>
            <a:off x="5695057" y="1993553"/>
            <a:ext cx="954137" cy="297180"/>
            <a:chOff x="5695057" y="1993553"/>
            <a:chExt cx="954137" cy="297180"/>
          </a:xfrm>
        </p:grpSpPr>
        <p:sp>
          <p:nvSpPr>
            <p:cNvPr id="54" name="Weave text 282: Now Nudge"/>
            <p:cNvSpPr txBox="1"/>
            <p:nvPr/>
          </p:nvSpPr>
          <p:spPr>
            <a:xfrm>
              <a:off x="5695057" y="1993553"/>
              <a:ext cx="95413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Now Nudge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5" name="Line 283: 2026.03.11"/>
          <p:cNvGrpSpPr/>
          <p:nvPr/>
        </p:nvGrpSpPr>
        <p:grpSpPr>
          <a:xfrm>
            <a:off x="5917704" y="2244923"/>
            <a:ext cx="508843" cy="190500"/>
            <a:chOff x="5917704" y="2244923"/>
            <a:chExt cx="508843" cy="190500"/>
          </a:xfrm>
        </p:grpSpPr>
        <p:sp>
          <p:nvSpPr>
            <p:cNvPr id="56" name="Weave text 283: 2026.03.11"/>
            <p:cNvSpPr txBox="1"/>
            <p:nvPr/>
          </p:nvSpPr>
          <p:spPr>
            <a:xfrm>
              <a:off x="5917704" y="2244923"/>
              <a:ext cx="50884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2026.03.11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7" name="Line 284: Kanana"/>
          <p:cNvGrpSpPr/>
          <p:nvPr/>
        </p:nvGrpSpPr>
        <p:grpSpPr>
          <a:xfrm>
            <a:off x="8029277" y="1896517"/>
            <a:ext cx="629096" cy="297180"/>
            <a:chOff x="8029277" y="1896517"/>
            <a:chExt cx="629096" cy="297180"/>
          </a:xfrm>
        </p:grpSpPr>
        <p:sp>
          <p:nvSpPr>
            <p:cNvPr id="58" name="Weave text 284: Kanana"/>
            <p:cNvSpPr txBox="1"/>
            <p:nvPr/>
          </p:nvSpPr>
          <p:spPr>
            <a:xfrm>
              <a:off x="8029277" y="1896517"/>
              <a:ext cx="62909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Kanana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285: in KakaoTalk"/>
          <p:cNvGrpSpPr/>
          <p:nvPr/>
        </p:nvGrpSpPr>
        <p:grpSpPr>
          <a:xfrm>
            <a:off x="7833420" y="2090738"/>
            <a:ext cx="1020961" cy="297180"/>
            <a:chOff x="7833420" y="2090738"/>
            <a:chExt cx="1020961" cy="297180"/>
          </a:xfrm>
        </p:grpSpPr>
        <p:sp>
          <p:nvSpPr>
            <p:cNvPr id="60" name="Weave text 285: in KakaoTalk"/>
            <p:cNvSpPr txBox="1"/>
            <p:nvPr/>
          </p:nvSpPr>
          <p:spPr>
            <a:xfrm>
              <a:off x="7833420" y="2090738"/>
              <a:ext cx="10209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in KakaoTalk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1" name="Line 286: 2026.03.17"/>
          <p:cNvGrpSpPr/>
          <p:nvPr/>
        </p:nvGrpSpPr>
        <p:grpSpPr>
          <a:xfrm>
            <a:off x="8081814" y="2342108"/>
            <a:ext cx="524024" cy="190500"/>
            <a:chOff x="8081814" y="2342108"/>
            <a:chExt cx="524024" cy="190500"/>
          </a:xfrm>
        </p:grpSpPr>
        <p:sp>
          <p:nvSpPr>
            <p:cNvPr id="62" name="Weave text 286: 2026.03.17"/>
            <p:cNvSpPr txBox="1"/>
            <p:nvPr/>
          </p:nvSpPr>
          <p:spPr>
            <a:xfrm>
              <a:off x="8081814" y="2342108"/>
              <a:ext cx="52402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2026.03.17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3" name="Line 287: Weave"/>
          <p:cNvGrpSpPr/>
          <p:nvPr/>
        </p:nvGrpSpPr>
        <p:grpSpPr>
          <a:xfrm>
            <a:off x="10230296" y="1993553"/>
            <a:ext cx="570607" cy="297180"/>
            <a:chOff x="10230296" y="1993553"/>
            <a:chExt cx="570607" cy="297180"/>
          </a:xfrm>
        </p:grpSpPr>
        <p:sp>
          <p:nvSpPr>
            <p:cNvPr id="64" name="Weave text 287: Weave"/>
            <p:cNvSpPr txBox="1"/>
            <p:nvPr/>
          </p:nvSpPr>
          <p:spPr>
            <a:xfrm>
              <a:off x="10230296" y="1993553"/>
              <a:ext cx="57060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275" b="0" i="0" spc="0" kern="0" lang="ko-KR" altLang="en-US" dirty="0">
                <a:solidFill>
                  <a:srgbClr val="F0E8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5" name="Line 288: 제안"/>
          <p:cNvGrpSpPr/>
          <p:nvPr/>
        </p:nvGrpSpPr>
        <p:grpSpPr>
          <a:xfrm>
            <a:off x="10408890" y="2244923"/>
            <a:ext cx="213420" cy="190500"/>
            <a:chOff x="10408890" y="2244923"/>
            <a:chExt cx="213420" cy="190500"/>
          </a:xfrm>
        </p:grpSpPr>
        <p:sp>
          <p:nvSpPr>
            <p:cNvPr id="66" name="Weave text 288: 제안"/>
            <p:cNvSpPr txBox="1"/>
            <p:nvPr/>
          </p:nvSpPr>
          <p:spPr>
            <a:xfrm>
              <a:off x="10408890" y="2244923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9EA9C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289: 핵심 역할"/>
          <p:cNvGrpSpPr/>
          <p:nvPr/>
        </p:nvGrpSpPr>
        <p:grpSpPr>
          <a:xfrm>
            <a:off x="609600" y="2636044"/>
            <a:ext cx="586234" cy="266700"/>
            <a:chOff x="609600" y="2636044"/>
            <a:chExt cx="586234" cy="266700"/>
          </a:xfrm>
        </p:grpSpPr>
        <p:sp>
          <p:nvSpPr>
            <p:cNvPr id="68" name="Weave text 289: 핵심"/>
            <p:cNvSpPr txBox="1"/>
            <p:nvPr/>
          </p:nvSpPr>
          <p:spPr>
            <a:xfrm>
              <a:off x="609600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핵심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89:  "/>
            <p:cNvSpPr txBox="1"/>
            <p:nvPr/>
          </p:nvSpPr>
          <p:spPr>
            <a:xfrm>
              <a:off x="865287" y="2636044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89: 역할"/>
            <p:cNvSpPr txBox="1"/>
            <p:nvPr/>
          </p:nvSpPr>
          <p:spPr>
            <a:xfrm>
              <a:off x="901898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역할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1" name="Line 290: 문장 생성·교정·번역"/>
          <p:cNvGrpSpPr/>
          <p:nvPr/>
        </p:nvGrpSpPr>
        <p:grpSpPr>
          <a:xfrm>
            <a:off x="3433465" y="2649438"/>
            <a:ext cx="1133921" cy="251460"/>
            <a:chOff x="3433465" y="2649438"/>
            <a:chExt cx="1133921" cy="251460"/>
          </a:xfrm>
        </p:grpSpPr>
        <p:sp>
          <p:nvSpPr>
            <p:cNvPr id="72" name="Weave text 290: 문장"/>
            <p:cNvSpPr txBox="1"/>
            <p:nvPr/>
          </p:nvSpPr>
          <p:spPr>
            <a:xfrm>
              <a:off x="343346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290:  "/>
            <p:cNvSpPr txBox="1"/>
            <p:nvPr/>
          </p:nvSpPr>
          <p:spPr>
            <a:xfrm>
              <a:off x="3678734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290: 생성"/>
            <p:cNvSpPr txBox="1"/>
            <p:nvPr/>
          </p:nvSpPr>
          <p:spPr>
            <a:xfrm>
              <a:off x="3716238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90: ·"/>
            <p:cNvSpPr txBox="1"/>
            <p:nvPr/>
          </p:nvSpPr>
          <p:spPr>
            <a:xfrm>
              <a:off x="3961656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90: 교정"/>
            <p:cNvSpPr txBox="1"/>
            <p:nvPr/>
          </p:nvSpPr>
          <p:spPr>
            <a:xfrm>
              <a:off x="4000054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교정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90: ·"/>
            <p:cNvSpPr txBox="1"/>
            <p:nvPr/>
          </p:nvSpPr>
          <p:spPr>
            <a:xfrm>
              <a:off x="4245471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90: 번역"/>
            <p:cNvSpPr txBox="1"/>
            <p:nvPr/>
          </p:nvSpPr>
          <p:spPr>
            <a:xfrm>
              <a:off x="428386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번역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291: 필요한 정보·행동 안내"/>
          <p:cNvGrpSpPr/>
          <p:nvPr/>
        </p:nvGrpSpPr>
        <p:grpSpPr>
          <a:xfrm>
            <a:off x="5544294" y="2649438"/>
            <a:ext cx="1255663" cy="251460"/>
            <a:chOff x="5544294" y="2649438"/>
            <a:chExt cx="1255663" cy="251460"/>
          </a:xfrm>
        </p:grpSpPr>
        <p:sp>
          <p:nvSpPr>
            <p:cNvPr id="80" name="Weave text 291: 필요한"/>
            <p:cNvSpPr txBox="1"/>
            <p:nvPr/>
          </p:nvSpPr>
          <p:spPr>
            <a:xfrm>
              <a:off x="5544294" y="2649438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91:  "/>
            <p:cNvSpPr txBox="1"/>
            <p:nvPr/>
          </p:nvSpPr>
          <p:spPr>
            <a:xfrm>
              <a:off x="5912197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91: 정보"/>
            <p:cNvSpPr txBox="1"/>
            <p:nvPr/>
          </p:nvSpPr>
          <p:spPr>
            <a:xfrm>
              <a:off x="594970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91: ·"/>
            <p:cNvSpPr txBox="1"/>
            <p:nvPr/>
          </p:nvSpPr>
          <p:spPr>
            <a:xfrm>
              <a:off x="6195120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91: 행동"/>
            <p:cNvSpPr txBox="1"/>
            <p:nvPr/>
          </p:nvSpPr>
          <p:spPr>
            <a:xfrm>
              <a:off x="623351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행동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91:  "/>
            <p:cNvSpPr txBox="1"/>
            <p:nvPr/>
          </p:nvSpPr>
          <p:spPr>
            <a:xfrm>
              <a:off x="6478935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91: 안내"/>
            <p:cNvSpPr txBox="1"/>
            <p:nvPr/>
          </p:nvSpPr>
          <p:spPr>
            <a:xfrm>
              <a:off x="651643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7" name="Line 292: 대화 속 일정·정보 챙기기"/>
          <p:cNvGrpSpPr/>
          <p:nvPr/>
        </p:nvGrpSpPr>
        <p:grpSpPr>
          <a:xfrm>
            <a:off x="7635925" y="2649438"/>
            <a:ext cx="1415951" cy="251460"/>
            <a:chOff x="7635925" y="2649438"/>
            <a:chExt cx="1415951" cy="251460"/>
          </a:xfrm>
        </p:grpSpPr>
        <p:sp>
          <p:nvSpPr>
            <p:cNvPr id="88" name="Weave text 292: 대화"/>
            <p:cNvSpPr txBox="1"/>
            <p:nvPr/>
          </p:nvSpPr>
          <p:spPr>
            <a:xfrm>
              <a:off x="763592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92:  "/>
            <p:cNvSpPr txBox="1"/>
            <p:nvPr/>
          </p:nvSpPr>
          <p:spPr>
            <a:xfrm>
              <a:off x="7881193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92: 속"/>
            <p:cNvSpPr txBox="1"/>
            <p:nvPr/>
          </p:nvSpPr>
          <p:spPr>
            <a:xfrm>
              <a:off x="7918698" y="2649438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92:  "/>
            <p:cNvSpPr txBox="1"/>
            <p:nvPr/>
          </p:nvSpPr>
          <p:spPr>
            <a:xfrm>
              <a:off x="8041332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92: 일정"/>
            <p:cNvSpPr txBox="1"/>
            <p:nvPr/>
          </p:nvSpPr>
          <p:spPr>
            <a:xfrm>
              <a:off x="807883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92: ·"/>
            <p:cNvSpPr txBox="1"/>
            <p:nvPr/>
          </p:nvSpPr>
          <p:spPr>
            <a:xfrm>
              <a:off x="8324255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292: 정보"/>
            <p:cNvSpPr txBox="1"/>
            <p:nvPr/>
          </p:nvSpPr>
          <p:spPr>
            <a:xfrm>
              <a:off x="836265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292:  "/>
            <p:cNvSpPr txBox="1"/>
            <p:nvPr/>
          </p:nvSpPr>
          <p:spPr>
            <a:xfrm>
              <a:off x="8608070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92: 챙기기"/>
            <p:cNvSpPr txBox="1"/>
            <p:nvPr/>
          </p:nvSpPr>
          <p:spPr>
            <a:xfrm>
              <a:off x="8645575" y="2649438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293: 흩어진 기록 연결"/>
          <p:cNvGrpSpPr/>
          <p:nvPr/>
        </p:nvGrpSpPr>
        <p:grpSpPr>
          <a:xfrm>
            <a:off x="10029527" y="2546152"/>
            <a:ext cx="971996" cy="251460"/>
            <a:chOff x="10029527" y="2546152"/>
            <a:chExt cx="971996" cy="251460"/>
          </a:xfrm>
        </p:grpSpPr>
        <p:sp>
          <p:nvSpPr>
            <p:cNvPr id="98" name="Weave text 293: 흩어진"/>
            <p:cNvSpPr txBox="1"/>
            <p:nvPr/>
          </p:nvSpPr>
          <p:spPr>
            <a:xfrm>
              <a:off x="10029527" y="254615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93:  "/>
            <p:cNvSpPr txBox="1"/>
            <p:nvPr/>
          </p:nvSpPr>
          <p:spPr>
            <a:xfrm>
              <a:off x="10397430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93: 기록"/>
            <p:cNvSpPr txBox="1"/>
            <p:nvPr/>
          </p:nvSpPr>
          <p:spPr>
            <a:xfrm>
              <a:off x="10434935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93:  "/>
            <p:cNvSpPr txBox="1"/>
            <p:nvPr/>
          </p:nvSpPr>
          <p:spPr>
            <a:xfrm>
              <a:off x="10680353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93: 연결"/>
            <p:cNvSpPr txBox="1"/>
            <p:nvPr/>
          </p:nvSpPr>
          <p:spPr>
            <a:xfrm>
              <a:off x="10717857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3" name="Line 294: 입력 완성"/>
          <p:cNvGrpSpPr/>
          <p:nvPr/>
        </p:nvGrpSpPr>
        <p:grpSpPr>
          <a:xfrm>
            <a:off x="10232231" y="2752725"/>
            <a:ext cx="566440" cy="251460"/>
            <a:chOff x="10232231" y="2752725"/>
            <a:chExt cx="566440" cy="251460"/>
          </a:xfrm>
        </p:grpSpPr>
        <p:sp>
          <p:nvSpPr>
            <p:cNvPr id="104" name="Weave text 294: 입력"/>
            <p:cNvSpPr txBox="1"/>
            <p:nvPr/>
          </p:nvSpPr>
          <p:spPr>
            <a:xfrm>
              <a:off x="10232231" y="27527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94:  "/>
            <p:cNvSpPr txBox="1"/>
            <p:nvPr/>
          </p:nvSpPr>
          <p:spPr>
            <a:xfrm>
              <a:off x="10477500" y="27527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94: 완성"/>
            <p:cNvSpPr txBox="1"/>
            <p:nvPr/>
          </p:nvSpPr>
          <p:spPr>
            <a:xfrm>
              <a:off x="10515005" y="27527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완성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95: 활용 데이터"/>
          <p:cNvGrpSpPr/>
          <p:nvPr/>
        </p:nvGrpSpPr>
        <p:grpSpPr>
          <a:xfrm>
            <a:off x="609600" y="3178969"/>
            <a:ext cx="714226" cy="266700"/>
            <a:chOff x="609600" y="3178969"/>
            <a:chExt cx="714226" cy="266700"/>
          </a:xfrm>
        </p:grpSpPr>
        <p:sp>
          <p:nvSpPr>
            <p:cNvPr id="108" name="Weave text 295: 활용"/>
            <p:cNvSpPr txBox="1"/>
            <p:nvPr/>
          </p:nvSpPr>
          <p:spPr>
            <a:xfrm>
              <a:off x="609600" y="3178969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95:  "/>
            <p:cNvSpPr txBox="1"/>
            <p:nvPr/>
          </p:nvSpPr>
          <p:spPr>
            <a:xfrm>
              <a:off x="865287" y="317896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95: 데이터"/>
            <p:cNvSpPr txBox="1"/>
            <p:nvPr/>
          </p:nvSpPr>
          <p:spPr>
            <a:xfrm>
              <a:off x="901898" y="3178969"/>
              <a:ext cx="421928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1" name="Line 296: 입력·선택한 문장"/>
          <p:cNvGrpSpPr/>
          <p:nvPr/>
        </p:nvGrpSpPr>
        <p:grpSpPr>
          <a:xfrm>
            <a:off x="3513981" y="3089077"/>
            <a:ext cx="972889" cy="251460"/>
            <a:chOff x="3513981" y="3089077"/>
            <a:chExt cx="972889" cy="251460"/>
          </a:xfrm>
        </p:grpSpPr>
        <p:sp>
          <p:nvSpPr>
            <p:cNvPr id="112" name="Weave text 296: 입력"/>
            <p:cNvSpPr txBox="1"/>
            <p:nvPr/>
          </p:nvSpPr>
          <p:spPr>
            <a:xfrm>
              <a:off x="3513981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96: ·"/>
            <p:cNvSpPr txBox="1"/>
            <p:nvPr/>
          </p:nvSpPr>
          <p:spPr>
            <a:xfrm>
              <a:off x="3759250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96: 선택한"/>
            <p:cNvSpPr txBox="1"/>
            <p:nvPr/>
          </p:nvSpPr>
          <p:spPr>
            <a:xfrm>
              <a:off x="3797647" y="308907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96:  "/>
            <p:cNvSpPr txBox="1"/>
            <p:nvPr/>
          </p:nvSpPr>
          <p:spPr>
            <a:xfrm>
              <a:off x="4165699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96: 문장"/>
            <p:cNvSpPr txBox="1"/>
            <p:nvPr/>
          </p:nvSpPr>
          <p:spPr>
            <a:xfrm>
              <a:off x="4203204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7" name="Line 297: 답장할 대화 내용"/>
          <p:cNvGrpSpPr/>
          <p:nvPr/>
        </p:nvGrpSpPr>
        <p:grpSpPr>
          <a:xfrm>
            <a:off x="3514427" y="3295650"/>
            <a:ext cx="971996" cy="251460"/>
            <a:chOff x="3514427" y="3295650"/>
            <a:chExt cx="971996" cy="251460"/>
          </a:xfrm>
        </p:grpSpPr>
        <p:sp>
          <p:nvSpPr>
            <p:cNvPr id="118" name="Weave text 297: 답장할"/>
            <p:cNvSpPr txBox="1"/>
            <p:nvPr/>
          </p:nvSpPr>
          <p:spPr>
            <a:xfrm>
              <a:off x="3514427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답장할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97:  "/>
            <p:cNvSpPr txBox="1"/>
            <p:nvPr/>
          </p:nvSpPr>
          <p:spPr>
            <a:xfrm>
              <a:off x="388233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97: 대화"/>
            <p:cNvSpPr txBox="1"/>
            <p:nvPr/>
          </p:nvSpPr>
          <p:spPr>
            <a:xfrm>
              <a:off x="391983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97:  "/>
            <p:cNvSpPr txBox="1"/>
            <p:nvPr/>
          </p:nvSpPr>
          <p:spPr>
            <a:xfrm>
              <a:off x="416525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97: 내용"/>
            <p:cNvSpPr txBox="1"/>
            <p:nvPr/>
          </p:nvSpPr>
          <p:spPr>
            <a:xfrm>
              <a:off x="420275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3" name="Line 298: 일정·사진·대화·스크린샷"/>
          <p:cNvGrpSpPr/>
          <p:nvPr/>
        </p:nvGrpSpPr>
        <p:grpSpPr>
          <a:xfrm>
            <a:off x="5482084" y="3089077"/>
            <a:ext cx="1380232" cy="251460"/>
            <a:chOff x="5482084" y="3089077"/>
            <a:chExt cx="1380232" cy="251460"/>
          </a:xfrm>
        </p:grpSpPr>
        <p:sp>
          <p:nvSpPr>
            <p:cNvPr id="124" name="Weave text 298: 일정"/>
            <p:cNvSpPr txBox="1"/>
            <p:nvPr/>
          </p:nvSpPr>
          <p:spPr>
            <a:xfrm>
              <a:off x="5482084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298: ·"/>
            <p:cNvSpPr txBox="1"/>
            <p:nvPr/>
          </p:nvSpPr>
          <p:spPr>
            <a:xfrm>
              <a:off x="572735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298: 사진"/>
            <p:cNvSpPr txBox="1"/>
            <p:nvPr/>
          </p:nvSpPr>
          <p:spPr>
            <a:xfrm>
              <a:off x="576575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298: ·"/>
            <p:cNvSpPr txBox="1"/>
            <p:nvPr/>
          </p:nvSpPr>
          <p:spPr>
            <a:xfrm>
              <a:off x="601116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298: 대화"/>
            <p:cNvSpPr txBox="1"/>
            <p:nvPr/>
          </p:nvSpPr>
          <p:spPr>
            <a:xfrm>
              <a:off x="6049566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298: ·"/>
            <p:cNvSpPr txBox="1"/>
            <p:nvPr/>
          </p:nvSpPr>
          <p:spPr>
            <a:xfrm>
              <a:off x="629498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298: 스크린샷"/>
            <p:cNvSpPr txBox="1"/>
            <p:nvPr/>
          </p:nvSpPr>
          <p:spPr>
            <a:xfrm>
              <a:off x="6333381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스크린샷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1" name="Line 299: 이름·이메일 등 저장 정보"/>
          <p:cNvGrpSpPr/>
          <p:nvPr/>
        </p:nvGrpSpPr>
        <p:grpSpPr>
          <a:xfrm>
            <a:off x="5464225" y="3295650"/>
            <a:ext cx="1415951" cy="251460"/>
            <a:chOff x="5464225" y="3295650"/>
            <a:chExt cx="1415951" cy="251460"/>
          </a:xfrm>
        </p:grpSpPr>
        <p:sp>
          <p:nvSpPr>
            <p:cNvPr id="132" name="Weave text 299: 이름"/>
            <p:cNvSpPr txBox="1"/>
            <p:nvPr/>
          </p:nvSpPr>
          <p:spPr>
            <a:xfrm>
              <a:off x="5464225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299: ·"/>
            <p:cNvSpPr txBox="1"/>
            <p:nvPr/>
          </p:nvSpPr>
          <p:spPr>
            <a:xfrm>
              <a:off x="5709493" y="3295650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299: 이메일"/>
            <p:cNvSpPr txBox="1"/>
            <p:nvPr/>
          </p:nvSpPr>
          <p:spPr>
            <a:xfrm>
              <a:off x="574789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이메일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299:  "/>
            <p:cNvSpPr txBox="1"/>
            <p:nvPr/>
          </p:nvSpPr>
          <p:spPr>
            <a:xfrm>
              <a:off x="611594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299: 등"/>
            <p:cNvSpPr txBox="1"/>
            <p:nvPr/>
          </p:nvSpPr>
          <p:spPr>
            <a:xfrm>
              <a:off x="6153448" y="3295650"/>
              <a:ext cx="16103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299:  "/>
            <p:cNvSpPr txBox="1"/>
            <p:nvPr/>
          </p:nvSpPr>
          <p:spPr>
            <a:xfrm>
              <a:off x="6276231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299: 저장"/>
            <p:cNvSpPr txBox="1"/>
            <p:nvPr/>
          </p:nvSpPr>
          <p:spPr>
            <a:xfrm>
              <a:off x="6313736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저장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299:  "/>
            <p:cNvSpPr txBox="1"/>
            <p:nvPr/>
          </p:nvSpPr>
          <p:spPr>
            <a:xfrm>
              <a:off x="6559004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299: 정보"/>
            <p:cNvSpPr txBox="1"/>
            <p:nvPr/>
          </p:nvSpPr>
          <p:spPr>
            <a:xfrm>
              <a:off x="6596509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300: 카카오톡 대화·일정"/>
          <p:cNvGrpSpPr/>
          <p:nvPr/>
        </p:nvGrpSpPr>
        <p:grpSpPr>
          <a:xfrm>
            <a:off x="7796064" y="3089077"/>
            <a:ext cx="1095524" cy="251460"/>
            <a:chOff x="7796064" y="3089077"/>
            <a:chExt cx="1095524" cy="251460"/>
          </a:xfrm>
        </p:grpSpPr>
        <p:sp>
          <p:nvSpPr>
            <p:cNvPr id="142" name="Weave text 300: 카카오톡"/>
            <p:cNvSpPr txBox="1"/>
            <p:nvPr/>
          </p:nvSpPr>
          <p:spPr>
            <a:xfrm>
              <a:off x="7796064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00:  "/>
            <p:cNvSpPr txBox="1"/>
            <p:nvPr/>
          </p:nvSpPr>
          <p:spPr>
            <a:xfrm>
              <a:off x="8286750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00: 대화"/>
            <p:cNvSpPr txBox="1"/>
            <p:nvPr/>
          </p:nvSpPr>
          <p:spPr>
            <a:xfrm>
              <a:off x="832425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00: ·"/>
            <p:cNvSpPr txBox="1"/>
            <p:nvPr/>
          </p:nvSpPr>
          <p:spPr>
            <a:xfrm>
              <a:off x="8569523" y="3089077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00: 일정"/>
            <p:cNvSpPr txBox="1"/>
            <p:nvPr/>
          </p:nvSpPr>
          <p:spPr>
            <a:xfrm>
              <a:off x="8608070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301: 동의해 연동한 서비스 정보"/>
          <p:cNvGrpSpPr/>
          <p:nvPr/>
        </p:nvGrpSpPr>
        <p:grpSpPr>
          <a:xfrm>
            <a:off x="7593806" y="3295650"/>
            <a:ext cx="1500188" cy="251460"/>
            <a:chOff x="7593806" y="3295650"/>
            <a:chExt cx="1500188" cy="251460"/>
          </a:xfrm>
        </p:grpSpPr>
        <p:sp>
          <p:nvSpPr>
            <p:cNvPr id="148" name="Weave text 301: 동의해"/>
            <p:cNvSpPr txBox="1"/>
            <p:nvPr/>
          </p:nvSpPr>
          <p:spPr>
            <a:xfrm>
              <a:off x="7593806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동의해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01:  "/>
            <p:cNvSpPr txBox="1"/>
            <p:nvPr/>
          </p:nvSpPr>
          <p:spPr>
            <a:xfrm>
              <a:off x="7961709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01: 연동한"/>
            <p:cNvSpPr txBox="1"/>
            <p:nvPr/>
          </p:nvSpPr>
          <p:spPr>
            <a:xfrm>
              <a:off x="7999214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연동한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01:  "/>
            <p:cNvSpPr txBox="1"/>
            <p:nvPr/>
          </p:nvSpPr>
          <p:spPr>
            <a:xfrm>
              <a:off x="8367266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01: 서비스"/>
            <p:cNvSpPr txBox="1"/>
            <p:nvPr/>
          </p:nvSpPr>
          <p:spPr>
            <a:xfrm>
              <a:off x="840477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01:  "/>
            <p:cNvSpPr txBox="1"/>
            <p:nvPr/>
          </p:nvSpPr>
          <p:spPr>
            <a:xfrm>
              <a:off x="877282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301: 정보"/>
            <p:cNvSpPr txBox="1"/>
            <p:nvPr/>
          </p:nvSpPr>
          <p:spPr>
            <a:xfrm>
              <a:off x="881032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5" name="Line 302: 메모·메일·일정·사진"/>
          <p:cNvGrpSpPr/>
          <p:nvPr/>
        </p:nvGrpSpPr>
        <p:grpSpPr>
          <a:xfrm>
            <a:off x="9948118" y="3089077"/>
            <a:ext cx="1134814" cy="251460"/>
            <a:chOff x="9948118" y="3089077"/>
            <a:chExt cx="1134814" cy="251460"/>
          </a:xfrm>
        </p:grpSpPr>
        <p:sp>
          <p:nvSpPr>
            <p:cNvPr id="156" name="Weave text 302: 메모"/>
            <p:cNvSpPr txBox="1"/>
            <p:nvPr/>
          </p:nvSpPr>
          <p:spPr>
            <a:xfrm>
              <a:off x="9948118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302: ·"/>
            <p:cNvSpPr txBox="1"/>
            <p:nvPr/>
          </p:nvSpPr>
          <p:spPr>
            <a:xfrm>
              <a:off x="10193387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302: 메일"/>
            <p:cNvSpPr txBox="1"/>
            <p:nvPr/>
          </p:nvSpPr>
          <p:spPr>
            <a:xfrm>
              <a:off x="10231785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302: ·"/>
            <p:cNvSpPr txBox="1"/>
            <p:nvPr/>
          </p:nvSpPr>
          <p:spPr>
            <a:xfrm>
              <a:off x="10477202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302: 일정"/>
            <p:cNvSpPr txBox="1"/>
            <p:nvPr/>
          </p:nvSpPr>
          <p:spPr>
            <a:xfrm>
              <a:off x="1051560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302: ·"/>
            <p:cNvSpPr txBox="1"/>
            <p:nvPr/>
          </p:nvSpPr>
          <p:spPr>
            <a:xfrm>
              <a:off x="1076101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302: 사진"/>
            <p:cNvSpPr txBox="1"/>
            <p:nvPr/>
          </p:nvSpPr>
          <p:spPr>
            <a:xfrm>
              <a:off x="1079941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3" name="Line 303: 허용된 메신저 대화"/>
          <p:cNvGrpSpPr/>
          <p:nvPr/>
        </p:nvGrpSpPr>
        <p:grpSpPr>
          <a:xfrm>
            <a:off x="9968210" y="3295650"/>
            <a:ext cx="1094631" cy="251460"/>
            <a:chOff x="9968210" y="3295650"/>
            <a:chExt cx="1094631" cy="251460"/>
          </a:xfrm>
        </p:grpSpPr>
        <p:sp>
          <p:nvSpPr>
            <p:cNvPr id="164" name="Weave text 303: 허용된"/>
            <p:cNvSpPr txBox="1"/>
            <p:nvPr/>
          </p:nvSpPr>
          <p:spPr>
            <a:xfrm>
              <a:off x="9968210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303:  "/>
            <p:cNvSpPr txBox="1"/>
            <p:nvPr/>
          </p:nvSpPr>
          <p:spPr>
            <a:xfrm>
              <a:off x="1033611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303: 메신저"/>
            <p:cNvSpPr txBox="1"/>
            <p:nvPr/>
          </p:nvSpPr>
          <p:spPr>
            <a:xfrm>
              <a:off x="10373618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메신저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303:  "/>
            <p:cNvSpPr txBox="1"/>
            <p:nvPr/>
          </p:nvSpPr>
          <p:spPr>
            <a:xfrm>
              <a:off x="1074167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303: 대화"/>
            <p:cNvSpPr txBox="1"/>
            <p:nvPr/>
          </p:nvSpPr>
          <p:spPr>
            <a:xfrm>
              <a:off x="1077917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9" name="Line 304: 데이터 처리"/>
          <p:cNvGrpSpPr/>
          <p:nvPr/>
        </p:nvGrpSpPr>
        <p:grpSpPr>
          <a:xfrm>
            <a:off x="609600" y="3769519"/>
            <a:ext cx="714226" cy="266700"/>
            <a:chOff x="609600" y="3769519"/>
            <a:chExt cx="714226" cy="266700"/>
          </a:xfrm>
        </p:grpSpPr>
        <p:sp>
          <p:nvSpPr>
            <p:cNvPr id="170" name="Weave text 304: 데이터"/>
            <p:cNvSpPr txBox="1"/>
            <p:nvPr/>
          </p:nvSpPr>
          <p:spPr>
            <a:xfrm>
              <a:off x="609600" y="3769519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304:  "/>
            <p:cNvSpPr txBox="1"/>
            <p:nvPr/>
          </p:nvSpPr>
          <p:spPr>
            <a:xfrm>
              <a:off x="993130" y="376951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304: 처리"/>
            <p:cNvSpPr txBox="1"/>
            <p:nvPr/>
          </p:nvSpPr>
          <p:spPr>
            <a:xfrm>
              <a:off x="1029742" y="3769519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305: 기능별 기기·클라우드"/>
          <p:cNvGrpSpPr/>
          <p:nvPr/>
        </p:nvGrpSpPr>
        <p:grpSpPr>
          <a:xfrm>
            <a:off x="3391346" y="3782913"/>
            <a:ext cx="1218158" cy="251460"/>
            <a:chOff x="3391346" y="3782913"/>
            <a:chExt cx="1218158" cy="251460"/>
          </a:xfrm>
        </p:grpSpPr>
        <p:sp>
          <p:nvSpPr>
            <p:cNvPr id="174" name="Weave text 305: 기능별"/>
            <p:cNvSpPr txBox="1"/>
            <p:nvPr/>
          </p:nvSpPr>
          <p:spPr>
            <a:xfrm>
              <a:off x="3391346" y="378291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기능별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305:  "/>
            <p:cNvSpPr txBox="1"/>
            <p:nvPr/>
          </p:nvSpPr>
          <p:spPr>
            <a:xfrm>
              <a:off x="37592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305: 기기"/>
            <p:cNvSpPr txBox="1"/>
            <p:nvPr/>
          </p:nvSpPr>
          <p:spPr>
            <a:xfrm>
              <a:off x="37967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305: ·"/>
            <p:cNvSpPr txBox="1"/>
            <p:nvPr/>
          </p:nvSpPr>
          <p:spPr>
            <a:xfrm>
              <a:off x="40421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305: 클라우드"/>
            <p:cNvSpPr txBox="1"/>
            <p:nvPr/>
          </p:nvSpPr>
          <p:spPr>
            <a:xfrm>
              <a:off x="4080570" y="378291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클라우드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306: 기기 내 처리 중심"/>
          <p:cNvGrpSpPr/>
          <p:nvPr/>
        </p:nvGrpSpPr>
        <p:grpSpPr>
          <a:xfrm>
            <a:off x="5667375" y="3782913"/>
            <a:ext cx="1009501" cy="251460"/>
            <a:chOff x="5667375" y="3782913"/>
            <a:chExt cx="1009501" cy="251460"/>
          </a:xfrm>
        </p:grpSpPr>
        <p:sp>
          <p:nvSpPr>
            <p:cNvPr id="180" name="Weave text 306: 기기"/>
            <p:cNvSpPr txBox="1"/>
            <p:nvPr/>
          </p:nvSpPr>
          <p:spPr>
            <a:xfrm>
              <a:off x="5667375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306:  "/>
            <p:cNvSpPr txBox="1"/>
            <p:nvPr/>
          </p:nvSpPr>
          <p:spPr>
            <a:xfrm>
              <a:off x="5912644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306: 내"/>
            <p:cNvSpPr txBox="1"/>
            <p:nvPr/>
          </p:nvSpPr>
          <p:spPr>
            <a:xfrm>
              <a:off x="5950148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306:  "/>
            <p:cNvSpPr txBox="1"/>
            <p:nvPr/>
          </p:nvSpPr>
          <p:spPr>
            <a:xfrm>
              <a:off x="6072783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306: 처리"/>
            <p:cNvSpPr txBox="1"/>
            <p:nvPr/>
          </p:nvSpPr>
          <p:spPr>
            <a:xfrm>
              <a:off x="6110288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306:  "/>
            <p:cNvSpPr txBox="1"/>
            <p:nvPr/>
          </p:nvSpPr>
          <p:spPr>
            <a:xfrm>
              <a:off x="6355705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306: 중심"/>
            <p:cNvSpPr txBox="1"/>
            <p:nvPr/>
          </p:nvSpPr>
          <p:spPr>
            <a:xfrm>
              <a:off x="639321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307: 대화 원문은 기기 내"/>
          <p:cNvGrpSpPr/>
          <p:nvPr/>
        </p:nvGrpSpPr>
        <p:grpSpPr>
          <a:xfrm>
            <a:off x="7777758" y="3679627"/>
            <a:ext cx="1132136" cy="251460"/>
            <a:chOff x="7777758" y="3679627"/>
            <a:chExt cx="1132136" cy="251460"/>
          </a:xfrm>
        </p:grpSpPr>
        <p:sp>
          <p:nvSpPr>
            <p:cNvPr id="188" name="Weave text 307: 대화"/>
            <p:cNvSpPr txBox="1"/>
            <p:nvPr/>
          </p:nvSpPr>
          <p:spPr>
            <a:xfrm>
              <a:off x="7777758" y="367962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307:  "/>
            <p:cNvSpPr txBox="1"/>
            <p:nvPr/>
          </p:nvSpPr>
          <p:spPr>
            <a:xfrm>
              <a:off x="8023027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307: 원문은"/>
            <p:cNvSpPr txBox="1"/>
            <p:nvPr/>
          </p:nvSpPr>
          <p:spPr>
            <a:xfrm>
              <a:off x="8060531" y="367962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원문은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307:  "/>
            <p:cNvSpPr txBox="1"/>
            <p:nvPr/>
          </p:nvSpPr>
          <p:spPr>
            <a:xfrm>
              <a:off x="8428583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307: 기기"/>
            <p:cNvSpPr txBox="1"/>
            <p:nvPr/>
          </p:nvSpPr>
          <p:spPr>
            <a:xfrm>
              <a:off x="8466088" y="367962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307:  "/>
            <p:cNvSpPr txBox="1"/>
            <p:nvPr/>
          </p:nvSpPr>
          <p:spPr>
            <a:xfrm>
              <a:off x="8711505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307: 내"/>
            <p:cNvSpPr txBox="1"/>
            <p:nvPr/>
          </p:nvSpPr>
          <p:spPr>
            <a:xfrm>
              <a:off x="8749010" y="3679627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308: 요약 맥락은 외부 AI 활용 가능"/>
          <p:cNvGrpSpPr/>
          <p:nvPr/>
        </p:nvGrpSpPr>
        <p:grpSpPr>
          <a:xfrm>
            <a:off x="7492305" y="3886200"/>
            <a:ext cx="1703040" cy="251460"/>
            <a:chOff x="7492305" y="3886200"/>
            <a:chExt cx="1703040" cy="251460"/>
          </a:xfrm>
        </p:grpSpPr>
        <p:sp>
          <p:nvSpPr>
            <p:cNvPr id="196" name="Weave text 308: 요약"/>
            <p:cNvSpPr txBox="1"/>
            <p:nvPr/>
          </p:nvSpPr>
          <p:spPr>
            <a:xfrm>
              <a:off x="7492305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요약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308:  "/>
            <p:cNvSpPr txBox="1"/>
            <p:nvPr/>
          </p:nvSpPr>
          <p:spPr>
            <a:xfrm>
              <a:off x="7737574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308: 맥락은"/>
            <p:cNvSpPr txBox="1"/>
            <p:nvPr/>
          </p:nvSpPr>
          <p:spPr>
            <a:xfrm>
              <a:off x="7775079" y="388620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맥락은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08:  "/>
            <p:cNvSpPr txBox="1"/>
            <p:nvPr/>
          </p:nvSpPr>
          <p:spPr>
            <a:xfrm>
              <a:off x="8143131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08: 외부"/>
            <p:cNvSpPr txBox="1"/>
            <p:nvPr/>
          </p:nvSpPr>
          <p:spPr>
            <a:xfrm>
              <a:off x="8180636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08:  AI "/>
            <p:cNvSpPr txBox="1"/>
            <p:nvPr/>
          </p:nvSpPr>
          <p:spPr>
            <a:xfrm>
              <a:off x="8426053" y="3886200"/>
              <a:ext cx="241102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AI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08: 활용"/>
            <p:cNvSpPr txBox="1"/>
            <p:nvPr/>
          </p:nvSpPr>
          <p:spPr>
            <a:xfrm>
              <a:off x="8628906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08:  "/>
            <p:cNvSpPr txBox="1"/>
            <p:nvPr/>
          </p:nvSpPr>
          <p:spPr>
            <a:xfrm>
              <a:off x="8874175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08: 가능"/>
            <p:cNvSpPr txBox="1"/>
            <p:nvPr/>
          </p:nvSpPr>
          <p:spPr>
            <a:xfrm>
              <a:off x="8911679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가능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5" name="Line 309: 기기 내 검색·문장 생성"/>
          <p:cNvGrpSpPr/>
          <p:nvPr/>
        </p:nvGrpSpPr>
        <p:grpSpPr>
          <a:xfrm>
            <a:off x="9868942" y="3782913"/>
            <a:ext cx="1293168" cy="251460"/>
            <a:chOff x="9868942" y="3782913"/>
            <a:chExt cx="1293168" cy="251460"/>
          </a:xfrm>
        </p:grpSpPr>
        <p:sp>
          <p:nvSpPr>
            <p:cNvPr id="206" name="Weave text 309: 기기"/>
            <p:cNvSpPr txBox="1"/>
            <p:nvPr/>
          </p:nvSpPr>
          <p:spPr>
            <a:xfrm>
              <a:off x="986894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09:  "/>
            <p:cNvSpPr txBox="1"/>
            <p:nvPr/>
          </p:nvSpPr>
          <p:spPr>
            <a:xfrm>
              <a:off x="10114211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09: 내"/>
            <p:cNvSpPr txBox="1"/>
            <p:nvPr/>
          </p:nvSpPr>
          <p:spPr>
            <a:xfrm>
              <a:off x="10151715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09:  "/>
            <p:cNvSpPr txBox="1"/>
            <p:nvPr/>
          </p:nvSpPr>
          <p:spPr>
            <a:xfrm>
              <a:off x="102743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09: 검색"/>
            <p:cNvSpPr txBox="1"/>
            <p:nvPr/>
          </p:nvSpPr>
          <p:spPr>
            <a:xfrm>
              <a:off x="103118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09: ·"/>
            <p:cNvSpPr txBox="1"/>
            <p:nvPr/>
          </p:nvSpPr>
          <p:spPr>
            <a:xfrm>
              <a:off x="105572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09: 문장"/>
            <p:cNvSpPr txBox="1"/>
            <p:nvPr/>
          </p:nvSpPr>
          <p:spPr>
            <a:xfrm>
              <a:off x="1059567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09:  "/>
            <p:cNvSpPr txBox="1"/>
            <p:nvPr/>
          </p:nvSpPr>
          <p:spPr>
            <a:xfrm>
              <a:off x="10841087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09: 생성"/>
            <p:cNvSpPr txBox="1"/>
            <p:nvPr/>
          </p:nvSpPr>
          <p:spPr>
            <a:xfrm>
              <a:off x="1087859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310: 여러 앱의 기록 활용"/>
          <p:cNvGrpSpPr/>
          <p:nvPr/>
        </p:nvGrpSpPr>
        <p:grpSpPr>
          <a:xfrm>
            <a:off x="609600" y="4269581"/>
            <a:ext cx="1170980" cy="266700"/>
            <a:chOff x="609600" y="4269581"/>
            <a:chExt cx="1170980" cy="266700"/>
          </a:xfrm>
        </p:grpSpPr>
        <p:sp>
          <p:nvSpPr>
            <p:cNvPr id="216" name="Weave text 310: 여러"/>
            <p:cNvSpPr txBox="1"/>
            <p:nvPr/>
          </p:nvSpPr>
          <p:spPr>
            <a:xfrm>
              <a:off x="609600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10:  "/>
            <p:cNvSpPr txBox="1"/>
            <p:nvPr/>
          </p:nvSpPr>
          <p:spPr>
            <a:xfrm>
              <a:off x="865287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310: 앱의"/>
            <p:cNvSpPr txBox="1"/>
            <p:nvPr/>
          </p:nvSpPr>
          <p:spPr>
            <a:xfrm>
              <a:off x="901898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310:  "/>
            <p:cNvSpPr txBox="1"/>
            <p:nvPr/>
          </p:nvSpPr>
          <p:spPr>
            <a:xfrm>
              <a:off x="1157585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310: 기록"/>
            <p:cNvSpPr txBox="1"/>
            <p:nvPr/>
          </p:nvSpPr>
          <p:spPr>
            <a:xfrm>
              <a:off x="1194197" y="42695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310:  "/>
            <p:cNvSpPr txBox="1"/>
            <p:nvPr/>
          </p:nvSpPr>
          <p:spPr>
            <a:xfrm>
              <a:off x="1450032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310: 활용"/>
            <p:cNvSpPr txBox="1"/>
            <p:nvPr/>
          </p:nvSpPr>
          <p:spPr>
            <a:xfrm>
              <a:off x="1486644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3" name="Line 311: ×"/>
          <p:cNvGrpSpPr/>
          <p:nvPr/>
        </p:nvGrpSpPr>
        <p:grpSpPr>
          <a:xfrm>
            <a:off x="3902571" y="4211241"/>
            <a:ext cx="195709" cy="419100"/>
            <a:chOff x="3902571" y="4211241"/>
            <a:chExt cx="195709" cy="419100"/>
          </a:xfrm>
        </p:grpSpPr>
        <p:sp>
          <p:nvSpPr>
            <p:cNvPr id="224" name="Weave text 311: ×"/>
            <p:cNvSpPr txBox="1"/>
            <p:nvPr/>
          </p:nvSpPr>
          <p:spPr>
            <a:xfrm>
              <a:off x="3902571" y="42112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5" name="Line 312: ○"/>
          <p:cNvGrpSpPr/>
          <p:nvPr/>
        </p:nvGrpSpPr>
        <p:grpSpPr>
          <a:xfrm>
            <a:off x="6044208" y="4211241"/>
            <a:ext cx="255836" cy="419100"/>
            <a:chOff x="6044208" y="4211241"/>
            <a:chExt cx="255836" cy="419100"/>
          </a:xfrm>
        </p:grpSpPr>
        <p:sp>
          <p:nvSpPr>
            <p:cNvPr id="226" name="Weave text 312: ○"/>
            <p:cNvSpPr txBox="1"/>
            <p:nvPr/>
          </p:nvSpPr>
          <p:spPr>
            <a:xfrm>
              <a:off x="60442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7" name="Line 313: △"/>
          <p:cNvGrpSpPr/>
          <p:nvPr/>
        </p:nvGrpSpPr>
        <p:grpSpPr>
          <a:xfrm>
            <a:off x="7799040" y="4211241"/>
            <a:ext cx="278904" cy="419100"/>
            <a:chOff x="7799040" y="4211241"/>
            <a:chExt cx="278904" cy="419100"/>
          </a:xfrm>
        </p:grpSpPr>
        <p:sp>
          <p:nvSpPr>
            <p:cNvPr id="228" name="Weave text 313: △"/>
            <p:cNvSpPr txBox="1"/>
            <p:nvPr/>
          </p:nvSpPr>
          <p:spPr>
            <a:xfrm>
              <a:off x="7799040" y="4211241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314: 카톡·연동 서비스"/>
          <p:cNvGrpSpPr/>
          <p:nvPr/>
        </p:nvGrpSpPr>
        <p:grpSpPr>
          <a:xfrm>
            <a:off x="8116044" y="4295477"/>
            <a:ext cx="772567" cy="205740"/>
            <a:chOff x="8116044" y="4295477"/>
            <a:chExt cx="772567" cy="205740"/>
          </a:xfrm>
        </p:grpSpPr>
        <p:sp>
          <p:nvSpPr>
            <p:cNvPr id="230" name="Weave text 314: 카톡"/>
            <p:cNvSpPr txBox="1"/>
            <p:nvPr/>
          </p:nvSpPr>
          <p:spPr>
            <a:xfrm>
              <a:off x="8116044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314: ·"/>
            <p:cNvSpPr txBox="1"/>
            <p:nvPr/>
          </p:nvSpPr>
          <p:spPr>
            <a:xfrm>
              <a:off x="8308777" y="4295477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314: 연동"/>
            <p:cNvSpPr txBox="1"/>
            <p:nvPr/>
          </p:nvSpPr>
          <p:spPr>
            <a:xfrm>
              <a:off x="8338989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314:  "/>
            <p:cNvSpPr txBox="1"/>
            <p:nvPr/>
          </p:nvSpPr>
          <p:spPr>
            <a:xfrm>
              <a:off x="8531721" y="4295477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314: 서비스"/>
            <p:cNvSpPr txBox="1"/>
            <p:nvPr/>
          </p:nvSpPr>
          <p:spPr>
            <a:xfrm>
              <a:off x="8561189" y="4295477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315: ○"/>
          <p:cNvGrpSpPr/>
          <p:nvPr/>
        </p:nvGrpSpPr>
        <p:grpSpPr>
          <a:xfrm>
            <a:off x="10387608" y="4211241"/>
            <a:ext cx="255836" cy="419100"/>
            <a:chOff x="10387608" y="4211241"/>
            <a:chExt cx="255836" cy="419100"/>
          </a:xfrm>
        </p:grpSpPr>
        <p:sp>
          <p:nvSpPr>
            <p:cNvPr id="236" name="Weave text 315: ○"/>
            <p:cNvSpPr txBox="1"/>
            <p:nvPr/>
          </p:nvSpPr>
          <p:spPr>
            <a:xfrm>
              <a:off x="103876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7" name="Line 316: 기록 통합검색 패널"/>
          <p:cNvGrpSpPr/>
          <p:nvPr/>
        </p:nvGrpSpPr>
        <p:grpSpPr>
          <a:xfrm>
            <a:off x="609600" y="4726781"/>
            <a:ext cx="1126034" cy="266700"/>
            <a:chOff x="609600" y="4726781"/>
            <a:chExt cx="1126034" cy="266700"/>
          </a:xfrm>
        </p:grpSpPr>
        <p:sp>
          <p:nvSpPr>
            <p:cNvPr id="238" name="Weave text 316: 기록"/>
            <p:cNvSpPr txBox="1"/>
            <p:nvPr/>
          </p:nvSpPr>
          <p:spPr>
            <a:xfrm>
              <a:off x="609600" y="47267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9" name="Weave text 316:  "/>
            <p:cNvSpPr txBox="1"/>
            <p:nvPr/>
          </p:nvSpPr>
          <p:spPr>
            <a:xfrm>
              <a:off x="865287" y="4726781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0" name="Weave text 316: 통합검색"/>
            <p:cNvSpPr txBox="1"/>
            <p:nvPr/>
          </p:nvSpPr>
          <p:spPr>
            <a:xfrm>
              <a:off x="897731" y="4726781"/>
              <a:ext cx="549771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통합검색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1" name="Weave text 316:  "/>
            <p:cNvSpPr txBox="1"/>
            <p:nvPr/>
          </p:nvSpPr>
          <p:spPr>
            <a:xfrm>
              <a:off x="1409254" y="4726781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2" name="Weave text 316: 패널"/>
            <p:cNvSpPr txBox="1"/>
            <p:nvPr/>
          </p:nvSpPr>
          <p:spPr>
            <a:xfrm>
              <a:off x="1441549" y="47267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패널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3" name="Line 317: ×"/>
          <p:cNvGrpSpPr/>
          <p:nvPr/>
        </p:nvGrpSpPr>
        <p:grpSpPr>
          <a:xfrm>
            <a:off x="3902571" y="4668441"/>
            <a:ext cx="195709" cy="419100"/>
            <a:chOff x="3902571" y="4668441"/>
            <a:chExt cx="195709" cy="419100"/>
          </a:xfrm>
        </p:grpSpPr>
        <p:sp>
          <p:nvSpPr>
            <p:cNvPr id="244" name="Weave text 317: ×"/>
            <p:cNvSpPr txBox="1"/>
            <p:nvPr/>
          </p:nvSpPr>
          <p:spPr>
            <a:xfrm>
              <a:off x="39025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5" name="Line 318: ×"/>
          <p:cNvGrpSpPr/>
          <p:nvPr/>
        </p:nvGrpSpPr>
        <p:grpSpPr>
          <a:xfrm>
            <a:off x="6074271" y="4668441"/>
            <a:ext cx="195709" cy="419100"/>
            <a:chOff x="6074271" y="4668441"/>
            <a:chExt cx="195709" cy="419100"/>
          </a:xfrm>
        </p:grpSpPr>
        <p:sp>
          <p:nvSpPr>
            <p:cNvPr id="246" name="Weave text 318: ×"/>
            <p:cNvSpPr txBox="1"/>
            <p:nvPr/>
          </p:nvSpPr>
          <p:spPr>
            <a:xfrm>
              <a:off x="60742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7" name="Line 319: ×"/>
          <p:cNvGrpSpPr/>
          <p:nvPr/>
        </p:nvGrpSpPr>
        <p:grpSpPr>
          <a:xfrm>
            <a:off x="8245971" y="4668441"/>
            <a:ext cx="195709" cy="419100"/>
            <a:chOff x="8245971" y="4668441"/>
            <a:chExt cx="195709" cy="419100"/>
          </a:xfrm>
        </p:grpSpPr>
        <p:sp>
          <p:nvSpPr>
            <p:cNvPr id="248" name="Weave text 319: ×"/>
            <p:cNvSpPr txBox="1"/>
            <p:nvPr/>
          </p:nvSpPr>
          <p:spPr>
            <a:xfrm>
              <a:off x="82459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9" name="Line 320: ○"/>
          <p:cNvGrpSpPr/>
          <p:nvPr/>
        </p:nvGrpSpPr>
        <p:grpSpPr>
          <a:xfrm>
            <a:off x="10387608" y="4668441"/>
            <a:ext cx="255836" cy="419100"/>
            <a:chOff x="10387608" y="4668441"/>
            <a:chExt cx="255836" cy="419100"/>
          </a:xfrm>
        </p:grpSpPr>
        <p:sp>
          <p:nvSpPr>
            <p:cNvPr id="250" name="Weave text 320: ○"/>
            <p:cNvSpPr txBox="1"/>
            <p:nvPr/>
          </p:nvSpPr>
          <p:spPr>
            <a:xfrm>
              <a:off x="10387608" y="46684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1" name="Line 321: 앱 간 단서를 이어 입력 완성"/>
          <p:cNvGrpSpPr/>
          <p:nvPr/>
        </p:nvGrpSpPr>
        <p:grpSpPr>
          <a:xfrm>
            <a:off x="609600" y="5212556"/>
            <a:ext cx="1606897" cy="266700"/>
            <a:chOff x="609600" y="5212556"/>
            <a:chExt cx="1606897" cy="266700"/>
          </a:xfrm>
        </p:grpSpPr>
        <p:sp>
          <p:nvSpPr>
            <p:cNvPr id="252" name="Weave text 321: 앱"/>
            <p:cNvSpPr txBox="1"/>
            <p:nvPr/>
          </p:nvSpPr>
          <p:spPr>
            <a:xfrm>
              <a:off x="609600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3" name="Weave text 321:  "/>
            <p:cNvSpPr txBox="1"/>
            <p:nvPr/>
          </p:nvSpPr>
          <p:spPr>
            <a:xfrm>
              <a:off x="737443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4" name="Weave text 321: 간"/>
            <p:cNvSpPr txBox="1"/>
            <p:nvPr/>
          </p:nvSpPr>
          <p:spPr>
            <a:xfrm>
              <a:off x="769888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간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5" name="Weave text 321:  "/>
            <p:cNvSpPr txBox="1"/>
            <p:nvPr/>
          </p:nvSpPr>
          <p:spPr>
            <a:xfrm>
              <a:off x="897731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6" name="Weave text 321: 단서를"/>
            <p:cNvSpPr txBox="1"/>
            <p:nvPr/>
          </p:nvSpPr>
          <p:spPr>
            <a:xfrm>
              <a:off x="930176" y="5212556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7" name="Weave text 321:  "/>
            <p:cNvSpPr txBox="1"/>
            <p:nvPr/>
          </p:nvSpPr>
          <p:spPr>
            <a:xfrm>
              <a:off x="1313706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8" name="Weave text 321: 이어"/>
            <p:cNvSpPr txBox="1"/>
            <p:nvPr/>
          </p:nvSpPr>
          <p:spPr>
            <a:xfrm>
              <a:off x="1346150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9" name="Weave text 321:  "/>
            <p:cNvSpPr txBox="1"/>
            <p:nvPr/>
          </p:nvSpPr>
          <p:spPr>
            <a:xfrm>
              <a:off x="1601986" y="5212556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0" name="Weave text 321: 입력"/>
            <p:cNvSpPr txBox="1"/>
            <p:nvPr/>
          </p:nvSpPr>
          <p:spPr>
            <a:xfrm>
              <a:off x="1634282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1" name="Weave text 321:  "/>
            <p:cNvSpPr txBox="1"/>
            <p:nvPr/>
          </p:nvSpPr>
          <p:spPr>
            <a:xfrm>
              <a:off x="1890117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2" name="Weave text 321: 완성"/>
            <p:cNvSpPr txBox="1"/>
            <p:nvPr/>
          </p:nvSpPr>
          <p:spPr>
            <a:xfrm>
              <a:off x="1922562" y="5212556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3" name="Line 322: ×"/>
          <p:cNvGrpSpPr/>
          <p:nvPr/>
        </p:nvGrpSpPr>
        <p:grpSpPr>
          <a:xfrm>
            <a:off x="3902571" y="5154216"/>
            <a:ext cx="195709" cy="419100"/>
            <a:chOff x="3902571" y="5154216"/>
            <a:chExt cx="195709" cy="419100"/>
          </a:xfrm>
        </p:grpSpPr>
        <p:sp>
          <p:nvSpPr>
            <p:cNvPr id="264" name="Weave text 322: ×"/>
            <p:cNvSpPr txBox="1"/>
            <p:nvPr/>
          </p:nvSpPr>
          <p:spPr>
            <a:xfrm>
              <a:off x="3902571" y="5154216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5" name="Line 323: △"/>
          <p:cNvGrpSpPr/>
          <p:nvPr/>
        </p:nvGrpSpPr>
        <p:grpSpPr>
          <a:xfrm>
            <a:off x="5579120" y="5154216"/>
            <a:ext cx="278904" cy="419100"/>
            <a:chOff x="5579120" y="5154216"/>
            <a:chExt cx="278904" cy="419100"/>
          </a:xfrm>
        </p:grpSpPr>
        <p:sp>
          <p:nvSpPr>
            <p:cNvPr id="266" name="Weave text 323: △"/>
            <p:cNvSpPr txBox="1"/>
            <p:nvPr/>
          </p:nvSpPr>
          <p:spPr>
            <a:xfrm>
              <a:off x="5579120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324: 정보 조회·자동입력"/>
          <p:cNvGrpSpPr/>
          <p:nvPr/>
        </p:nvGrpSpPr>
        <p:grpSpPr>
          <a:xfrm>
            <a:off x="5896124" y="5238452"/>
            <a:ext cx="869007" cy="205740"/>
            <a:chOff x="5896124" y="5238452"/>
            <a:chExt cx="869007" cy="205740"/>
          </a:xfrm>
        </p:grpSpPr>
        <p:sp>
          <p:nvSpPr>
            <p:cNvPr id="268" name="Weave text 324: 정보"/>
            <p:cNvSpPr txBox="1"/>
            <p:nvPr/>
          </p:nvSpPr>
          <p:spPr>
            <a:xfrm>
              <a:off x="58961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324:  "/>
            <p:cNvSpPr txBox="1"/>
            <p:nvPr/>
          </p:nvSpPr>
          <p:spPr>
            <a:xfrm>
              <a:off x="6088856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324: 조회"/>
            <p:cNvSpPr txBox="1"/>
            <p:nvPr/>
          </p:nvSpPr>
          <p:spPr>
            <a:xfrm>
              <a:off x="61183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조회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324: ·"/>
            <p:cNvSpPr txBox="1"/>
            <p:nvPr/>
          </p:nvSpPr>
          <p:spPr>
            <a:xfrm>
              <a:off x="6311057" y="5238452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324: 자동입력"/>
            <p:cNvSpPr txBox="1"/>
            <p:nvPr/>
          </p:nvSpPr>
          <p:spPr>
            <a:xfrm>
              <a:off x="6341269" y="5238452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자동입력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3" name="Line 325: △"/>
          <p:cNvGrpSpPr/>
          <p:nvPr/>
        </p:nvGrpSpPr>
        <p:grpSpPr>
          <a:xfrm>
            <a:off x="7847558" y="5154216"/>
            <a:ext cx="278904" cy="419100"/>
            <a:chOff x="7847558" y="5154216"/>
            <a:chExt cx="278904" cy="419100"/>
          </a:xfrm>
        </p:grpSpPr>
        <p:sp>
          <p:nvSpPr>
            <p:cNvPr id="274" name="Weave text 325: △"/>
            <p:cNvSpPr txBox="1"/>
            <p:nvPr/>
          </p:nvSpPr>
          <p:spPr>
            <a:xfrm>
              <a:off x="7847558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75" name="Line 326: 카톡 대화 중심"/>
          <p:cNvGrpSpPr/>
          <p:nvPr/>
        </p:nvGrpSpPr>
        <p:grpSpPr>
          <a:xfrm>
            <a:off x="8164562" y="5238452"/>
            <a:ext cx="675531" cy="205740"/>
            <a:chOff x="8164562" y="5238452"/>
            <a:chExt cx="675531" cy="205740"/>
          </a:xfrm>
        </p:grpSpPr>
        <p:sp>
          <p:nvSpPr>
            <p:cNvPr id="276" name="Weave text 326: 카톡"/>
            <p:cNvSpPr txBox="1"/>
            <p:nvPr/>
          </p:nvSpPr>
          <p:spPr>
            <a:xfrm>
              <a:off x="81645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326:  "/>
            <p:cNvSpPr txBox="1"/>
            <p:nvPr/>
          </p:nvSpPr>
          <p:spPr>
            <a:xfrm>
              <a:off x="83572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326: 대화"/>
            <p:cNvSpPr txBox="1"/>
            <p:nvPr/>
          </p:nvSpPr>
          <p:spPr>
            <a:xfrm>
              <a:off x="83867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326:  "/>
            <p:cNvSpPr txBox="1"/>
            <p:nvPr/>
          </p:nvSpPr>
          <p:spPr>
            <a:xfrm>
              <a:off x="85794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326: 중심"/>
            <p:cNvSpPr txBox="1"/>
            <p:nvPr/>
          </p:nvSpPr>
          <p:spPr>
            <a:xfrm>
              <a:off x="8608963" y="5238452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1" name="Line 327: ○"/>
          <p:cNvGrpSpPr/>
          <p:nvPr/>
        </p:nvGrpSpPr>
        <p:grpSpPr>
          <a:xfrm>
            <a:off x="10387608" y="5154216"/>
            <a:ext cx="255836" cy="419100"/>
            <a:chOff x="10387608" y="5154216"/>
            <a:chExt cx="255836" cy="419100"/>
          </a:xfrm>
        </p:grpSpPr>
        <p:sp>
          <p:nvSpPr>
            <p:cNvPr id="282" name="Weave text 327: ○"/>
            <p:cNvSpPr txBox="1"/>
            <p:nvPr/>
          </p:nvSpPr>
          <p:spPr>
            <a:xfrm>
              <a:off x="10387608" y="5154216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3" name="Line 328: 상황에 맞춰 먼저 알림"/>
          <p:cNvGrpSpPr/>
          <p:nvPr/>
        </p:nvGrpSpPr>
        <p:grpSpPr>
          <a:xfrm>
            <a:off x="609600" y="5698331"/>
            <a:ext cx="1298823" cy="266700"/>
            <a:chOff x="609600" y="5698331"/>
            <a:chExt cx="1298823" cy="266700"/>
          </a:xfrm>
        </p:grpSpPr>
        <p:sp>
          <p:nvSpPr>
            <p:cNvPr id="284" name="Weave text 328: 상황에"/>
            <p:cNvSpPr txBox="1"/>
            <p:nvPr/>
          </p:nvSpPr>
          <p:spPr>
            <a:xfrm>
              <a:off x="609600" y="5698331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328:  "/>
            <p:cNvSpPr txBox="1"/>
            <p:nvPr/>
          </p:nvSpPr>
          <p:spPr>
            <a:xfrm>
              <a:off x="993130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328: 맞춰"/>
            <p:cNvSpPr txBox="1"/>
            <p:nvPr/>
          </p:nvSpPr>
          <p:spPr>
            <a:xfrm>
              <a:off x="1029742" y="569833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맞춰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328:  "/>
            <p:cNvSpPr txBox="1"/>
            <p:nvPr/>
          </p:nvSpPr>
          <p:spPr>
            <a:xfrm>
              <a:off x="1285577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328: 먼저"/>
            <p:cNvSpPr txBox="1"/>
            <p:nvPr/>
          </p:nvSpPr>
          <p:spPr>
            <a:xfrm>
              <a:off x="1322189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328:  "/>
            <p:cNvSpPr txBox="1"/>
            <p:nvPr/>
          </p:nvSpPr>
          <p:spPr>
            <a:xfrm>
              <a:off x="1577876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328: 알림"/>
            <p:cNvSpPr txBox="1"/>
            <p:nvPr/>
          </p:nvSpPr>
          <p:spPr>
            <a:xfrm>
              <a:off x="1614488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1" name="Line 329: ×"/>
          <p:cNvGrpSpPr/>
          <p:nvPr/>
        </p:nvGrpSpPr>
        <p:grpSpPr>
          <a:xfrm>
            <a:off x="3902571" y="5639991"/>
            <a:ext cx="195709" cy="419100"/>
            <a:chOff x="3902571" y="5639991"/>
            <a:chExt cx="195709" cy="419100"/>
          </a:xfrm>
        </p:grpSpPr>
        <p:sp>
          <p:nvSpPr>
            <p:cNvPr id="292" name="Weave text 329: ×"/>
            <p:cNvSpPr txBox="1"/>
            <p:nvPr/>
          </p:nvSpPr>
          <p:spPr>
            <a:xfrm>
              <a:off x="3902571" y="563999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3" name="Line 330: ○"/>
          <p:cNvGrpSpPr/>
          <p:nvPr/>
        </p:nvGrpSpPr>
        <p:grpSpPr>
          <a:xfrm>
            <a:off x="6044208" y="5639991"/>
            <a:ext cx="255836" cy="419100"/>
            <a:chOff x="6044208" y="5639991"/>
            <a:chExt cx="255836" cy="419100"/>
          </a:xfrm>
        </p:grpSpPr>
        <p:sp>
          <p:nvSpPr>
            <p:cNvPr id="294" name="Weave text 330: ○"/>
            <p:cNvSpPr txBox="1"/>
            <p:nvPr/>
          </p:nvSpPr>
          <p:spPr>
            <a:xfrm>
              <a:off x="60442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5" name="Line 331: ○"/>
          <p:cNvGrpSpPr/>
          <p:nvPr/>
        </p:nvGrpSpPr>
        <p:grpSpPr>
          <a:xfrm>
            <a:off x="8215908" y="5639991"/>
            <a:ext cx="255836" cy="419100"/>
            <a:chOff x="8215908" y="5639991"/>
            <a:chExt cx="255836" cy="419100"/>
          </a:xfrm>
        </p:grpSpPr>
        <p:sp>
          <p:nvSpPr>
            <p:cNvPr id="296" name="Weave text 331: ○"/>
            <p:cNvSpPr txBox="1"/>
            <p:nvPr/>
          </p:nvSpPr>
          <p:spPr>
            <a:xfrm>
              <a:off x="82159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7" name="Line 332: ○"/>
          <p:cNvGrpSpPr/>
          <p:nvPr/>
        </p:nvGrpSpPr>
        <p:grpSpPr>
          <a:xfrm>
            <a:off x="10387608" y="5639991"/>
            <a:ext cx="255836" cy="419100"/>
            <a:chOff x="10387608" y="5639991"/>
            <a:chExt cx="255836" cy="419100"/>
          </a:xfrm>
        </p:grpSpPr>
        <p:sp>
          <p:nvSpPr>
            <p:cNvPr id="298" name="Weave text 332: ○"/>
            <p:cNvSpPr txBox="1"/>
            <p:nvPr/>
          </p:nvSpPr>
          <p:spPr>
            <a:xfrm>
              <a:off x="103876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9" name="Line 333: ○ 해당 경험 지원 · △ 범위·흐름에 차이 · × 해당 UX 미안내(공"/>
          <p:cNvGrpSpPr/>
          <p:nvPr/>
        </p:nvGrpSpPr>
        <p:grpSpPr>
          <a:xfrm>
            <a:off x="609600" y="6096000"/>
            <a:ext cx="4129980" cy="190500"/>
            <a:chOff x="609600" y="6096000"/>
            <a:chExt cx="4129980" cy="190500"/>
          </a:xfrm>
        </p:grpSpPr>
        <p:sp>
          <p:nvSpPr>
            <p:cNvPr id="300" name="Weave text 333: ○ "/>
            <p:cNvSpPr txBox="1"/>
            <p:nvPr/>
          </p:nvSpPr>
          <p:spPr>
            <a:xfrm>
              <a:off x="609600" y="6096000"/>
              <a:ext cx="15195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○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1" name="Weave text 333: 해당"/>
            <p:cNvSpPr txBox="1"/>
            <p:nvPr/>
          </p:nvSpPr>
          <p:spPr>
            <a:xfrm>
              <a:off x="72345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2" name="Weave text 333:  "/>
            <p:cNvSpPr txBox="1"/>
            <p:nvPr/>
          </p:nvSpPr>
          <p:spPr>
            <a:xfrm>
              <a:off x="89862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3" name="Weave text 333: 경험"/>
            <p:cNvSpPr txBox="1"/>
            <p:nvPr/>
          </p:nvSpPr>
          <p:spPr>
            <a:xfrm>
              <a:off x="925413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4" name="Weave text 333:  "/>
            <p:cNvSpPr txBox="1"/>
            <p:nvPr/>
          </p:nvSpPr>
          <p:spPr>
            <a:xfrm>
              <a:off x="110073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5" name="Weave text 333: 지원"/>
            <p:cNvSpPr txBox="1"/>
            <p:nvPr/>
          </p:nvSpPr>
          <p:spPr>
            <a:xfrm>
              <a:off x="1127522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6" name="Weave text 333:  · △ "/>
            <p:cNvSpPr txBox="1"/>
            <p:nvPr/>
          </p:nvSpPr>
          <p:spPr>
            <a:xfrm>
              <a:off x="1302693" y="6096000"/>
              <a:ext cx="24244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△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7" name="Weave text 333: 범위"/>
            <p:cNvSpPr txBox="1"/>
            <p:nvPr/>
          </p:nvSpPr>
          <p:spPr>
            <a:xfrm>
              <a:off x="1506885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범위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8" name="Weave text 333: ·"/>
            <p:cNvSpPr txBox="1"/>
            <p:nvPr/>
          </p:nvSpPr>
          <p:spPr>
            <a:xfrm>
              <a:off x="1682055" y="60960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9" name="Weave text 333: 흐름에"/>
            <p:cNvSpPr txBox="1"/>
            <p:nvPr/>
          </p:nvSpPr>
          <p:spPr>
            <a:xfrm>
              <a:off x="1709589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흐름에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0" name="Weave text 333:  "/>
            <p:cNvSpPr txBox="1"/>
            <p:nvPr/>
          </p:nvSpPr>
          <p:spPr>
            <a:xfrm>
              <a:off x="1972419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1" name="Weave text 333: 차이"/>
            <p:cNvSpPr txBox="1"/>
            <p:nvPr/>
          </p:nvSpPr>
          <p:spPr>
            <a:xfrm>
              <a:off x="1999208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차이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2" name="Weave text 333:  · × "/>
            <p:cNvSpPr txBox="1"/>
            <p:nvPr/>
          </p:nvSpPr>
          <p:spPr>
            <a:xfrm>
              <a:off x="2174528" y="6096000"/>
              <a:ext cx="20895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×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3" name="Weave text 333: 해당"/>
            <p:cNvSpPr txBox="1"/>
            <p:nvPr/>
          </p:nvSpPr>
          <p:spPr>
            <a:xfrm>
              <a:off x="234523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4" name="Weave text 333:  UX "/>
            <p:cNvSpPr txBox="1"/>
            <p:nvPr/>
          </p:nvSpPr>
          <p:spPr>
            <a:xfrm>
              <a:off x="2520553" y="6096000"/>
              <a:ext cx="2277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UX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5" name="Weave text 333: 미안내"/>
            <p:cNvSpPr txBox="1"/>
            <p:nvPr/>
          </p:nvSpPr>
          <p:spPr>
            <a:xfrm>
              <a:off x="2710011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미안내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6" name="Weave text 333: ("/>
            <p:cNvSpPr txBox="1"/>
            <p:nvPr/>
          </p:nvSpPr>
          <p:spPr>
            <a:xfrm>
              <a:off x="2972842" y="6096000"/>
              <a:ext cx="7307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(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7" name="Weave text 333: 공개"/>
            <p:cNvSpPr txBox="1"/>
            <p:nvPr/>
          </p:nvSpPr>
          <p:spPr>
            <a:xfrm>
              <a:off x="3007668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공개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8" name="Weave text 333:  "/>
            <p:cNvSpPr txBox="1"/>
            <p:nvPr/>
          </p:nvSpPr>
          <p:spPr>
            <a:xfrm>
              <a:off x="318283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9" name="Weave text 333: 자료"/>
            <p:cNvSpPr txBox="1"/>
            <p:nvPr/>
          </p:nvSpPr>
          <p:spPr>
            <a:xfrm>
              <a:off x="3209627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0" name="Weave text 333:  "/>
            <p:cNvSpPr txBox="1"/>
            <p:nvPr/>
          </p:nvSpPr>
          <p:spPr>
            <a:xfrm>
              <a:off x="338494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333: 기준"/>
            <p:cNvSpPr txBox="1"/>
            <p:nvPr/>
          </p:nvSpPr>
          <p:spPr>
            <a:xfrm>
              <a:off x="3411736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333: ) · Weave"/>
            <p:cNvSpPr txBox="1"/>
            <p:nvPr/>
          </p:nvSpPr>
          <p:spPr>
            <a:xfrm>
              <a:off x="3586907" y="6096000"/>
              <a:ext cx="4588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) · Weave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333: 는"/>
            <p:cNvSpPr txBox="1"/>
            <p:nvPr/>
          </p:nvSpPr>
          <p:spPr>
            <a:xfrm>
              <a:off x="4007495" y="60960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4" name="Weave text 333:  "/>
            <p:cNvSpPr txBox="1"/>
            <p:nvPr/>
          </p:nvSpPr>
          <p:spPr>
            <a:xfrm>
              <a:off x="4095155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5" name="Weave text 333: 제안"/>
            <p:cNvSpPr txBox="1"/>
            <p:nvPr/>
          </p:nvSpPr>
          <p:spPr>
            <a:xfrm>
              <a:off x="412194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333:  "/>
            <p:cNvSpPr txBox="1"/>
            <p:nvPr/>
          </p:nvSpPr>
          <p:spPr>
            <a:xfrm>
              <a:off x="429711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7" name="Weave text 333: 설계"/>
            <p:cNvSpPr txBox="1"/>
            <p:nvPr/>
          </p:nvSpPr>
          <p:spPr>
            <a:xfrm>
              <a:off x="432390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8" name="Weave text 333:  "/>
            <p:cNvSpPr txBox="1"/>
            <p:nvPr/>
          </p:nvSpPr>
          <p:spPr>
            <a:xfrm>
              <a:off x="449922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9" name="Weave text 333: 기준"/>
            <p:cNvSpPr txBox="1"/>
            <p:nvPr/>
          </p:nvSpPr>
          <p:spPr>
            <a:xfrm>
              <a:off x="4526012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0" name="Line 334: ¹ 전신 Chat Assist 최초 탑재 기기 출시일. "/>
          <p:cNvGrpSpPr/>
          <p:nvPr/>
        </p:nvGrpSpPr>
        <p:grpSpPr>
          <a:xfrm>
            <a:off x="609600" y="6262688"/>
            <a:ext cx="1754088" cy="190500"/>
            <a:chOff x="609600" y="6262688"/>
            <a:chExt cx="1754088" cy="190500"/>
          </a:xfrm>
        </p:grpSpPr>
        <p:sp>
          <p:nvSpPr>
            <p:cNvPr id="331" name="Weave text 334: ¹ "/>
            <p:cNvSpPr txBox="1"/>
            <p:nvPr/>
          </p:nvSpPr>
          <p:spPr>
            <a:xfrm>
              <a:off x="609600" y="6262688"/>
              <a:ext cx="939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¹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334: 전신"/>
            <p:cNvSpPr txBox="1"/>
            <p:nvPr/>
          </p:nvSpPr>
          <p:spPr>
            <a:xfrm>
              <a:off x="665262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전신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334:  Chat Assist "/>
            <p:cNvSpPr txBox="1"/>
            <p:nvPr/>
          </p:nvSpPr>
          <p:spPr>
            <a:xfrm>
              <a:off x="840581" y="6262688"/>
              <a:ext cx="59992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Chat Assist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334: 최초"/>
            <p:cNvSpPr txBox="1"/>
            <p:nvPr/>
          </p:nvSpPr>
          <p:spPr>
            <a:xfrm>
              <a:off x="140225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최초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334:  "/>
            <p:cNvSpPr txBox="1"/>
            <p:nvPr/>
          </p:nvSpPr>
          <p:spPr>
            <a:xfrm>
              <a:off x="157742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334: 탑재"/>
            <p:cNvSpPr txBox="1"/>
            <p:nvPr/>
          </p:nvSpPr>
          <p:spPr>
            <a:xfrm>
              <a:off x="1604218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탑재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334:  "/>
            <p:cNvSpPr txBox="1"/>
            <p:nvPr/>
          </p:nvSpPr>
          <p:spPr>
            <a:xfrm>
              <a:off x="1779538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334: 기기"/>
            <p:cNvSpPr txBox="1"/>
            <p:nvPr/>
          </p:nvSpPr>
          <p:spPr>
            <a:xfrm>
              <a:off x="1806327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334:  "/>
            <p:cNvSpPr txBox="1"/>
            <p:nvPr/>
          </p:nvSpPr>
          <p:spPr>
            <a:xfrm>
              <a:off x="198164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334: 출시일"/>
            <p:cNvSpPr txBox="1"/>
            <p:nvPr/>
          </p:nvSpPr>
          <p:spPr>
            <a:xfrm>
              <a:off x="2008436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출시일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334: . "/>
            <p:cNvSpPr txBox="1"/>
            <p:nvPr/>
          </p:nvSpPr>
          <p:spPr>
            <a:xfrm>
              <a:off x="2271266" y="6262688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2" name="Line 335: 삼성">
            <a:hlinkClick r:id="rIdWeaveLink335"/>
          </p:cNvPr>
          <p:cNvGrpSpPr/>
          <p:nvPr/>
        </p:nvGrpSpPr>
        <p:grpSpPr>
          <a:xfrm>
            <a:off x="2325588" y="6262688"/>
            <a:ext cx="213420" cy="190500"/>
            <a:chOff x="2325588" y="6262688"/>
            <a:chExt cx="213420" cy="190500"/>
          </a:xfrm>
        </p:grpSpPr>
        <p:sp>
          <p:nvSpPr>
            <p:cNvPr id="343" name="Weave text 335: 삼성">
              <a:hlinkClick r:id="rIdWeaveLink335"/>
            </p:cNvPr>
            <p:cNvSpPr txBox="1"/>
            <p:nvPr/>
          </p:nvSpPr>
          <p:spPr>
            <a:xfrm>
              <a:off x="232558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4" name="Line 336: ·"/>
          <p:cNvGrpSpPr/>
          <p:nvPr/>
        </p:nvGrpSpPr>
        <p:grpSpPr>
          <a:xfrm>
            <a:off x="2500908" y="6262688"/>
            <a:ext cx="65633" cy="190500"/>
            <a:chOff x="2500908" y="6262688"/>
            <a:chExt cx="65633" cy="190500"/>
          </a:xfrm>
        </p:grpSpPr>
        <p:sp>
          <p:nvSpPr>
            <p:cNvPr id="345" name="Weave text 336: ·"/>
            <p:cNvSpPr txBox="1"/>
            <p:nvPr/>
          </p:nvSpPr>
          <p:spPr>
            <a:xfrm>
              <a:off x="2500908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6" name="Line 337: 카카오">
            <a:hlinkClick r:id="rIdWeaveLink337"/>
          </p:cNvPr>
          <p:cNvGrpSpPr/>
          <p:nvPr/>
        </p:nvGrpSpPr>
        <p:grpSpPr>
          <a:xfrm>
            <a:off x="2528441" y="6262688"/>
            <a:ext cx="301079" cy="190500"/>
            <a:chOff x="2528441" y="6262688"/>
            <a:chExt cx="301079" cy="190500"/>
          </a:xfrm>
        </p:grpSpPr>
        <p:sp>
          <p:nvSpPr>
            <p:cNvPr id="347" name="Weave text 337: 카카오">
              <a:hlinkClick r:id="rIdWeaveLink337"/>
            </p:cNvPr>
            <p:cNvSpPr txBox="1"/>
            <p:nvPr/>
          </p:nvSpPr>
          <p:spPr>
            <a:xfrm>
              <a:off x="2528441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8" name="Line 338:  공식 안내 기준 / △는 해당 기술이 불가능하다는 의미가 아닙니다."/>
          <p:cNvGrpSpPr/>
          <p:nvPr/>
        </p:nvGrpSpPr>
        <p:grpSpPr>
          <a:xfrm>
            <a:off x="2791420" y="6262688"/>
            <a:ext cx="2654796" cy="190500"/>
            <a:chOff x="2791420" y="6262688"/>
            <a:chExt cx="2654796" cy="190500"/>
          </a:xfrm>
        </p:grpSpPr>
        <p:sp>
          <p:nvSpPr>
            <p:cNvPr id="349" name="Weave text 338:  "/>
            <p:cNvSpPr txBox="1"/>
            <p:nvPr/>
          </p:nvSpPr>
          <p:spPr>
            <a:xfrm>
              <a:off x="2791420" y="6262688"/>
              <a:ext cx="648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0" name="Weave text 338: 공식"/>
            <p:cNvSpPr txBox="1"/>
            <p:nvPr/>
          </p:nvSpPr>
          <p:spPr>
            <a:xfrm>
              <a:off x="281820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공식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1" name="Weave text 338:  "/>
            <p:cNvSpPr txBox="1"/>
            <p:nvPr/>
          </p:nvSpPr>
          <p:spPr>
            <a:xfrm>
              <a:off x="2993380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2" name="Weave text 338: 안내"/>
            <p:cNvSpPr txBox="1"/>
            <p:nvPr/>
          </p:nvSpPr>
          <p:spPr>
            <a:xfrm>
              <a:off x="3020169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3" name="Weave text 338:  "/>
            <p:cNvSpPr txBox="1"/>
            <p:nvPr/>
          </p:nvSpPr>
          <p:spPr>
            <a:xfrm>
              <a:off x="319548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4" name="Weave text 338: 기준"/>
            <p:cNvSpPr txBox="1"/>
            <p:nvPr/>
          </p:nvSpPr>
          <p:spPr>
            <a:xfrm>
              <a:off x="322227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5" name="Weave text 338:  / △"/>
            <p:cNvSpPr txBox="1"/>
            <p:nvPr/>
          </p:nvSpPr>
          <p:spPr>
            <a:xfrm>
              <a:off x="3397448" y="6262688"/>
              <a:ext cx="22249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/ △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6" name="Weave text 338: 는"/>
            <p:cNvSpPr txBox="1"/>
            <p:nvPr/>
          </p:nvSpPr>
          <p:spPr>
            <a:xfrm>
              <a:off x="3581698" y="6262688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7" name="Weave text 338:  "/>
            <p:cNvSpPr txBox="1"/>
            <p:nvPr/>
          </p:nvSpPr>
          <p:spPr>
            <a:xfrm>
              <a:off x="366935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8" name="Weave text 338: 해당"/>
            <p:cNvSpPr txBox="1"/>
            <p:nvPr/>
          </p:nvSpPr>
          <p:spPr>
            <a:xfrm>
              <a:off x="3696146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9" name="Weave text 338:  "/>
            <p:cNvSpPr txBox="1"/>
            <p:nvPr/>
          </p:nvSpPr>
          <p:spPr>
            <a:xfrm>
              <a:off x="387131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0" name="Weave text 338: 기술이"/>
            <p:cNvSpPr txBox="1"/>
            <p:nvPr/>
          </p:nvSpPr>
          <p:spPr>
            <a:xfrm>
              <a:off x="3898106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기술이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1" name="Weave text 338:  "/>
            <p:cNvSpPr txBox="1"/>
            <p:nvPr/>
          </p:nvSpPr>
          <p:spPr>
            <a:xfrm>
              <a:off x="416108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2" name="Weave text 338: 불가능하다는"/>
            <p:cNvSpPr txBox="1"/>
            <p:nvPr/>
          </p:nvSpPr>
          <p:spPr>
            <a:xfrm>
              <a:off x="4187875" y="6262688"/>
              <a:ext cx="56391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불가능하다는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3" name="Weave text 338:  "/>
            <p:cNvSpPr txBox="1"/>
            <p:nvPr/>
          </p:nvSpPr>
          <p:spPr>
            <a:xfrm>
              <a:off x="471353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4" name="Weave text 338: 의미가"/>
            <p:cNvSpPr txBox="1"/>
            <p:nvPr/>
          </p:nvSpPr>
          <p:spPr>
            <a:xfrm>
              <a:off x="4740325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의미가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5" name="Weave text 338:  "/>
            <p:cNvSpPr txBox="1"/>
            <p:nvPr/>
          </p:nvSpPr>
          <p:spPr>
            <a:xfrm>
              <a:off x="5003304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338: 아닙니다"/>
            <p:cNvSpPr txBox="1"/>
            <p:nvPr/>
          </p:nvSpPr>
          <p:spPr>
            <a:xfrm>
              <a:off x="5030093" y="6262688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338: ."/>
            <p:cNvSpPr txBox="1"/>
            <p:nvPr/>
          </p:nvSpPr>
          <p:spPr>
            <a:xfrm>
              <a:off x="5380583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68" name="Line 339: 11 / 12"/>
          <p:cNvGrpSpPr/>
          <p:nvPr/>
        </p:nvGrpSpPr>
        <p:grpSpPr>
          <a:xfrm>
            <a:off x="11193363" y="6486525"/>
            <a:ext cx="427137" cy="190500"/>
            <a:chOff x="11193363" y="6486525"/>
            <a:chExt cx="427137" cy="190500"/>
          </a:xfrm>
        </p:grpSpPr>
        <p:sp>
          <p:nvSpPr>
            <p:cNvPr id="369" name="Weave text 339: 11 / 12"/>
            <p:cNvSpPr txBox="1"/>
            <p:nvPr/>
          </p:nvSpPr>
          <p:spPr>
            <a:xfrm>
              <a:off x="11193363" y="6486525"/>
              <a:ext cx="4271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11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40: 12 / THE IMPACT"/>
          <p:cNvGrpSpPr/>
          <p:nvPr/>
        </p:nvGrpSpPr>
        <p:grpSpPr>
          <a:xfrm>
            <a:off x="609600" y="371475"/>
            <a:ext cx="1163538" cy="205740"/>
            <a:chOff x="609600" y="371475"/>
            <a:chExt cx="1163538" cy="205740"/>
          </a:xfrm>
        </p:grpSpPr>
        <p:sp>
          <p:nvSpPr>
            <p:cNvPr id="4" name="Weave text 340: 12 / THE IMPACT"/>
            <p:cNvSpPr txBox="1"/>
            <p:nvPr/>
          </p:nvSpPr>
          <p:spPr>
            <a:xfrm>
              <a:off x="609600" y="371475"/>
              <a:ext cx="116353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12 / THE IMPACT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41: 흩어진 기억과"/>
          <p:cNvGrpSpPr/>
          <p:nvPr/>
        </p:nvGrpSpPr>
        <p:grpSpPr>
          <a:xfrm>
            <a:off x="609600" y="895350"/>
            <a:ext cx="2244477" cy="693420"/>
            <a:chOff x="609600" y="895350"/>
            <a:chExt cx="2244477" cy="693420"/>
          </a:xfrm>
        </p:grpSpPr>
        <p:sp>
          <p:nvSpPr>
            <p:cNvPr id="6" name="Weave text 341: 흩어진"/>
            <p:cNvSpPr txBox="1"/>
            <p:nvPr/>
          </p:nvSpPr>
          <p:spPr>
            <a:xfrm>
              <a:off x="609600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41:  "/>
            <p:cNvSpPr txBox="1"/>
            <p:nvPr/>
          </p:nvSpPr>
          <p:spPr>
            <a:xfrm>
              <a:off x="1672382" y="895350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41: 기억과"/>
            <p:cNvSpPr txBox="1"/>
            <p:nvPr/>
          </p:nvSpPr>
          <p:spPr>
            <a:xfrm>
              <a:off x="1753046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기억과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" name="Line 342: 우리의 대화,"/>
          <p:cNvGrpSpPr/>
          <p:nvPr/>
        </p:nvGrpSpPr>
        <p:grpSpPr>
          <a:xfrm>
            <a:off x="609600" y="1480989"/>
            <a:ext cx="1998315" cy="693420"/>
            <a:chOff x="609600" y="1480989"/>
            <a:chExt cx="1998315" cy="693420"/>
          </a:xfrm>
        </p:grpSpPr>
        <p:sp>
          <p:nvSpPr>
            <p:cNvPr id="10" name="Weave text 342: 우리의"/>
            <p:cNvSpPr txBox="1"/>
            <p:nvPr/>
          </p:nvSpPr>
          <p:spPr>
            <a:xfrm>
              <a:off x="609600" y="1480989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우리의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42:  "/>
            <p:cNvSpPr txBox="1"/>
            <p:nvPr/>
          </p:nvSpPr>
          <p:spPr>
            <a:xfrm>
              <a:off x="1672382" y="1480989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42: 대화"/>
            <p:cNvSpPr txBox="1"/>
            <p:nvPr/>
          </p:nvSpPr>
          <p:spPr>
            <a:xfrm>
              <a:off x="1753046" y="1480989"/>
              <a:ext cx="74682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42: ,"/>
            <p:cNvSpPr txBox="1"/>
            <p:nvPr/>
          </p:nvSpPr>
          <p:spPr>
            <a:xfrm>
              <a:off x="2461617" y="1480989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343: Weave가 잇습니다."/>
          <p:cNvGrpSpPr/>
          <p:nvPr/>
        </p:nvGrpSpPr>
        <p:grpSpPr>
          <a:xfrm>
            <a:off x="609600" y="2066627"/>
            <a:ext cx="3232398" cy="693420"/>
            <a:chOff x="609600" y="2066627"/>
            <a:chExt cx="3232398" cy="693420"/>
          </a:xfrm>
        </p:grpSpPr>
        <p:sp>
          <p:nvSpPr>
            <p:cNvPr id="15" name="Weave text 343: Weave"/>
            <p:cNvSpPr txBox="1"/>
            <p:nvPr/>
          </p:nvSpPr>
          <p:spPr>
            <a:xfrm>
              <a:off x="609600" y="2066627"/>
              <a:ext cx="1272332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43: 가"/>
            <p:cNvSpPr txBox="1"/>
            <p:nvPr/>
          </p:nvSpPr>
          <p:spPr>
            <a:xfrm>
              <a:off x="1843683" y="2066627"/>
              <a:ext cx="39246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43:  "/>
            <p:cNvSpPr txBox="1"/>
            <p:nvPr/>
          </p:nvSpPr>
          <p:spPr>
            <a:xfrm>
              <a:off x="2197894" y="2066627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" name="Weave text 343: 잇습니다"/>
            <p:cNvSpPr txBox="1"/>
            <p:nvPr/>
          </p:nvSpPr>
          <p:spPr>
            <a:xfrm>
              <a:off x="2278559" y="2066627"/>
              <a:ext cx="145539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잇습니다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" name="Weave text 343: ."/>
            <p:cNvSpPr txBox="1"/>
            <p:nvPr/>
          </p:nvSpPr>
          <p:spPr>
            <a:xfrm>
              <a:off x="3695700" y="2066627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" name="Line 344: 덜 찾고, 더 잘 챙기고."/>
          <p:cNvGrpSpPr/>
          <p:nvPr/>
        </p:nvGrpSpPr>
        <p:grpSpPr>
          <a:xfrm>
            <a:off x="609600" y="3257550"/>
            <a:ext cx="1591717" cy="312420"/>
            <a:chOff x="609600" y="3257550"/>
            <a:chExt cx="1591717" cy="312420"/>
          </a:xfrm>
        </p:grpSpPr>
        <p:sp>
          <p:nvSpPr>
            <p:cNvPr id="21" name="Weave text 344: 덜"/>
            <p:cNvSpPr txBox="1"/>
            <p:nvPr/>
          </p:nvSpPr>
          <p:spPr>
            <a:xfrm>
              <a:off x="609600" y="3257550"/>
              <a:ext cx="1958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덜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44:  "/>
            <p:cNvSpPr txBox="1"/>
            <p:nvPr/>
          </p:nvSpPr>
          <p:spPr>
            <a:xfrm>
              <a:off x="767209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44: 찾고"/>
            <p:cNvSpPr txBox="1"/>
            <p:nvPr/>
          </p:nvSpPr>
          <p:spPr>
            <a:xfrm>
              <a:off x="815429" y="3257550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44: , "/>
            <p:cNvSpPr txBox="1"/>
            <p:nvPr/>
          </p:nvSpPr>
          <p:spPr>
            <a:xfrm>
              <a:off x="1130945" y="3257550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44: 더"/>
            <p:cNvSpPr txBox="1"/>
            <p:nvPr/>
          </p:nvSpPr>
          <p:spPr>
            <a:xfrm>
              <a:off x="1228576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44:  "/>
            <p:cNvSpPr txBox="1"/>
            <p:nvPr/>
          </p:nvSpPr>
          <p:spPr>
            <a:xfrm>
              <a:off x="1386334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44: 잘"/>
            <p:cNvSpPr txBox="1"/>
            <p:nvPr/>
          </p:nvSpPr>
          <p:spPr>
            <a:xfrm>
              <a:off x="1434554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44:  "/>
            <p:cNvSpPr txBox="1"/>
            <p:nvPr/>
          </p:nvSpPr>
          <p:spPr>
            <a:xfrm>
              <a:off x="1592312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44: 챙기고"/>
            <p:cNvSpPr txBox="1"/>
            <p:nvPr/>
          </p:nvSpPr>
          <p:spPr>
            <a:xfrm>
              <a:off x="1640532" y="325755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챙기고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44: ."/>
            <p:cNvSpPr txBox="1"/>
            <p:nvPr/>
          </p:nvSpPr>
          <p:spPr>
            <a:xfrm>
              <a:off x="2113657" y="325755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45: 쌓인 기록이 오늘의 도움이 되는"/>
          <p:cNvGrpSpPr/>
          <p:nvPr/>
        </p:nvGrpSpPr>
        <p:grpSpPr>
          <a:xfrm>
            <a:off x="609600" y="3583186"/>
            <a:ext cx="2281535" cy="312420"/>
            <a:chOff x="609600" y="3583186"/>
            <a:chExt cx="2281535" cy="312420"/>
          </a:xfrm>
        </p:grpSpPr>
        <p:sp>
          <p:nvSpPr>
            <p:cNvPr id="32" name="Weave text 345: 쌓인"/>
            <p:cNvSpPr txBox="1"/>
            <p:nvPr/>
          </p:nvSpPr>
          <p:spPr>
            <a:xfrm>
              <a:off x="60960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쌓인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345:  "/>
            <p:cNvSpPr txBox="1"/>
            <p:nvPr/>
          </p:nvSpPr>
          <p:spPr>
            <a:xfrm>
              <a:off x="924967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345: 기록이"/>
            <p:cNvSpPr txBox="1"/>
            <p:nvPr/>
          </p:nvSpPr>
          <p:spPr>
            <a:xfrm>
              <a:off x="973187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345:  "/>
            <p:cNvSpPr txBox="1"/>
            <p:nvPr/>
          </p:nvSpPr>
          <p:spPr>
            <a:xfrm>
              <a:off x="1446461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345: 오늘의"/>
            <p:cNvSpPr txBox="1"/>
            <p:nvPr/>
          </p:nvSpPr>
          <p:spPr>
            <a:xfrm>
              <a:off x="1494681" y="3583186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345:  "/>
            <p:cNvSpPr txBox="1"/>
            <p:nvPr/>
          </p:nvSpPr>
          <p:spPr>
            <a:xfrm>
              <a:off x="1967805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" name="Weave text 345: 도움이"/>
            <p:cNvSpPr txBox="1"/>
            <p:nvPr/>
          </p:nvSpPr>
          <p:spPr>
            <a:xfrm>
              <a:off x="2016026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" name="Weave text 345:  "/>
            <p:cNvSpPr txBox="1"/>
            <p:nvPr/>
          </p:nvSpPr>
          <p:spPr>
            <a:xfrm>
              <a:off x="2489299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" name="Weave text 345: 되는"/>
            <p:cNvSpPr txBox="1"/>
            <p:nvPr/>
          </p:nvSpPr>
          <p:spPr>
            <a:xfrm>
              <a:off x="253752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되는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1" name="Line 346: 갤럭시의 새로운 사용 경험."/>
          <p:cNvGrpSpPr/>
          <p:nvPr/>
        </p:nvGrpSpPr>
        <p:grpSpPr>
          <a:xfrm>
            <a:off x="609600" y="3908822"/>
            <a:ext cx="1967359" cy="312420"/>
            <a:chOff x="609600" y="3908822"/>
            <a:chExt cx="1967359" cy="312420"/>
          </a:xfrm>
        </p:grpSpPr>
        <p:sp>
          <p:nvSpPr>
            <p:cNvPr id="42" name="Weave text 346: 갤럭시의"/>
            <p:cNvSpPr txBox="1"/>
            <p:nvPr/>
          </p:nvSpPr>
          <p:spPr>
            <a:xfrm>
              <a:off x="609600" y="3908822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346:  "/>
            <p:cNvSpPr txBox="1"/>
            <p:nvPr/>
          </p:nvSpPr>
          <p:spPr>
            <a:xfrm>
              <a:off x="1240482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346: 새로운"/>
            <p:cNvSpPr txBox="1"/>
            <p:nvPr/>
          </p:nvSpPr>
          <p:spPr>
            <a:xfrm>
              <a:off x="1288703" y="3908822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새로운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346:  "/>
            <p:cNvSpPr txBox="1"/>
            <p:nvPr/>
          </p:nvSpPr>
          <p:spPr>
            <a:xfrm>
              <a:off x="1761827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346: 사용"/>
            <p:cNvSpPr txBox="1"/>
            <p:nvPr/>
          </p:nvSpPr>
          <p:spPr>
            <a:xfrm>
              <a:off x="1810048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346:  "/>
            <p:cNvSpPr txBox="1"/>
            <p:nvPr/>
          </p:nvSpPr>
          <p:spPr>
            <a:xfrm>
              <a:off x="2125563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346: 경험"/>
            <p:cNvSpPr txBox="1"/>
            <p:nvPr/>
          </p:nvSpPr>
          <p:spPr>
            <a:xfrm>
              <a:off x="2173784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346: ."/>
            <p:cNvSpPr txBox="1"/>
            <p:nvPr/>
          </p:nvSpPr>
          <p:spPr>
            <a:xfrm>
              <a:off x="2489299" y="3908822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" name="Line 347: 01 · 하던 일을 이어가는 경험"/>
          <p:cNvGrpSpPr/>
          <p:nvPr/>
        </p:nvGrpSpPr>
        <p:grpSpPr>
          <a:xfrm>
            <a:off x="5695950" y="1190625"/>
            <a:ext cx="1397943" cy="220980"/>
            <a:chOff x="5695950" y="1190625"/>
            <a:chExt cx="1397943" cy="220980"/>
          </a:xfrm>
        </p:grpSpPr>
        <p:sp>
          <p:nvSpPr>
            <p:cNvPr id="51" name="Weave text 347: 01 · "/>
            <p:cNvSpPr txBox="1"/>
            <p:nvPr/>
          </p:nvSpPr>
          <p:spPr>
            <a:xfrm>
              <a:off x="5695950" y="1190625"/>
              <a:ext cx="25494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01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2" name="Weave text 347: 하던"/>
            <p:cNvSpPr txBox="1"/>
            <p:nvPr/>
          </p:nvSpPr>
          <p:spPr>
            <a:xfrm>
              <a:off x="5912644" y="1190625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하던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3" name="Weave text 347:  "/>
            <p:cNvSpPr txBox="1"/>
            <p:nvPr/>
          </p:nvSpPr>
          <p:spPr>
            <a:xfrm>
              <a:off x="6123087" y="1190625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4" name="Weave text 347: 일을"/>
            <p:cNvSpPr txBox="1"/>
            <p:nvPr/>
          </p:nvSpPr>
          <p:spPr>
            <a:xfrm>
              <a:off x="6153448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일을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5" name="Weave text 347:  "/>
            <p:cNvSpPr txBox="1"/>
            <p:nvPr/>
          </p:nvSpPr>
          <p:spPr>
            <a:xfrm>
              <a:off x="6363742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" name="Weave text 347: 이어가는"/>
            <p:cNvSpPr txBox="1"/>
            <p:nvPr/>
          </p:nvSpPr>
          <p:spPr>
            <a:xfrm>
              <a:off x="6394252" y="119062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이어가는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7" name="Weave text 347:  "/>
            <p:cNvSpPr txBox="1"/>
            <p:nvPr/>
          </p:nvSpPr>
          <p:spPr>
            <a:xfrm>
              <a:off x="6814840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8" name="Weave text 347: 경험"/>
            <p:cNvSpPr txBox="1"/>
            <p:nvPr/>
          </p:nvSpPr>
          <p:spPr>
            <a:xfrm>
              <a:off x="6845350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9" name="Line 348: “잠깐만, 찾아볼게” 대신, 하던 일을 이어갑니다."/>
          <p:cNvGrpSpPr/>
          <p:nvPr/>
        </p:nvGrpSpPr>
        <p:grpSpPr>
          <a:xfrm>
            <a:off x="5695950" y="1476375"/>
            <a:ext cx="4295477" cy="403860"/>
            <a:chOff x="5695950" y="1476375"/>
            <a:chExt cx="4295477" cy="403860"/>
          </a:xfrm>
        </p:grpSpPr>
        <p:sp>
          <p:nvSpPr>
            <p:cNvPr id="60" name="Weave text 348: “"/>
            <p:cNvSpPr txBox="1"/>
            <p:nvPr/>
          </p:nvSpPr>
          <p:spPr>
            <a:xfrm>
              <a:off x="5695950" y="1476375"/>
              <a:ext cx="144959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1" name="Weave text 348: 잠깐만"/>
            <p:cNvSpPr txBox="1"/>
            <p:nvPr/>
          </p:nvSpPr>
          <p:spPr>
            <a:xfrm>
              <a:off x="5802660" y="1476375"/>
              <a:ext cx="641747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잠깐만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2" name="Weave text 348: , "/>
            <p:cNvSpPr txBox="1"/>
            <p:nvPr/>
          </p:nvSpPr>
          <p:spPr>
            <a:xfrm>
              <a:off x="6406158" y="1476375"/>
              <a:ext cx="145703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3" name="Weave text 348: 찾아볼게"/>
            <p:cNvSpPr txBox="1"/>
            <p:nvPr/>
          </p:nvSpPr>
          <p:spPr>
            <a:xfrm>
              <a:off x="6513612" y="1476375"/>
              <a:ext cx="842962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찾아볼게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4" name="Weave text 348: ” "/>
            <p:cNvSpPr txBox="1"/>
            <p:nvPr/>
          </p:nvSpPr>
          <p:spPr>
            <a:xfrm>
              <a:off x="7318325" y="1476375"/>
              <a:ext cx="19213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”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5" name="Weave text 348: 대신"/>
            <p:cNvSpPr txBox="1"/>
            <p:nvPr/>
          </p:nvSpPr>
          <p:spPr>
            <a:xfrm>
              <a:off x="7472214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대신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6" name="Weave text 348: , "/>
            <p:cNvSpPr txBox="1"/>
            <p:nvPr/>
          </p:nvSpPr>
          <p:spPr>
            <a:xfrm>
              <a:off x="7874496" y="1476375"/>
              <a:ext cx="145852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7" name="Weave text 348: 하던"/>
            <p:cNvSpPr txBox="1"/>
            <p:nvPr/>
          </p:nvSpPr>
          <p:spPr>
            <a:xfrm>
              <a:off x="79820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하던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8" name="Weave text 348:  "/>
            <p:cNvSpPr txBox="1"/>
            <p:nvPr/>
          </p:nvSpPr>
          <p:spPr>
            <a:xfrm>
              <a:off x="8384381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" name="Weave text 348: 일을"/>
            <p:cNvSpPr txBox="1"/>
            <p:nvPr/>
          </p:nvSpPr>
          <p:spPr>
            <a:xfrm>
              <a:off x="84328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일을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" name="Weave text 348:  "/>
            <p:cNvSpPr txBox="1"/>
            <p:nvPr/>
          </p:nvSpPr>
          <p:spPr>
            <a:xfrm>
              <a:off x="8835182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" name="Weave text 348: 이어갑니다"/>
            <p:cNvSpPr txBox="1"/>
            <p:nvPr/>
          </p:nvSpPr>
          <p:spPr>
            <a:xfrm>
              <a:off x="8883700" y="1476375"/>
              <a:ext cx="1044029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이어갑니다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348: ."/>
            <p:cNvSpPr txBox="1"/>
            <p:nvPr/>
          </p:nvSpPr>
          <p:spPr>
            <a:xfrm>
              <a:off x="9889480" y="1476375"/>
              <a:ext cx="10194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3" name="Line 349: 앱을 오가며 찾고 다시 입력하는 수고를 줄여,"/>
          <p:cNvGrpSpPr/>
          <p:nvPr/>
        </p:nvGrpSpPr>
        <p:grpSpPr>
          <a:xfrm>
            <a:off x="5695950" y="1952625"/>
            <a:ext cx="2863007" cy="281940"/>
            <a:chOff x="5695950" y="1952625"/>
            <a:chExt cx="2863007" cy="281940"/>
          </a:xfrm>
        </p:grpSpPr>
        <p:sp>
          <p:nvSpPr>
            <p:cNvPr id="74" name="Weave text 349: 앱을"/>
            <p:cNvSpPr txBox="1"/>
            <p:nvPr/>
          </p:nvSpPr>
          <p:spPr>
            <a:xfrm>
              <a:off x="569595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349:  "/>
            <p:cNvSpPr txBox="1"/>
            <p:nvPr/>
          </p:nvSpPr>
          <p:spPr>
            <a:xfrm>
              <a:off x="597634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349: 오가며"/>
            <p:cNvSpPr txBox="1"/>
            <p:nvPr/>
          </p:nvSpPr>
          <p:spPr>
            <a:xfrm>
              <a:off x="6019205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오가며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49:  "/>
            <p:cNvSpPr txBox="1"/>
            <p:nvPr/>
          </p:nvSpPr>
          <p:spPr>
            <a:xfrm>
              <a:off x="6439793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49: 찾고"/>
            <p:cNvSpPr txBox="1"/>
            <p:nvPr/>
          </p:nvSpPr>
          <p:spPr>
            <a:xfrm>
              <a:off x="6482655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349:  "/>
            <p:cNvSpPr txBox="1"/>
            <p:nvPr/>
          </p:nvSpPr>
          <p:spPr>
            <a:xfrm>
              <a:off x="676304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349: 다시"/>
            <p:cNvSpPr txBox="1"/>
            <p:nvPr/>
          </p:nvSpPr>
          <p:spPr>
            <a:xfrm>
              <a:off x="680591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349:  "/>
            <p:cNvSpPr txBox="1"/>
            <p:nvPr/>
          </p:nvSpPr>
          <p:spPr>
            <a:xfrm>
              <a:off x="708630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349: 입력하는"/>
            <p:cNvSpPr txBox="1"/>
            <p:nvPr/>
          </p:nvSpPr>
          <p:spPr>
            <a:xfrm>
              <a:off x="7129165" y="1952625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입력하는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349:  "/>
            <p:cNvSpPr txBox="1"/>
            <p:nvPr/>
          </p:nvSpPr>
          <p:spPr>
            <a:xfrm>
              <a:off x="769009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349: 수고를"/>
            <p:cNvSpPr txBox="1"/>
            <p:nvPr/>
          </p:nvSpPr>
          <p:spPr>
            <a:xfrm>
              <a:off x="7732961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수고를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349:  "/>
            <p:cNvSpPr txBox="1"/>
            <p:nvPr/>
          </p:nvSpPr>
          <p:spPr>
            <a:xfrm>
              <a:off x="8153549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349: 줄여"/>
            <p:cNvSpPr txBox="1"/>
            <p:nvPr/>
          </p:nvSpPr>
          <p:spPr>
            <a:xfrm>
              <a:off x="8196411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줄여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49: ,"/>
            <p:cNvSpPr txBox="1"/>
            <p:nvPr/>
          </p:nvSpPr>
          <p:spPr>
            <a:xfrm>
              <a:off x="8476804" y="19526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8" name="Line 350: 기억을 찾느라 멈췄던 대화와 업무가 자연스럽게 이어집니다."/>
          <p:cNvGrpSpPr/>
          <p:nvPr/>
        </p:nvGrpSpPr>
        <p:grpSpPr>
          <a:xfrm>
            <a:off x="5695950" y="2219325"/>
            <a:ext cx="3844528" cy="281940"/>
            <a:chOff x="5695950" y="2219325"/>
            <a:chExt cx="3844528" cy="281940"/>
          </a:xfrm>
        </p:grpSpPr>
        <p:sp>
          <p:nvSpPr>
            <p:cNvPr id="89" name="Weave text 350: 기억을"/>
            <p:cNvSpPr txBox="1"/>
            <p:nvPr/>
          </p:nvSpPr>
          <p:spPr>
            <a:xfrm>
              <a:off x="5695950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350:  "/>
            <p:cNvSpPr txBox="1"/>
            <p:nvPr/>
          </p:nvSpPr>
          <p:spPr>
            <a:xfrm>
              <a:off x="6116538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350: 찾느라"/>
            <p:cNvSpPr txBox="1"/>
            <p:nvPr/>
          </p:nvSpPr>
          <p:spPr>
            <a:xfrm>
              <a:off x="6159401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350:  "/>
            <p:cNvSpPr txBox="1"/>
            <p:nvPr/>
          </p:nvSpPr>
          <p:spPr>
            <a:xfrm>
              <a:off x="6579989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350: 멈췄던"/>
            <p:cNvSpPr txBox="1"/>
            <p:nvPr/>
          </p:nvSpPr>
          <p:spPr>
            <a:xfrm>
              <a:off x="662285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멈췄던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350:  "/>
            <p:cNvSpPr txBox="1"/>
            <p:nvPr/>
          </p:nvSpPr>
          <p:spPr>
            <a:xfrm>
              <a:off x="704344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350: 대화와"/>
            <p:cNvSpPr txBox="1"/>
            <p:nvPr/>
          </p:nvSpPr>
          <p:spPr>
            <a:xfrm>
              <a:off x="708630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350:  "/>
            <p:cNvSpPr txBox="1"/>
            <p:nvPr/>
          </p:nvSpPr>
          <p:spPr>
            <a:xfrm>
              <a:off x="7506891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350: 업무가"/>
            <p:cNvSpPr txBox="1"/>
            <p:nvPr/>
          </p:nvSpPr>
          <p:spPr>
            <a:xfrm>
              <a:off x="7549753" y="2219325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업무가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350:  "/>
            <p:cNvSpPr txBox="1"/>
            <p:nvPr/>
          </p:nvSpPr>
          <p:spPr>
            <a:xfrm>
              <a:off x="797049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350: 자연스럽게"/>
            <p:cNvSpPr txBox="1"/>
            <p:nvPr/>
          </p:nvSpPr>
          <p:spPr>
            <a:xfrm>
              <a:off x="8013353" y="2219325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자연스럽게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350:  "/>
            <p:cNvSpPr txBox="1"/>
            <p:nvPr/>
          </p:nvSpPr>
          <p:spPr>
            <a:xfrm>
              <a:off x="8714333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350: 이어집니다"/>
            <p:cNvSpPr txBox="1"/>
            <p:nvPr/>
          </p:nvSpPr>
          <p:spPr>
            <a:xfrm>
              <a:off x="8757196" y="2219325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이어집니다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2" name="Weave text 350: ."/>
            <p:cNvSpPr txBox="1"/>
            <p:nvPr/>
          </p:nvSpPr>
          <p:spPr>
            <a:xfrm>
              <a:off x="9458325" y="22193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3" name="Line 351: 02 · 관계를 챙기는 경험"/>
          <p:cNvGrpSpPr/>
          <p:nvPr/>
        </p:nvGrpSpPr>
        <p:grpSpPr>
          <a:xfrm>
            <a:off x="5695950" y="2857500"/>
            <a:ext cx="1180207" cy="220980"/>
            <a:chOff x="5695950" y="2857500"/>
            <a:chExt cx="1180207" cy="220980"/>
          </a:xfrm>
        </p:grpSpPr>
        <p:sp>
          <p:nvSpPr>
            <p:cNvPr id="104" name="Weave text 351: 02 · "/>
            <p:cNvSpPr txBox="1"/>
            <p:nvPr/>
          </p:nvSpPr>
          <p:spPr>
            <a:xfrm>
              <a:off x="5695950" y="2857500"/>
              <a:ext cx="278011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02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5" name="Weave text 351: 관계를"/>
            <p:cNvSpPr txBox="1"/>
            <p:nvPr/>
          </p:nvSpPr>
          <p:spPr>
            <a:xfrm>
              <a:off x="5935712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관계를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351:  "/>
            <p:cNvSpPr txBox="1"/>
            <p:nvPr/>
          </p:nvSpPr>
          <p:spPr>
            <a:xfrm>
              <a:off x="6251228" y="2857500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351: 챙기는"/>
            <p:cNvSpPr txBox="1"/>
            <p:nvPr/>
          </p:nvSpPr>
          <p:spPr>
            <a:xfrm>
              <a:off x="6281589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챙기는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351:  "/>
            <p:cNvSpPr txBox="1"/>
            <p:nvPr/>
          </p:nvSpPr>
          <p:spPr>
            <a:xfrm>
              <a:off x="6597104" y="2857500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351: 경험"/>
            <p:cNvSpPr txBox="1"/>
            <p:nvPr/>
          </p:nvSpPr>
          <p:spPr>
            <a:xfrm>
              <a:off x="6627614" y="28575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0" name="Line 352: “그걸 기억했어?”라는 순간을 만듭니다."/>
          <p:cNvGrpSpPr/>
          <p:nvPr/>
        </p:nvGrpSpPr>
        <p:grpSpPr>
          <a:xfrm>
            <a:off x="5695950" y="3143250"/>
            <a:ext cx="3740200" cy="419100"/>
            <a:chOff x="5695950" y="3143250"/>
            <a:chExt cx="3740200" cy="419100"/>
          </a:xfrm>
        </p:grpSpPr>
        <p:sp>
          <p:nvSpPr>
            <p:cNvPr id="111" name="Weave text 352: “"/>
            <p:cNvSpPr txBox="1"/>
            <p:nvPr/>
          </p:nvSpPr>
          <p:spPr>
            <a:xfrm>
              <a:off x="5695950" y="3143250"/>
              <a:ext cx="149275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2" name="Weave text 352: 그걸"/>
            <p:cNvSpPr txBox="1"/>
            <p:nvPr/>
          </p:nvSpPr>
          <p:spPr>
            <a:xfrm>
              <a:off x="5806976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3" name="Weave text 352:  "/>
            <p:cNvSpPr txBox="1"/>
            <p:nvPr/>
          </p:nvSpPr>
          <p:spPr>
            <a:xfrm>
              <a:off x="6226076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4" name="Weave text 352: 기억했어"/>
            <p:cNvSpPr txBox="1"/>
            <p:nvPr/>
          </p:nvSpPr>
          <p:spPr>
            <a:xfrm>
              <a:off x="6276677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기억했어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5" name="Weave text 352: ?”"/>
            <p:cNvSpPr txBox="1"/>
            <p:nvPr/>
          </p:nvSpPr>
          <p:spPr>
            <a:xfrm>
              <a:off x="7114877" y="3143250"/>
              <a:ext cx="267891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?”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6" name="Weave text 352: 라는"/>
            <p:cNvSpPr txBox="1"/>
            <p:nvPr/>
          </p:nvSpPr>
          <p:spPr>
            <a:xfrm>
              <a:off x="7344519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라는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7" name="Weave text 352:  "/>
            <p:cNvSpPr txBox="1"/>
            <p:nvPr/>
          </p:nvSpPr>
          <p:spPr>
            <a:xfrm>
              <a:off x="7763619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8" name="Weave text 352: 순간을"/>
            <p:cNvSpPr txBox="1"/>
            <p:nvPr/>
          </p:nvSpPr>
          <p:spPr>
            <a:xfrm>
              <a:off x="7814221" y="3143250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순간을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9" name="Weave text 352:  "/>
            <p:cNvSpPr txBox="1"/>
            <p:nvPr/>
          </p:nvSpPr>
          <p:spPr>
            <a:xfrm>
              <a:off x="8442871" y="3143250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0" name="Weave text 352: 만듭니다"/>
            <p:cNvSpPr txBox="1"/>
            <p:nvPr/>
          </p:nvSpPr>
          <p:spPr>
            <a:xfrm>
              <a:off x="8493323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만듭니다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1" name="Weave text 352: ."/>
            <p:cNvSpPr txBox="1"/>
            <p:nvPr/>
          </p:nvSpPr>
          <p:spPr>
            <a:xfrm>
              <a:off x="9331523" y="3143250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2" name="Line 353: 스쳐 간 한마디와 잊었던 약속을 제때 떠올려,"/>
          <p:cNvGrpSpPr/>
          <p:nvPr/>
        </p:nvGrpSpPr>
        <p:grpSpPr>
          <a:xfrm>
            <a:off x="5695950" y="3633788"/>
            <a:ext cx="2863007" cy="281940"/>
            <a:chOff x="5695950" y="3633788"/>
            <a:chExt cx="2863007" cy="281940"/>
          </a:xfrm>
        </p:grpSpPr>
        <p:sp>
          <p:nvSpPr>
            <p:cNvPr id="123" name="Weave text 353: 스쳐"/>
            <p:cNvSpPr txBox="1"/>
            <p:nvPr/>
          </p:nvSpPr>
          <p:spPr>
            <a:xfrm>
              <a:off x="5695950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353:  "/>
            <p:cNvSpPr txBox="1"/>
            <p:nvPr/>
          </p:nvSpPr>
          <p:spPr>
            <a:xfrm>
              <a:off x="5976342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353: 간"/>
            <p:cNvSpPr txBox="1"/>
            <p:nvPr/>
          </p:nvSpPr>
          <p:spPr>
            <a:xfrm>
              <a:off x="6019205" y="36337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353:  "/>
            <p:cNvSpPr txBox="1"/>
            <p:nvPr/>
          </p:nvSpPr>
          <p:spPr>
            <a:xfrm>
              <a:off x="6159401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353: 한마디와"/>
            <p:cNvSpPr txBox="1"/>
            <p:nvPr/>
          </p:nvSpPr>
          <p:spPr>
            <a:xfrm>
              <a:off x="6202263" y="36337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한마디와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353:  "/>
            <p:cNvSpPr txBox="1"/>
            <p:nvPr/>
          </p:nvSpPr>
          <p:spPr>
            <a:xfrm>
              <a:off x="676304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353: 잊었던"/>
            <p:cNvSpPr txBox="1"/>
            <p:nvPr/>
          </p:nvSpPr>
          <p:spPr>
            <a:xfrm>
              <a:off x="6805910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잊었던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0" name="Weave text 353:  "/>
            <p:cNvSpPr txBox="1"/>
            <p:nvPr/>
          </p:nvSpPr>
          <p:spPr>
            <a:xfrm>
              <a:off x="72264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1" name="Weave text 353: 약속을"/>
            <p:cNvSpPr txBox="1"/>
            <p:nvPr/>
          </p:nvSpPr>
          <p:spPr>
            <a:xfrm>
              <a:off x="7269361" y="36337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약속을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353:  "/>
            <p:cNvSpPr txBox="1"/>
            <p:nvPr/>
          </p:nvSpPr>
          <p:spPr>
            <a:xfrm>
              <a:off x="76900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353: 제때"/>
            <p:cNvSpPr txBox="1"/>
            <p:nvPr/>
          </p:nvSpPr>
          <p:spPr>
            <a:xfrm>
              <a:off x="7732961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353:  "/>
            <p:cNvSpPr txBox="1"/>
            <p:nvPr/>
          </p:nvSpPr>
          <p:spPr>
            <a:xfrm>
              <a:off x="8013353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353: 떠올려"/>
            <p:cNvSpPr txBox="1"/>
            <p:nvPr/>
          </p:nvSpPr>
          <p:spPr>
            <a:xfrm>
              <a:off x="8056215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떠올려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53: ,"/>
            <p:cNvSpPr txBox="1"/>
            <p:nvPr/>
          </p:nvSpPr>
          <p:spPr>
            <a:xfrm>
              <a:off x="8476804" y="36337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354: 무심코 지나칠 수 있었던 말을 작은 배려로 이어줍니다."/>
          <p:cNvGrpSpPr/>
          <p:nvPr/>
        </p:nvGrpSpPr>
        <p:grpSpPr>
          <a:xfrm>
            <a:off x="5695950" y="3900488"/>
            <a:ext cx="3466654" cy="281940"/>
            <a:chOff x="5695950" y="3900488"/>
            <a:chExt cx="3466654" cy="281940"/>
          </a:xfrm>
        </p:grpSpPr>
        <p:sp>
          <p:nvSpPr>
            <p:cNvPr id="138" name="Weave text 354: 무심코"/>
            <p:cNvSpPr txBox="1"/>
            <p:nvPr/>
          </p:nvSpPr>
          <p:spPr>
            <a:xfrm>
              <a:off x="569595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무심코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54:  "/>
            <p:cNvSpPr txBox="1"/>
            <p:nvPr/>
          </p:nvSpPr>
          <p:spPr>
            <a:xfrm>
              <a:off x="611653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54: 지나칠"/>
            <p:cNvSpPr txBox="1"/>
            <p:nvPr/>
          </p:nvSpPr>
          <p:spPr>
            <a:xfrm>
              <a:off x="6159401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지나칠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354:  "/>
            <p:cNvSpPr txBox="1"/>
            <p:nvPr/>
          </p:nvSpPr>
          <p:spPr>
            <a:xfrm>
              <a:off x="6579989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354: 수"/>
            <p:cNvSpPr txBox="1"/>
            <p:nvPr/>
          </p:nvSpPr>
          <p:spPr>
            <a:xfrm>
              <a:off x="6622852" y="39004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54:  "/>
            <p:cNvSpPr txBox="1"/>
            <p:nvPr/>
          </p:nvSpPr>
          <p:spPr>
            <a:xfrm>
              <a:off x="676304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54: 있었던"/>
            <p:cNvSpPr txBox="1"/>
            <p:nvPr/>
          </p:nvSpPr>
          <p:spPr>
            <a:xfrm>
              <a:off x="680591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있었던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54:  "/>
            <p:cNvSpPr txBox="1"/>
            <p:nvPr/>
          </p:nvSpPr>
          <p:spPr>
            <a:xfrm>
              <a:off x="722649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54: 말을"/>
            <p:cNvSpPr txBox="1"/>
            <p:nvPr/>
          </p:nvSpPr>
          <p:spPr>
            <a:xfrm>
              <a:off x="7269361" y="39004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말을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54:  "/>
            <p:cNvSpPr txBox="1"/>
            <p:nvPr/>
          </p:nvSpPr>
          <p:spPr>
            <a:xfrm>
              <a:off x="7549753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54: 작은"/>
            <p:cNvSpPr txBox="1"/>
            <p:nvPr/>
          </p:nvSpPr>
          <p:spPr>
            <a:xfrm>
              <a:off x="7592616" y="3900488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54:  "/>
            <p:cNvSpPr txBox="1"/>
            <p:nvPr/>
          </p:nvSpPr>
          <p:spPr>
            <a:xfrm>
              <a:off x="787315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54: 배려로"/>
            <p:cNvSpPr txBox="1"/>
            <p:nvPr/>
          </p:nvSpPr>
          <p:spPr>
            <a:xfrm>
              <a:off x="7916019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배려로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54:  "/>
            <p:cNvSpPr txBox="1"/>
            <p:nvPr/>
          </p:nvSpPr>
          <p:spPr>
            <a:xfrm>
              <a:off x="833660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54: 이어줍니다"/>
            <p:cNvSpPr txBox="1"/>
            <p:nvPr/>
          </p:nvSpPr>
          <p:spPr>
            <a:xfrm>
              <a:off x="8379470" y="3900488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이어줍니다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54: ."/>
            <p:cNvSpPr txBox="1"/>
            <p:nvPr/>
          </p:nvSpPr>
          <p:spPr>
            <a:xfrm>
              <a:off x="9080450" y="39004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55: 03 · 갤럭시를 계속 쓰는 이유"/>
          <p:cNvGrpSpPr/>
          <p:nvPr/>
        </p:nvGrpSpPr>
        <p:grpSpPr>
          <a:xfrm>
            <a:off x="5695950" y="4524375"/>
            <a:ext cx="1422202" cy="220980"/>
            <a:chOff x="5695950" y="4524375"/>
            <a:chExt cx="1422202" cy="220980"/>
          </a:xfrm>
        </p:grpSpPr>
        <p:sp>
          <p:nvSpPr>
            <p:cNvPr id="155" name="Weave text 355: 03 · "/>
            <p:cNvSpPr txBox="1"/>
            <p:nvPr/>
          </p:nvSpPr>
          <p:spPr>
            <a:xfrm>
              <a:off x="5695950" y="4524375"/>
              <a:ext cx="27920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03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6" name="Weave text 355: 갤럭시를"/>
            <p:cNvSpPr txBox="1"/>
            <p:nvPr/>
          </p:nvSpPr>
          <p:spPr>
            <a:xfrm>
              <a:off x="5936903" y="452437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갤럭시를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7" name="Weave text 355:  "/>
            <p:cNvSpPr txBox="1"/>
            <p:nvPr/>
          </p:nvSpPr>
          <p:spPr>
            <a:xfrm>
              <a:off x="6357491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8" name="Weave text 355: 계속"/>
            <p:cNvSpPr txBox="1"/>
            <p:nvPr/>
          </p:nvSpPr>
          <p:spPr>
            <a:xfrm>
              <a:off x="6388001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계속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9" name="Weave text 355:  "/>
            <p:cNvSpPr txBox="1"/>
            <p:nvPr/>
          </p:nvSpPr>
          <p:spPr>
            <a:xfrm>
              <a:off x="6598295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0" name="Weave text 355: 쓰는"/>
            <p:cNvSpPr txBox="1"/>
            <p:nvPr/>
          </p:nvSpPr>
          <p:spPr>
            <a:xfrm>
              <a:off x="6628805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61" name="Weave text 355:  "/>
            <p:cNvSpPr txBox="1"/>
            <p:nvPr/>
          </p:nvSpPr>
          <p:spPr>
            <a:xfrm>
              <a:off x="6839099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2" name="Weave text 355: 이유"/>
            <p:cNvSpPr txBox="1"/>
            <p:nvPr/>
          </p:nvSpPr>
          <p:spPr>
            <a:xfrm>
              <a:off x="6869609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이유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63" name="Line 356: 쌓인 기록이, 갤럭시를 계속 쓰는 이유가 됩니다."/>
          <p:cNvGrpSpPr/>
          <p:nvPr/>
        </p:nvGrpSpPr>
        <p:grpSpPr>
          <a:xfrm>
            <a:off x="5695950" y="4810125"/>
            <a:ext cx="4450407" cy="419100"/>
            <a:chOff x="5695950" y="4810125"/>
            <a:chExt cx="4450407" cy="419100"/>
          </a:xfrm>
        </p:grpSpPr>
        <p:sp>
          <p:nvSpPr>
            <p:cNvPr id="164" name="Weave text 356: 쌓인"/>
            <p:cNvSpPr txBox="1"/>
            <p:nvPr/>
          </p:nvSpPr>
          <p:spPr>
            <a:xfrm>
              <a:off x="5695950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쌓인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5" name="Weave text 356:  "/>
            <p:cNvSpPr txBox="1"/>
            <p:nvPr/>
          </p:nvSpPr>
          <p:spPr>
            <a:xfrm>
              <a:off x="6115050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6" name="Weave text 356: 기록이"/>
            <p:cNvSpPr txBox="1"/>
            <p:nvPr/>
          </p:nvSpPr>
          <p:spPr>
            <a:xfrm>
              <a:off x="6165503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7" name="Weave text 356: , "/>
            <p:cNvSpPr txBox="1"/>
            <p:nvPr/>
          </p:nvSpPr>
          <p:spPr>
            <a:xfrm>
              <a:off x="6794153" y="4810125"/>
              <a:ext cx="15016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8" name="Weave text 356: 갤럭시를"/>
            <p:cNvSpPr txBox="1"/>
            <p:nvPr/>
          </p:nvSpPr>
          <p:spPr>
            <a:xfrm>
              <a:off x="6906071" y="4810125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갤럭시를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9" name="Weave text 356:  "/>
            <p:cNvSpPr txBox="1"/>
            <p:nvPr/>
          </p:nvSpPr>
          <p:spPr>
            <a:xfrm>
              <a:off x="7744271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0" name="Weave text 356: 계속"/>
            <p:cNvSpPr txBox="1"/>
            <p:nvPr/>
          </p:nvSpPr>
          <p:spPr>
            <a:xfrm>
              <a:off x="7794724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계속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356:  "/>
            <p:cNvSpPr txBox="1"/>
            <p:nvPr/>
          </p:nvSpPr>
          <p:spPr>
            <a:xfrm>
              <a:off x="8213824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356: 쓰는"/>
            <p:cNvSpPr txBox="1"/>
            <p:nvPr/>
          </p:nvSpPr>
          <p:spPr>
            <a:xfrm>
              <a:off x="8264277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356:  "/>
            <p:cNvSpPr txBox="1"/>
            <p:nvPr/>
          </p:nvSpPr>
          <p:spPr>
            <a:xfrm>
              <a:off x="8683377" y="4810125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356: 이유가"/>
            <p:cNvSpPr txBox="1"/>
            <p:nvPr/>
          </p:nvSpPr>
          <p:spPr>
            <a:xfrm>
              <a:off x="8733979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이유가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5" name="Weave text 356:  "/>
            <p:cNvSpPr txBox="1"/>
            <p:nvPr/>
          </p:nvSpPr>
          <p:spPr>
            <a:xfrm>
              <a:off x="9362629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6" name="Weave text 356: 됩니다"/>
            <p:cNvSpPr txBox="1"/>
            <p:nvPr/>
          </p:nvSpPr>
          <p:spPr>
            <a:xfrm>
              <a:off x="9413081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7" name="Weave text 356: ."/>
            <p:cNvSpPr txBox="1"/>
            <p:nvPr/>
          </p:nvSpPr>
          <p:spPr>
            <a:xfrm>
              <a:off x="10041731" y="4810125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357: 저장만 했던 대화·사진·메모가 오늘의 검색과 답장에 쓰입니다."/>
          <p:cNvGrpSpPr/>
          <p:nvPr/>
        </p:nvGrpSpPr>
        <p:grpSpPr>
          <a:xfrm>
            <a:off x="5695950" y="5300662"/>
            <a:ext cx="3932337" cy="281940"/>
            <a:chOff x="5695950" y="5300662"/>
            <a:chExt cx="3932337" cy="281940"/>
          </a:xfrm>
        </p:grpSpPr>
        <p:sp>
          <p:nvSpPr>
            <p:cNvPr id="179" name="Weave text 357: 저장만"/>
            <p:cNvSpPr txBox="1"/>
            <p:nvPr/>
          </p:nvSpPr>
          <p:spPr>
            <a:xfrm>
              <a:off x="56959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저장만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57:  "/>
            <p:cNvSpPr txBox="1"/>
            <p:nvPr/>
          </p:nvSpPr>
          <p:spPr>
            <a:xfrm>
              <a:off x="61165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57: 했던"/>
            <p:cNvSpPr txBox="1"/>
            <p:nvPr/>
          </p:nvSpPr>
          <p:spPr>
            <a:xfrm>
              <a:off x="615940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357:  "/>
            <p:cNvSpPr txBox="1"/>
            <p:nvPr/>
          </p:nvSpPr>
          <p:spPr>
            <a:xfrm>
              <a:off x="643979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357: 대화"/>
            <p:cNvSpPr txBox="1"/>
            <p:nvPr/>
          </p:nvSpPr>
          <p:spPr>
            <a:xfrm>
              <a:off x="6482655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357: ·"/>
            <p:cNvSpPr txBox="1"/>
            <p:nvPr/>
          </p:nvSpPr>
          <p:spPr>
            <a:xfrm>
              <a:off x="6763048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357: 사진"/>
            <p:cNvSpPr txBox="1"/>
            <p:nvPr/>
          </p:nvSpPr>
          <p:spPr>
            <a:xfrm>
              <a:off x="6806952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357: ·"/>
            <p:cNvSpPr txBox="1"/>
            <p:nvPr/>
          </p:nvSpPr>
          <p:spPr>
            <a:xfrm>
              <a:off x="708734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357: 메모가"/>
            <p:cNvSpPr txBox="1"/>
            <p:nvPr/>
          </p:nvSpPr>
          <p:spPr>
            <a:xfrm>
              <a:off x="7131248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메모가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357:  "/>
            <p:cNvSpPr txBox="1"/>
            <p:nvPr/>
          </p:nvSpPr>
          <p:spPr>
            <a:xfrm>
              <a:off x="755183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357: 오늘의"/>
            <p:cNvSpPr txBox="1"/>
            <p:nvPr/>
          </p:nvSpPr>
          <p:spPr>
            <a:xfrm>
              <a:off x="7594699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357:  "/>
            <p:cNvSpPr txBox="1"/>
            <p:nvPr/>
          </p:nvSpPr>
          <p:spPr>
            <a:xfrm>
              <a:off x="8015436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357: 검색과"/>
            <p:cNvSpPr txBox="1"/>
            <p:nvPr/>
          </p:nvSpPr>
          <p:spPr>
            <a:xfrm>
              <a:off x="8058299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357:  "/>
            <p:cNvSpPr txBox="1"/>
            <p:nvPr/>
          </p:nvSpPr>
          <p:spPr>
            <a:xfrm>
              <a:off x="847888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357: 답장에"/>
            <p:cNvSpPr txBox="1"/>
            <p:nvPr/>
          </p:nvSpPr>
          <p:spPr>
            <a:xfrm>
              <a:off x="85217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답장에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357:  "/>
            <p:cNvSpPr txBox="1"/>
            <p:nvPr/>
          </p:nvSpPr>
          <p:spPr>
            <a:xfrm>
              <a:off x="89423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357: 쓰입니다"/>
            <p:cNvSpPr txBox="1"/>
            <p:nvPr/>
          </p:nvSpPr>
          <p:spPr>
            <a:xfrm>
              <a:off x="8985200" y="5300662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쓰입니다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357: ."/>
            <p:cNvSpPr txBox="1"/>
            <p:nvPr/>
          </p:nvSpPr>
          <p:spPr>
            <a:xfrm>
              <a:off x="954613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7" name="Line 358: 내 기록을 잘 활용해 주는 경험이 지속 사용의 이유가 됩니다."/>
          <p:cNvGrpSpPr/>
          <p:nvPr/>
        </p:nvGrpSpPr>
        <p:grpSpPr>
          <a:xfrm>
            <a:off x="5695950" y="5567362"/>
            <a:ext cx="3832771" cy="281940"/>
            <a:chOff x="5695950" y="5567362"/>
            <a:chExt cx="3832771" cy="281940"/>
          </a:xfrm>
        </p:grpSpPr>
        <p:sp>
          <p:nvSpPr>
            <p:cNvPr id="198" name="Weave text 358: 내"/>
            <p:cNvSpPr txBox="1"/>
            <p:nvPr/>
          </p:nvSpPr>
          <p:spPr>
            <a:xfrm>
              <a:off x="5695950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58:  "/>
            <p:cNvSpPr txBox="1"/>
            <p:nvPr/>
          </p:nvSpPr>
          <p:spPr>
            <a:xfrm>
              <a:off x="583614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58: 기록을"/>
            <p:cNvSpPr txBox="1"/>
            <p:nvPr/>
          </p:nvSpPr>
          <p:spPr>
            <a:xfrm>
              <a:off x="587900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58:  "/>
            <p:cNvSpPr txBox="1"/>
            <p:nvPr/>
          </p:nvSpPr>
          <p:spPr>
            <a:xfrm>
              <a:off x="629959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58: 잘"/>
            <p:cNvSpPr txBox="1"/>
            <p:nvPr/>
          </p:nvSpPr>
          <p:spPr>
            <a:xfrm>
              <a:off x="6342459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58:  "/>
            <p:cNvSpPr txBox="1"/>
            <p:nvPr/>
          </p:nvSpPr>
          <p:spPr>
            <a:xfrm>
              <a:off x="648265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58: 활용해"/>
            <p:cNvSpPr txBox="1"/>
            <p:nvPr/>
          </p:nvSpPr>
          <p:spPr>
            <a:xfrm>
              <a:off x="652551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활용해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358:  "/>
            <p:cNvSpPr txBox="1"/>
            <p:nvPr/>
          </p:nvSpPr>
          <p:spPr>
            <a:xfrm>
              <a:off x="694610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358: 주는"/>
            <p:cNvSpPr txBox="1"/>
            <p:nvPr/>
          </p:nvSpPr>
          <p:spPr>
            <a:xfrm>
              <a:off x="6988969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주는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58:  "/>
            <p:cNvSpPr txBox="1"/>
            <p:nvPr/>
          </p:nvSpPr>
          <p:spPr>
            <a:xfrm>
              <a:off x="72693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58: 경험이"/>
            <p:cNvSpPr txBox="1"/>
            <p:nvPr/>
          </p:nvSpPr>
          <p:spPr>
            <a:xfrm>
              <a:off x="7312223" y="55673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58:  "/>
            <p:cNvSpPr txBox="1"/>
            <p:nvPr/>
          </p:nvSpPr>
          <p:spPr>
            <a:xfrm>
              <a:off x="77329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58: 지속"/>
            <p:cNvSpPr txBox="1"/>
            <p:nvPr/>
          </p:nvSpPr>
          <p:spPr>
            <a:xfrm>
              <a:off x="7775823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지속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58:  "/>
            <p:cNvSpPr txBox="1"/>
            <p:nvPr/>
          </p:nvSpPr>
          <p:spPr>
            <a:xfrm>
              <a:off x="805621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58: 사용의"/>
            <p:cNvSpPr txBox="1"/>
            <p:nvPr/>
          </p:nvSpPr>
          <p:spPr>
            <a:xfrm>
              <a:off x="809907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58:  "/>
            <p:cNvSpPr txBox="1"/>
            <p:nvPr/>
          </p:nvSpPr>
          <p:spPr>
            <a:xfrm>
              <a:off x="851966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58: 이유가"/>
            <p:cNvSpPr txBox="1"/>
            <p:nvPr/>
          </p:nvSpPr>
          <p:spPr>
            <a:xfrm>
              <a:off x="856252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이유가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358:  "/>
            <p:cNvSpPr txBox="1"/>
            <p:nvPr/>
          </p:nvSpPr>
          <p:spPr>
            <a:xfrm>
              <a:off x="898311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358: 됩니다"/>
            <p:cNvSpPr txBox="1"/>
            <p:nvPr/>
          </p:nvSpPr>
          <p:spPr>
            <a:xfrm>
              <a:off x="902597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됩니다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58: ."/>
            <p:cNvSpPr txBox="1"/>
            <p:nvPr/>
          </p:nvSpPr>
          <p:spPr>
            <a:xfrm>
              <a:off x="9446568" y="55673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8" name="Line 359: 12 / 12"/>
          <p:cNvGrpSpPr/>
          <p:nvPr/>
        </p:nvGrpSpPr>
        <p:grpSpPr>
          <a:xfrm>
            <a:off x="11174016" y="6486525"/>
            <a:ext cx="446484" cy="190500"/>
            <a:chOff x="11174016" y="6486525"/>
            <a:chExt cx="446484" cy="190500"/>
          </a:xfrm>
        </p:grpSpPr>
        <p:sp>
          <p:nvSpPr>
            <p:cNvPr id="219" name="Weave text 359: 12 / 12"/>
            <p:cNvSpPr txBox="1"/>
            <p:nvPr/>
          </p:nvSpPr>
          <p:spPr>
            <a:xfrm>
              <a:off x="11174016" y="6486525"/>
              <a:ext cx="44648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12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Inter" panose="020F0302020204030204"/>
        <a:ea typeface="Noto Sans KR"/>
        <a:cs typeface=""/>
        <a:font script="Hang" typeface="Noto Sans KR"/>
      </a:majorFont>
      <a:minorFont>
        <a:latin typeface="Inter" panose="020F0502020204030204"/>
        <a:ea typeface="Noto Sans KR"/>
        <a:cs typeface=""/>
        <a:font script="Ha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Weave Assist — 흩어진 기억을 잇다</dc:title>
  <dc:subject>Generated by Presenton export-core</dc:subject>
  <dc:creator>Presenton</dc:creator>
  <cp:lastModifiedBy>Presenton</cp:lastModifiedBy>
  <dcterms:created xsi:type="dcterms:W3CDTF">2026-09-21T07:37:57.205Z</dcterms:created>
  <dcterms:modified xsi:type="dcterms:W3CDTF">2026-09-21T07:37:57.205Z</dcterms:modified>
</cp:coreProperties>
</file>