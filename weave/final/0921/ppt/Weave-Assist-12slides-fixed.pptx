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Override PartName="/ppt/slides/slide12.xml" ContentType="application/vnd.openxmlformats-officedocument.presentationml.slide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WeaveAddedSlide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AddedSlide12" Type="http://schemas.openxmlformats.org/officeDocument/2006/relationships/slide" Target="slides/slide12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VisualLayer" Type="http://schemas.openxmlformats.org/officeDocument/2006/relationships/image" Target="../media/weave-0922-background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VisualLayer" Type="http://schemas.openxmlformats.org/officeDocument/2006/relationships/image" Target="../media/weave-0922-background-2.png"/><Relationship Id="rIdWeaveLink50" Type="http://schemas.openxmlformats.org/officeDocument/2006/relationships/hyperlink" Target="https://www.microsoft.com/en-us/worklab/work-trend-index/will-ai-fix-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Relationship Id="rIdWeaveVisualLayer" Type="http://schemas.openxmlformats.org/officeDocument/2006/relationships/image" Target="../media/weave-0922-background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Relationship Id="rIdWeaveVisualLayer" Type="http://schemas.openxmlformats.org/officeDocument/2006/relationships/image" Target="../media/weave-0922-background-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VisualLayer" Type="http://schemas.openxmlformats.org/officeDocument/2006/relationships/image" Target="../media/weave-0922-background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VisualLayer" Type="http://schemas.openxmlformats.org/officeDocument/2006/relationships/image" Target="../media/weave-0922-background-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VisualLayer" Type="http://schemas.openxmlformats.org/officeDocument/2006/relationships/image" Target="../media/weave-0922-background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VisualLayer" Type="http://schemas.openxmlformats.org/officeDocument/2006/relationships/image" Target="../media/weave-0922-background-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Relationship Id="rIdWeaveVisualLayer" Type="http://schemas.openxmlformats.org/officeDocument/2006/relationships/image" Target="../media/weave-0922-background-9.png"/><Relationship Id="rIdWeaveLink250" Type="http://schemas.openxmlformats.org/officeDocument/2006/relationships/hyperlink" Target="https://support.google.com/android/answer/15235441?hl=ko" TargetMode="External"/><Relationship Id="rIdWeaveLink256" Type="http://schemas.openxmlformats.org/officeDocument/2006/relationships/hyperlink" Target="https://developer.android.com/develop/background-work/background-tasks/persistent/getting-started/define-work#work-constraints" TargetMode="External"/><Relationship Id="rIdWeaveLink262" Type="http://schemas.openxmlformats.org/officeDocument/2006/relationships/hyperlink" Target="https://developer.android.com/privacy-and-security/keystor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Relationship Id="rIdWeaveVisualLayer" Type="http://schemas.openxmlformats.org/officeDocument/2006/relationships/image" Target="../media/weave-0922-background-10.png"/><Relationship Id="rIdWeaveLink287" Type="http://schemas.openxmlformats.org/officeDocument/2006/relationships/hyperlink" Target="https://news.samsung.com/global/samsung-introduces-future-ready-mobile-security-for-personalized-ai-experiences" TargetMode="External"/><Relationship Id="rIdWeaveLink289" Type="http://schemas.openxmlformats.org/officeDocument/2006/relationships/hyperlink" Target="https://developers.google.com/ml-kit/genai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1.png"/><Relationship Id="rIdWeaveLink352" Type="http://schemas.openxmlformats.org/officeDocument/2006/relationships/hyperlink" Target="https://www.samsung.com/us/support/answer/ANS10010355/" TargetMode="External"/><Relationship Id="rIdWeaveLink354" Type="http://schemas.openxmlformats.org/officeDocument/2006/relationships/hyperlink" Target="https://kanana.kakao.com/chat/polic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: Weave Assist"/>
          <p:cNvGrpSpPr/>
          <p:nvPr/>
        </p:nvGrpSpPr>
        <p:grpSpPr>
          <a:xfrm>
            <a:off x="609600" y="390525"/>
            <a:ext cx="959048" cy="281940"/>
            <a:chOff x="609600" y="390525"/>
            <a:chExt cx="959048" cy="281940"/>
          </a:xfrm>
        </p:grpSpPr>
        <p:sp>
          <p:nvSpPr>
            <p:cNvPr id="4" name="Weave text 1: Weave Assist"/>
            <p:cNvSpPr txBox="1"/>
            <p:nvPr/>
          </p:nvSpPr>
          <p:spPr>
            <a:xfrm>
              <a:off x="609600" y="390525"/>
              <a:ext cx="95904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: 그때 그거?"/>
          <p:cNvGrpSpPr/>
          <p:nvPr/>
        </p:nvGrpSpPr>
        <p:grpSpPr>
          <a:xfrm>
            <a:off x="609600" y="1590675"/>
            <a:ext cx="2272457" cy="906780"/>
            <a:chOff x="609600" y="1590675"/>
            <a:chExt cx="2272457" cy="906780"/>
          </a:xfrm>
        </p:grpSpPr>
        <p:sp>
          <p:nvSpPr>
            <p:cNvPr id="6" name="Weave text 2: 그때"/>
            <p:cNvSpPr txBox="1"/>
            <p:nvPr/>
          </p:nvSpPr>
          <p:spPr>
            <a:xfrm>
              <a:off x="609600" y="1590675"/>
              <a:ext cx="971996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:  "/>
            <p:cNvSpPr txBox="1"/>
            <p:nvPr/>
          </p:nvSpPr>
          <p:spPr>
            <a:xfrm>
              <a:off x="1543348" y="1590675"/>
              <a:ext cx="142429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: 그거"/>
            <p:cNvSpPr txBox="1"/>
            <p:nvPr/>
          </p:nvSpPr>
          <p:spPr>
            <a:xfrm>
              <a:off x="1647527" y="1590675"/>
              <a:ext cx="972145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: ?"/>
            <p:cNvSpPr txBox="1"/>
            <p:nvPr/>
          </p:nvSpPr>
          <p:spPr>
            <a:xfrm>
              <a:off x="2581424" y="1590675"/>
              <a:ext cx="300633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" name="Line 3: Weave"/>
          <p:cNvGrpSpPr/>
          <p:nvPr/>
        </p:nvGrpSpPr>
        <p:grpSpPr>
          <a:xfrm>
            <a:off x="609600" y="2292400"/>
            <a:ext cx="2310854" cy="1226820"/>
            <a:chOff x="609600" y="2292400"/>
            <a:chExt cx="2310854" cy="1226820"/>
          </a:xfrm>
        </p:grpSpPr>
        <p:sp>
          <p:nvSpPr>
            <p:cNvPr id="11" name="Weave text 3: Weave"/>
            <p:cNvSpPr txBox="1"/>
            <p:nvPr/>
          </p:nvSpPr>
          <p:spPr>
            <a:xfrm>
              <a:off x="609600" y="2292400"/>
              <a:ext cx="2310854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5850" b="1" i="0" spc="-322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" name="Line 4:  got it!"/>
          <p:cNvGrpSpPr/>
          <p:nvPr/>
        </p:nvGrpSpPr>
        <p:grpSpPr>
          <a:xfrm>
            <a:off x="3568154" y="2292400"/>
            <a:ext cx="1984772" cy="1226820"/>
            <a:chOff x="3568154" y="2292400"/>
            <a:chExt cx="1984772" cy="1226820"/>
          </a:xfrm>
        </p:grpSpPr>
        <p:sp>
          <p:nvSpPr>
            <p:cNvPr id="13" name="Weave text 4:  got it!"/>
            <p:cNvSpPr txBox="1"/>
            <p:nvPr/>
          </p:nvSpPr>
          <p:spPr>
            <a:xfrm>
              <a:off x="3568154" y="2292400"/>
              <a:ext cx="1984772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got it!</a:t>
              </a:r>
              <a:endParaRPr sz="5850" b="1" i="0" spc="-32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" name="Line 5: 흩어진 기억을 엮어,"/>
          <p:cNvGrpSpPr/>
          <p:nvPr/>
        </p:nvGrpSpPr>
        <p:grpSpPr>
          <a:xfrm>
            <a:off x="609600" y="3552081"/>
            <a:ext cx="1989832" cy="434340"/>
            <a:chOff x="609600" y="3552081"/>
            <a:chExt cx="1989832" cy="434340"/>
          </a:xfrm>
        </p:grpSpPr>
        <p:sp>
          <p:nvSpPr>
            <p:cNvPr id="15" name="Weave text 5: 흩어진"/>
            <p:cNvSpPr txBox="1"/>
            <p:nvPr/>
          </p:nvSpPr>
          <p:spPr>
            <a:xfrm>
              <a:off x="609600" y="3552081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Weave text 5:  "/>
            <p:cNvSpPr txBox="1"/>
            <p:nvPr/>
          </p:nvSpPr>
          <p:spPr>
            <a:xfrm>
              <a:off x="1270695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" name="Weave text 5: 기억을"/>
            <p:cNvSpPr txBox="1"/>
            <p:nvPr/>
          </p:nvSpPr>
          <p:spPr>
            <a:xfrm>
              <a:off x="1332905" y="3552081"/>
              <a:ext cx="699492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5:  "/>
            <p:cNvSpPr txBox="1"/>
            <p:nvPr/>
          </p:nvSpPr>
          <p:spPr>
            <a:xfrm>
              <a:off x="1994148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5: 엮어"/>
            <p:cNvSpPr txBox="1"/>
            <p:nvPr/>
          </p:nvSpPr>
          <p:spPr>
            <a:xfrm>
              <a:off x="2056358" y="3552081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: ,"/>
            <p:cNvSpPr txBox="1"/>
            <p:nvPr/>
          </p:nvSpPr>
          <p:spPr>
            <a:xfrm>
              <a:off x="2497187" y="3552081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" name="Line 6: 필요한 순간 건넵니다."/>
          <p:cNvGrpSpPr/>
          <p:nvPr/>
        </p:nvGrpSpPr>
        <p:grpSpPr>
          <a:xfrm>
            <a:off x="609600" y="3960614"/>
            <a:ext cx="2210246" cy="434340"/>
            <a:chOff x="609600" y="3960614"/>
            <a:chExt cx="2210246" cy="434340"/>
          </a:xfrm>
        </p:grpSpPr>
        <p:sp>
          <p:nvSpPr>
            <p:cNvPr id="22" name="Weave text 6: 필요한"/>
            <p:cNvSpPr txBox="1"/>
            <p:nvPr/>
          </p:nvSpPr>
          <p:spPr>
            <a:xfrm>
              <a:off x="609600" y="3960614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6:  "/>
            <p:cNvSpPr txBox="1"/>
            <p:nvPr/>
          </p:nvSpPr>
          <p:spPr>
            <a:xfrm>
              <a:off x="1270695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6: 순간"/>
            <p:cNvSpPr txBox="1"/>
            <p:nvPr/>
          </p:nvSpPr>
          <p:spPr>
            <a:xfrm>
              <a:off x="1332905" y="3960614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6:  "/>
            <p:cNvSpPr txBox="1"/>
            <p:nvPr/>
          </p:nvSpPr>
          <p:spPr>
            <a:xfrm>
              <a:off x="1773734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6: 건넵니다"/>
            <p:cNvSpPr txBox="1"/>
            <p:nvPr/>
          </p:nvSpPr>
          <p:spPr>
            <a:xfrm>
              <a:off x="1835944" y="3960614"/>
              <a:ext cx="919907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6: ."/>
            <p:cNvSpPr txBox="1"/>
            <p:nvPr/>
          </p:nvSpPr>
          <p:spPr>
            <a:xfrm>
              <a:off x="2717602" y="3960614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" name="Line 7: 내 기록과 지금의 대화 사이, Weave."/>
          <p:cNvGrpSpPr/>
          <p:nvPr/>
        </p:nvGrpSpPr>
        <p:grpSpPr>
          <a:xfrm>
            <a:off x="609600" y="4893022"/>
            <a:ext cx="2017365" cy="251460"/>
            <a:chOff x="609600" y="4893022"/>
            <a:chExt cx="2017365" cy="251460"/>
          </a:xfrm>
        </p:grpSpPr>
        <p:sp>
          <p:nvSpPr>
            <p:cNvPr id="29" name="Weave text 7: 내"/>
            <p:cNvSpPr txBox="1"/>
            <p:nvPr/>
          </p:nvSpPr>
          <p:spPr>
            <a:xfrm>
              <a:off x="609600" y="4893022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7:  "/>
            <p:cNvSpPr txBox="1"/>
            <p:nvPr/>
          </p:nvSpPr>
          <p:spPr>
            <a:xfrm>
              <a:off x="729555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7: 기록과"/>
            <p:cNvSpPr txBox="1"/>
            <p:nvPr/>
          </p:nvSpPr>
          <p:spPr>
            <a:xfrm>
              <a:off x="764381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7:  "/>
            <p:cNvSpPr txBox="1"/>
            <p:nvPr/>
          </p:nvSpPr>
          <p:spPr>
            <a:xfrm>
              <a:off x="1124396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7: 지금의"/>
            <p:cNvSpPr txBox="1"/>
            <p:nvPr/>
          </p:nvSpPr>
          <p:spPr>
            <a:xfrm>
              <a:off x="1159222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7:  "/>
            <p:cNvSpPr txBox="1"/>
            <p:nvPr/>
          </p:nvSpPr>
          <p:spPr>
            <a:xfrm>
              <a:off x="1519238" y="4893022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7: 대화"/>
            <p:cNvSpPr txBox="1"/>
            <p:nvPr/>
          </p:nvSpPr>
          <p:spPr>
            <a:xfrm>
              <a:off x="1554212" y="4893022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7:  "/>
            <p:cNvSpPr txBox="1"/>
            <p:nvPr/>
          </p:nvSpPr>
          <p:spPr>
            <a:xfrm>
              <a:off x="1794123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7: 사이"/>
            <p:cNvSpPr txBox="1"/>
            <p:nvPr/>
          </p:nvSpPr>
          <p:spPr>
            <a:xfrm>
              <a:off x="1828949" y="4893022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7: , Weave."/>
            <p:cNvSpPr txBox="1"/>
            <p:nvPr/>
          </p:nvSpPr>
          <p:spPr>
            <a:xfrm>
              <a:off x="2069009" y="4893022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9" name="Line 8: 가족 단체방 · 2주 전"/>
          <p:cNvGrpSpPr/>
          <p:nvPr/>
        </p:nvGrpSpPr>
        <p:grpSpPr>
          <a:xfrm>
            <a:off x="6000750" y="4722019"/>
            <a:ext cx="924818" cy="205740"/>
            <a:chOff x="6000750" y="4722019"/>
            <a:chExt cx="924818" cy="205740"/>
          </a:xfrm>
        </p:grpSpPr>
        <p:sp>
          <p:nvSpPr>
            <p:cNvPr id="40" name="Weave text 8: 가족"/>
            <p:cNvSpPr txBox="1"/>
            <p:nvPr/>
          </p:nvSpPr>
          <p:spPr>
            <a:xfrm>
              <a:off x="6000750" y="472201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" name="Weave text 8:  "/>
            <p:cNvSpPr txBox="1"/>
            <p:nvPr/>
          </p:nvSpPr>
          <p:spPr>
            <a:xfrm>
              <a:off x="6193482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" name="Weave text 8: 단체방"/>
            <p:cNvSpPr txBox="1"/>
            <p:nvPr/>
          </p:nvSpPr>
          <p:spPr>
            <a:xfrm>
              <a:off x="6222950" y="472201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8:  · 2"/>
            <p:cNvSpPr txBox="1"/>
            <p:nvPr/>
          </p:nvSpPr>
          <p:spPr>
            <a:xfrm>
              <a:off x="6512123" y="4722019"/>
              <a:ext cx="19124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· 2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8: 주"/>
            <p:cNvSpPr txBox="1"/>
            <p:nvPr/>
          </p:nvSpPr>
          <p:spPr>
            <a:xfrm>
              <a:off x="6665119" y="472201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8:  "/>
            <p:cNvSpPr txBox="1"/>
            <p:nvPr/>
          </p:nvSpPr>
          <p:spPr>
            <a:xfrm>
              <a:off x="6761559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8: 전"/>
            <p:cNvSpPr txBox="1"/>
            <p:nvPr/>
          </p:nvSpPr>
          <p:spPr>
            <a:xfrm>
              <a:off x="6791027" y="4722019"/>
              <a:ext cx="13454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전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9: “다음에 대전 가면"/>
          <p:cNvGrpSpPr/>
          <p:nvPr/>
        </p:nvGrpSpPr>
        <p:grpSpPr>
          <a:xfrm>
            <a:off x="5600700" y="5095875"/>
            <a:ext cx="1390055" cy="342900"/>
            <a:chOff x="5600700" y="5095875"/>
            <a:chExt cx="1390055" cy="342900"/>
          </a:xfrm>
        </p:grpSpPr>
        <p:sp>
          <p:nvSpPr>
            <p:cNvPr id="48" name="Weave text 9: “"/>
            <p:cNvSpPr txBox="1"/>
            <p:nvPr/>
          </p:nvSpPr>
          <p:spPr>
            <a:xfrm>
              <a:off x="5600700" y="5095875"/>
              <a:ext cx="12174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9: 다음에"/>
            <p:cNvSpPr txBox="1"/>
            <p:nvPr/>
          </p:nvSpPr>
          <p:spPr>
            <a:xfrm>
              <a:off x="5684193" y="5095875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다음에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9:  "/>
            <p:cNvSpPr txBox="1"/>
            <p:nvPr/>
          </p:nvSpPr>
          <p:spPr>
            <a:xfrm>
              <a:off x="6189911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9: 대전"/>
            <p:cNvSpPr txBox="1"/>
            <p:nvPr/>
          </p:nvSpPr>
          <p:spPr>
            <a:xfrm>
              <a:off x="6234112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대전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9:  "/>
            <p:cNvSpPr txBox="1"/>
            <p:nvPr/>
          </p:nvSpPr>
          <p:spPr>
            <a:xfrm>
              <a:off x="6571208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9: 가면"/>
            <p:cNvSpPr txBox="1"/>
            <p:nvPr/>
          </p:nvSpPr>
          <p:spPr>
            <a:xfrm>
              <a:off x="6615410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가면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4" name="Line 10: 사다줄게.”"/>
          <p:cNvGrpSpPr/>
          <p:nvPr/>
        </p:nvGrpSpPr>
        <p:grpSpPr>
          <a:xfrm>
            <a:off x="5600700" y="5391150"/>
            <a:ext cx="833438" cy="342900"/>
            <a:chOff x="5600700" y="5391150"/>
            <a:chExt cx="833438" cy="342900"/>
          </a:xfrm>
        </p:grpSpPr>
        <p:sp>
          <p:nvSpPr>
            <p:cNvPr id="55" name="Weave text 10: 사다줄게"/>
            <p:cNvSpPr txBox="1"/>
            <p:nvPr/>
          </p:nvSpPr>
          <p:spPr>
            <a:xfrm>
              <a:off x="5600700" y="5391150"/>
              <a:ext cx="71258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사다줄게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0: .”"/>
            <p:cNvSpPr txBox="1"/>
            <p:nvPr/>
          </p:nvSpPr>
          <p:spPr>
            <a:xfrm>
              <a:off x="6275040" y="5391150"/>
              <a:ext cx="159097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7" name="Line 11: 10:24"/>
          <p:cNvGrpSpPr/>
          <p:nvPr/>
        </p:nvGrpSpPr>
        <p:grpSpPr>
          <a:xfrm>
            <a:off x="8267700" y="1228725"/>
            <a:ext cx="287834" cy="190500"/>
            <a:chOff x="8267700" y="1228725"/>
            <a:chExt cx="287834" cy="190500"/>
          </a:xfrm>
        </p:grpSpPr>
        <p:sp>
          <p:nvSpPr>
            <p:cNvPr id="58" name="Weave text 11: 10:24"/>
            <p:cNvSpPr txBox="1"/>
            <p:nvPr/>
          </p:nvSpPr>
          <p:spPr>
            <a:xfrm>
              <a:off x="8267700" y="1228725"/>
              <a:ext cx="2878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10:24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2: 5G · 100%"/>
          <p:cNvGrpSpPr/>
          <p:nvPr/>
        </p:nvGrpSpPr>
        <p:grpSpPr>
          <a:xfrm>
            <a:off x="10621566" y="1228725"/>
            <a:ext cx="503634" cy="190500"/>
            <a:chOff x="10621566" y="1228725"/>
            <a:chExt cx="503634" cy="190500"/>
          </a:xfrm>
        </p:grpSpPr>
        <p:sp>
          <p:nvSpPr>
            <p:cNvPr id="60" name="Weave text 12: 5G · 100%"/>
            <p:cNvSpPr txBox="1"/>
            <p:nvPr/>
          </p:nvSpPr>
          <p:spPr>
            <a:xfrm>
              <a:off x="10621566" y="1228725"/>
              <a:ext cx="5036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5G · 100%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1" name="Line 13: 엄마"/>
          <p:cNvGrpSpPr/>
          <p:nvPr/>
        </p:nvGrpSpPr>
        <p:grpSpPr>
          <a:xfrm>
            <a:off x="8267700" y="1543050"/>
            <a:ext cx="388739" cy="342900"/>
            <a:chOff x="8267700" y="1543050"/>
            <a:chExt cx="388739" cy="342900"/>
          </a:xfrm>
        </p:grpSpPr>
        <p:sp>
          <p:nvSpPr>
            <p:cNvPr id="62" name="Weave text 13: 엄마"/>
            <p:cNvSpPr txBox="1"/>
            <p:nvPr/>
          </p:nvSpPr>
          <p:spPr>
            <a:xfrm>
              <a:off x="8267700" y="1543050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63" name="Line 14: 대화 중"/>
          <p:cNvGrpSpPr/>
          <p:nvPr/>
        </p:nvGrpSpPr>
        <p:grpSpPr>
          <a:xfrm>
            <a:off x="8732639" y="1619250"/>
            <a:ext cx="385762" cy="220980"/>
            <a:chOff x="8732639" y="1619250"/>
            <a:chExt cx="385762" cy="220980"/>
          </a:xfrm>
        </p:grpSpPr>
        <p:sp>
          <p:nvSpPr>
            <p:cNvPr id="64" name="Weave text 14: 대화"/>
            <p:cNvSpPr txBox="1"/>
            <p:nvPr/>
          </p:nvSpPr>
          <p:spPr>
            <a:xfrm>
              <a:off x="8732639" y="16192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4:  "/>
            <p:cNvSpPr txBox="1"/>
            <p:nvPr/>
          </p:nvSpPr>
          <p:spPr>
            <a:xfrm>
              <a:off x="8942933" y="16192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73809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14: 중"/>
            <p:cNvSpPr txBox="1"/>
            <p:nvPr/>
          </p:nvSpPr>
          <p:spPr>
            <a:xfrm>
              <a:off x="8975080" y="16192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15: 엄마"/>
          <p:cNvGrpSpPr/>
          <p:nvPr/>
        </p:nvGrpSpPr>
        <p:grpSpPr>
          <a:xfrm>
            <a:off x="8220075" y="2181225"/>
            <a:ext cx="230981" cy="205740"/>
            <a:chOff x="8220075" y="2181225"/>
            <a:chExt cx="230981" cy="205740"/>
          </a:xfrm>
        </p:grpSpPr>
        <p:sp>
          <p:nvSpPr>
            <p:cNvPr id="68" name="Weave text 15: 엄마"/>
            <p:cNvSpPr txBox="1"/>
            <p:nvPr/>
          </p:nvSpPr>
          <p:spPr>
            <a:xfrm>
              <a:off x="8220075" y="218122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825" b="0" i="0" spc="0" kern="0" lang="ko-KR" altLang="en-US" dirty="0">
                <a:solidFill>
                  <a:srgbClr val="62708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9" name="Line 16: 출장 다녀오느라 고생했어!"/>
          <p:cNvGrpSpPr/>
          <p:nvPr/>
        </p:nvGrpSpPr>
        <p:grpSpPr>
          <a:xfrm>
            <a:off x="8343900" y="2538412"/>
            <a:ext cx="1605558" cy="266700"/>
            <a:chOff x="8343900" y="2538412"/>
            <a:chExt cx="1605558" cy="266700"/>
          </a:xfrm>
        </p:grpSpPr>
        <p:sp>
          <p:nvSpPr>
            <p:cNvPr id="70" name="Weave text 16: 출장"/>
            <p:cNvSpPr txBox="1"/>
            <p:nvPr/>
          </p:nvSpPr>
          <p:spPr>
            <a:xfrm>
              <a:off x="8343900" y="2538412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16:  "/>
            <p:cNvSpPr txBox="1"/>
            <p:nvPr/>
          </p:nvSpPr>
          <p:spPr>
            <a:xfrm>
              <a:off x="8606730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16: 다녀오느라"/>
            <p:cNvSpPr txBox="1"/>
            <p:nvPr/>
          </p:nvSpPr>
          <p:spPr>
            <a:xfrm>
              <a:off x="8646914" y="2538412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16:  "/>
            <p:cNvSpPr txBox="1"/>
            <p:nvPr/>
          </p:nvSpPr>
          <p:spPr>
            <a:xfrm>
              <a:off x="9304139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16: 고생했어"/>
            <p:cNvSpPr txBox="1"/>
            <p:nvPr/>
          </p:nvSpPr>
          <p:spPr>
            <a:xfrm>
              <a:off x="9344323" y="2538412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16: !"/>
            <p:cNvSpPr txBox="1"/>
            <p:nvPr/>
          </p:nvSpPr>
          <p:spPr>
            <a:xfrm>
              <a:off x="9870132" y="2538412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6" name="Line 17: 집 오는 중이야?"/>
          <p:cNvGrpSpPr/>
          <p:nvPr/>
        </p:nvGrpSpPr>
        <p:grpSpPr>
          <a:xfrm>
            <a:off x="8343900" y="2759869"/>
            <a:ext cx="980331" cy="266700"/>
            <a:chOff x="8343900" y="2759869"/>
            <a:chExt cx="980331" cy="266700"/>
          </a:xfrm>
        </p:grpSpPr>
        <p:sp>
          <p:nvSpPr>
            <p:cNvPr id="77" name="Weave text 17: 집"/>
            <p:cNvSpPr txBox="1"/>
            <p:nvPr/>
          </p:nvSpPr>
          <p:spPr>
            <a:xfrm>
              <a:off x="8343900" y="2759869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7:  "/>
            <p:cNvSpPr txBox="1"/>
            <p:nvPr/>
          </p:nvSpPr>
          <p:spPr>
            <a:xfrm>
              <a:off x="8475315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7: 오는"/>
            <p:cNvSpPr txBox="1"/>
            <p:nvPr/>
          </p:nvSpPr>
          <p:spPr>
            <a:xfrm>
              <a:off x="8515499" y="2759869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7:  "/>
            <p:cNvSpPr txBox="1"/>
            <p:nvPr/>
          </p:nvSpPr>
          <p:spPr>
            <a:xfrm>
              <a:off x="8778329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7: 중이야"/>
            <p:cNvSpPr txBox="1"/>
            <p:nvPr/>
          </p:nvSpPr>
          <p:spPr>
            <a:xfrm>
              <a:off x="8818513" y="2759869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7: ?"/>
            <p:cNvSpPr txBox="1"/>
            <p:nvPr/>
          </p:nvSpPr>
          <p:spPr>
            <a:xfrm>
              <a:off x="9212907" y="2759869"/>
              <a:ext cx="11132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3" name="Line 18: 응, 역 근처에서 기차 기다리고 있어."/>
          <p:cNvGrpSpPr/>
          <p:nvPr/>
        </p:nvGrpSpPr>
        <p:grpSpPr>
          <a:xfrm>
            <a:off x="8724900" y="3362325"/>
            <a:ext cx="2020044" cy="251460"/>
            <a:chOff x="8724900" y="3362325"/>
            <a:chExt cx="2020044" cy="251460"/>
          </a:xfrm>
        </p:grpSpPr>
        <p:sp>
          <p:nvSpPr>
            <p:cNvPr id="84" name="Weave text 18: 응"/>
            <p:cNvSpPr txBox="1"/>
            <p:nvPr/>
          </p:nvSpPr>
          <p:spPr>
            <a:xfrm>
              <a:off x="8724900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18: , "/>
            <p:cNvSpPr txBox="1"/>
            <p:nvPr/>
          </p:nvSpPr>
          <p:spPr>
            <a:xfrm>
              <a:off x="8847534" y="3362325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18: 역"/>
            <p:cNvSpPr txBox="1"/>
            <p:nvPr/>
          </p:nvSpPr>
          <p:spPr>
            <a:xfrm>
              <a:off x="8923437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18:  "/>
            <p:cNvSpPr txBox="1"/>
            <p:nvPr/>
          </p:nvSpPr>
          <p:spPr>
            <a:xfrm>
              <a:off x="904607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18: 근처에서"/>
            <p:cNvSpPr txBox="1"/>
            <p:nvPr/>
          </p:nvSpPr>
          <p:spPr>
            <a:xfrm>
              <a:off x="9083576" y="3362325"/>
              <a:ext cx="52908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8:  "/>
            <p:cNvSpPr txBox="1"/>
            <p:nvPr/>
          </p:nvSpPr>
          <p:spPr>
            <a:xfrm>
              <a:off x="957441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8: 기차"/>
            <p:cNvSpPr txBox="1"/>
            <p:nvPr/>
          </p:nvSpPr>
          <p:spPr>
            <a:xfrm>
              <a:off x="9611916" y="33623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8:  "/>
            <p:cNvSpPr txBox="1"/>
            <p:nvPr/>
          </p:nvSpPr>
          <p:spPr>
            <a:xfrm>
              <a:off x="9857184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8: 기다리고"/>
            <p:cNvSpPr txBox="1"/>
            <p:nvPr/>
          </p:nvSpPr>
          <p:spPr>
            <a:xfrm>
              <a:off x="9894689" y="33623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8:  "/>
            <p:cNvSpPr txBox="1"/>
            <p:nvPr/>
          </p:nvSpPr>
          <p:spPr>
            <a:xfrm>
              <a:off x="10385375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8: 있어"/>
            <p:cNvSpPr txBox="1"/>
            <p:nvPr/>
          </p:nvSpPr>
          <p:spPr>
            <a:xfrm>
              <a:off x="10422880" y="33623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8: ."/>
            <p:cNvSpPr txBox="1"/>
            <p:nvPr/>
          </p:nvSpPr>
          <p:spPr>
            <a:xfrm>
              <a:off x="10668298" y="3362325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6" name="Line 19: Weave"/>
          <p:cNvGrpSpPr/>
          <p:nvPr/>
        </p:nvGrpSpPr>
        <p:grpSpPr>
          <a:xfrm>
            <a:off x="8734425" y="4093369"/>
            <a:ext cx="507950" cy="266700"/>
            <a:chOff x="8734425" y="4093369"/>
            <a:chExt cx="507950" cy="266700"/>
          </a:xfrm>
        </p:grpSpPr>
        <p:sp>
          <p:nvSpPr>
            <p:cNvPr id="97" name="Weave text 19: Weave"/>
            <p:cNvSpPr txBox="1"/>
            <p:nvPr/>
          </p:nvSpPr>
          <p:spPr>
            <a:xfrm>
              <a:off x="8734425" y="4093369"/>
              <a:ext cx="507950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125" b="0" i="0" spc="0" kern="0" lang="ko-KR" altLang="en-US" dirty="0">
                <a:solidFill>
                  <a:srgbClr val="68519D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8" name="Line 20: 엄마, 전에 먹고 싶다던"/>
          <p:cNvGrpSpPr/>
          <p:nvPr/>
        </p:nvGrpSpPr>
        <p:grpSpPr>
          <a:xfrm>
            <a:off x="8343900" y="4467225"/>
            <a:ext cx="1538288" cy="312420"/>
            <a:chOff x="8343900" y="4467225"/>
            <a:chExt cx="1538288" cy="312420"/>
          </a:xfrm>
        </p:grpSpPr>
        <p:sp>
          <p:nvSpPr>
            <p:cNvPr id="99" name="Weave text 20: 엄마"/>
            <p:cNvSpPr txBox="1"/>
            <p:nvPr/>
          </p:nvSpPr>
          <p:spPr>
            <a:xfrm>
              <a:off x="8343900" y="4467225"/>
              <a:ext cx="33813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0" name="Weave text 20: , "/>
            <p:cNvSpPr txBox="1"/>
            <p:nvPr/>
          </p:nvSpPr>
          <p:spPr>
            <a:xfrm>
              <a:off x="8643789" y="4467225"/>
              <a:ext cx="11727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1" name="Weave text 20: 전에"/>
            <p:cNvSpPr txBox="1"/>
            <p:nvPr/>
          </p:nvSpPr>
          <p:spPr>
            <a:xfrm>
              <a:off x="8722816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2" name="Weave text 20:  "/>
            <p:cNvSpPr txBox="1"/>
            <p:nvPr/>
          </p:nvSpPr>
          <p:spPr>
            <a:xfrm>
              <a:off x="9022854" y="4467225"/>
              <a:ext cx="7367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3" name="Weave text 20: 먹고"/>
            <p:cNvSpPr txBox="1"/>
            <p:nvPr/>
          </p:nvSpPr>
          <p:spPr>
            <a:xfrm>
              <a:off x="9058275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4" name="Weave text 20:  "/>
            <p:cNvSpPr txBox="1"/>
            <p:nvPr/>
          </p:nvSpPr>
          <p:spPr>
            <a:xfrm>
              <a:off x="9358312" y="4467225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5" name="Weave text 20: 싶다던"/>
            <p:cNvSpPr txBox="1"/>
            <p:nvPr/>
          </p:nvSpPr>
          <p:spPr>
            <a:xfrm>
              <a:off x="9393882" y="4467225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06" name="Line 21: 무화과시루 사갈까?"/>
          <p:cNvGrpSpPr/>
          <p:nvPr/>
        </p:nvGrpSpPr>
        <p:grpSpPr>
          <a:xfrm>
            <a:off x="8343900" y="4715768"/>
            <a:ext cx="1359247" cy="312420"/>
            <a:chOff x="8343900" y="4715768"/>
            <a:chExt cx="1359247" cy="312420"/>
          </a:xfrm>
        </p:grpSpPr>
        <p:sp>
          <p:nvSpPr>
            <p:cNvPr id="107" name="Weave text 21: 무화과시루"/>
            <p:cNvSpPr txBox="1"/>
            <p:nvPr/>
          </p:nvSpPr>
          <p:spPr>
            <a:xfrm>
              <a:off x="8343900" y="4715768"/>
              <a:ext cx="78819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8" name="Weave text 21:  "/>
            <p:cNvSpPr txBox="1"/>
            <p:nvPr/>
          </p:nvSpPr>
          <p:spPr>
            <a:xfrm>
              <a:off x="9093845" y="4715768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9" name="Weave text 21: 사갈까"/>
            <p:cNvSpPr txBox="1"/>
            <p:nvPr/>
          </p:nvSpPr>
          <p:spPr>
            <a:xfrm>
              <a:off x="9129415" y="4715768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0" name="Weave text 21: ?"/>
            <p:cNvSpPr txBox="1"/>
            <p:nvPr/>
          </p:nvSpPr>
          <p:spPr>
            <a:xfrm>
              <a:off x="9579471" y="4715768"/>
              <a:ext cx="12367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11" name="Line 22: 가족 단체방 · 현재 위치"/>
          <p:cNvGrpSpPr/>
          <p:nvPr/>
        </p:nvGrpSpPr>
        <p:grpSpPr>
          <a:xfrm>
            <a:off x="8343900" y="5142905"/>
            <a:ext cx="961430" cy="190500"/>
            <a:chOff x="8343900" y="5142905"/>
            <a:chExt cx="961430" cy="190500"/>
          </a:xfrm>
        </p:grpSpPr>
        <p:sp>
          <p:nvSpPr>
            <p:cNvPr id="112" name="Weave text 22: 가족"/>
            <p:cNvSpPr txBox="1"/>
            <p:nvPr/>
          </p:nvSpPr>
          <p:spPr>
            <a:xfrm>
              <a:off x="8343900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2:  "/>
            <p:cNvSpPr txBox="1"/>
            <p:nvPr/>
          </p:nvSpPr>
          <p:spPr>
            <a:xfrm>
              <a:off x="8519071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2: 단체방"/>
            <p:cNvSpPr txBox="1"/>
            <p:nvPr/>
          </p:nvSpPr>
          <p:spPr>
            <a:xfrm>
              <a:off x="8545860" y="5142905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2:  · "/>
            <p:cNvSpPr txBox="1"/>
            <p:nvPr/>
          </p:nvSpPr>
          <p:spPr>
            <a:xfrm>
              <a:off x="8808690" y="5142905"/>
              <a:ext cx="1193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2: 현재"/>
            <p:cNvSpPr txBox="1"/>
            <p:nvPr/>
          </p:nvSpPr>
          <p:spPr>
            <a:xfrm>
              <a:off x="8889802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2:  "/>
            <p:cNvSpPr txBox="1"/>
            <p:nvPr/>
          </p:nvSpPr>
          <p:spPr>
            <a:xfrm>
              <a:off x="9064972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2: 위치"/>
            <p:cNvSpPr txBox="1"/>
            <p:nvPr/>
          </p:nvSpPr>
          <p:spPr>
            <a:xfrm>
              <a:off x="9091761" y="514290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23: 입력하기"/>
          <p:cNvGrpSpPr/>
          <p:nvPr/>
        </p:nvGrpSpPr>
        <p:grpSpPr>
          <a:xfrm>
            <a:off x="10520511" y="5135761"/>
            <a:ext cx="423714" cy="205740"/>
            <a:chOff x="10520511" y="5135761"/>
            <a:chExt cx="423714" cy="205740"/>
          </a:xfrm>
        </p:grpSpPr>
        <p:sp>
          <p:nvSpPr>
            <p:cNvPr id="120" name="Weave text 23: 입력하기"/>
            <p:cNvSpPr txBox="1"/>
            <p:nvPr/>
          </p:nvSpPr>
          <p:spPr>
            <a:xfrm>
              <a:off x="10520511" y="5135761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입력하기</a:t>
              </a:r>
              <a:endParaRPr sz="825" b="0" i="0" spc="0" kern="0" lang="ko-KR" altLang="en-US" dirty="0">
                <a:solidFill>
                  <a:srgbClr val="5B408E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21" name="Line 24: 메시지 입력"/>
          <p:cNvGrpSpPr/>
          <p:nvPr/>
        </p:nvGrpSpPr>
        <p:grpSpPr>
          <a:xfrm>
            <a:off x="8353425" y="5759648"/>
            <a:ext cx="596057" cy="220980"/>
            <a:chOff x="8353425" y="5759648"/>
            <a:chExt cx="596057" cy="220980"/>
          </a:xfrm>
        </p:grpSpPr>
        <p:sp>
          <p:nvSpPr>
            <p:cNvPr id="122" name="Weave text 24: 메시지"/>
            <p:cNvSpPr txBox="1"/>
            <p:nvPr/>
          </p:nvSpPr>
          <p:spPr>
            <a:xfrm>
              <a:off x="8353425" y="575964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메시지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4:  "/>
            <p:cNvSpPr txBox="1"/>
            <p:nvPr/>
          </p:nvSpPr>
          <p:spPr>
            <a:xfrm>
              <a:off x="8668792" y="575964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590A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24: 입력"/>
            <p:cNvSpPr txBox="1"/>
            <p:nvPr/>
          </p:nvSpPr>
          <p:spPr>
            <a:xfrm>
              <a:off x="8700939" y="575964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25: 01 / 12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126" name="Weave text 25: 01 / 12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01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6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4" name="Weave text 26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7: 수많은 기록이 잠들어 있지만,"/>
          <p:cNvGrpSpPr/>
          <p:nvPr/>
        </p:nvGrpSpPr>
        <p:grpSpPr>
          <a:xfrm>
            <a:off x="609600" y="704850"/>
            <a:ext cx="4349055" cy="647700"/>
            <a:chOff x="609600" y="704850"/>
            <a:chExt cx="4349055" cy="647700"/>
          </a:xfrm>
        </p:grpSpPr>
        <p:sp>
          <p:nvSpPr>
            <p:cNvPr id="6" name="Weave text 27: 수많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수많은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7: 기록이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7:  "/>
            <p:cNvSpPr txBox="1"/>
            <p:nvPr/>
          </p:nvSpPr>
          <p:spPr>
            <a:xfrm>
              <a:off x="267533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7: 잠들어"/>
            <p:cNvSpPr txBox="1"/>
            <p:nvPr/>
          </p:nvSpPr>
          <p:spPr>
            <a:xfrm>
              <a:off x="2752279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잠들어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7:  "/>
            <p:cNvSpPr txBox="1"/>
            <p:nvPr/>
          </p:nvSpPr>
          <p:spPr>
            <a:xfrm>
              <a:off x="374659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7: 있지만"/>
            <p:cNvSpPr txBox="1"/>
            <p:nvPr/>
          </p:nvSpPr>
          <p:spPr>
            <a:xfrm>
              <a:off x="3823543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있지만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7: ,"/>
            <p:cNvSpPr txBox="1"/>
            <p:nvPr/>
          </p:nvSpPr>
          <p:spPr>
            <a:xfrm>
              <a:off x="4818013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28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5" name="Weave text 28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" name="Weave text 28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" name="Weave text 28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" name="Weave text 28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" name="Weave text 28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" name="Weave text 28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" name="Weave text 28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" name="Weave text 28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" name="Line 29: 방대한 기록을 곁에 두고도,"/>
          <p:cNvGrpSpPr/>
          <p:nvPr/>
        </p:nvGrpSpPr>
        <p:grpSpPr>
          <a:xfrm>
            <a:off x="619125" y="2286000"/>
            <a:ext cx="2006650" cy="327660"/>
            <a:chOff x="619125" y="2286000"/>
            <a:chExt cx="2006650" cy="327660"/>
          </a:xfrm>
        </p:grpSpPr>
        <p:sp>
          <p:nvSpPr>
            <p:cNvPr id="24" name="Weave text 29: 방대한"/>
            <p:cNvSpPr txBox="1"/>
            <p:nvPr/>
          </p:nvSpPr>
          <p:spPr>
            <a:xfrm>
              <a:off x="619125" y="22860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방대한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29:  "/>
            <p:cNvSpPr txBox="1"/>
            <p:nvPr/>
          </p:nvSpPr>
          <p:spPr>
            <a:xfrm>
              <a:off x="1104900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29: 기록을"/>
            <p:cNvSpPr txBox="1"/>
            <p:nvPr/>
          </p:nvSpPr>
          <p:spPr>
            <a:xfrm>
              <a:off x="1151334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29:  "/>
            <p:cNvSpPr txBox="1"/>
            <p:nvPr/>
          </p:nvSpPr>
          <p:spPr>
            <a:xfrm>
              <a:off x="1637258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29: 곁에"/>
            <p:cNvSpPr txBox="1"/>
            <p:nvPr/>
          </p:nvSpPr>
          <p:spPr>
            <a:xfrm>
              <a:off x="1683693" y="22860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곁에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29:  "/>
            <p:cNvSpPr txBox="1"/>
            <p:nvPr/>
          </p:nvSpPr>
          <p:spPr>
            <a:xfrm>
              <a:off x="2007543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29: 두고도"/>
            <p:cNvSpPr txBox="1"/>
            <p:nvPr/>
          </p:nvSpPr>
          <p:spPr>
            <a:xfrm>
              <a:off x="2053977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두고도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29: ,"/>
            <p:cNvSpPr txBox="1"/>
            <p:nvPr/>
          </p:nvSpPr>
          <p:spPr>
            <a:xfrm>
              <a:off x="2539901" y="2286000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" name="Line 30: 정작 필요한 순간에는 이렇게 말하곤 하죠."/>
          <p:cNvGrpSpPr/>
          <p:nvPr/>
        </p:nvGrpSpPr>
        <p:grpSpPr>
          <a:xfrm>
            <a:off x="619125" y="2611636"/>
            <a:ext cx="3071217" cy="327660"/>
            <a:chOff x="619125" y="2611636"/>
            <a:chExt cx="3071217" cy="327660"/>
          </a:xfrm>
        </p:grpSpPr>
        <p:sp>
          <p:nvSpPr>
            <p:cNvPr id="33" name="Weave text 30: 정작"/>
            <p:cNvSpPr txBox="1"/>
            <p:nvPr/>
          </p:nvSpPr>
          <p:spPr>
            <a:xfrm>
              <a:off x="619125" y="2611636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정작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30:  "/>
            <p:cNvSpPr txBox="1"/>
            <p:nvPr/>
          </p:nvSpPr>
          <p:spPr>
            <a:xfrm>
              <a:off x="942975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30: 필요한"/>
            <p:cNvSpPr txBox="1"/>
            <p:nvPr/>
          </p:nvSpPr>
          <p:spPr>
            <a:xfrm>
              <a:off x="989409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30:  "/>
            <p:cNvSpPr txBox="1"/>
            <p:nvPr/>
          </p:nvSpPr>
          <p:spPr>
            <a:xfrm>
              <a:off x="1475333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30: 순간에는"/>
            <p:cNvSpPr txBox="1"/>
            <p:nvPr/>
          </p:nvSpPr>
          <p:spPr>
            <a:xfrm>
              <a:off x="1521619" y="261163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순간에는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30:  "/>
            <p:cNvSpPr txBox="1"/>
            <p:nvPr/>
          </p:nvSpPr>
          <p:spPr>
            <a:xfrm>
              <a:off x="2169616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30: 이렇게"/>
            <p:cNvSpPr txBox="1"/>
            <p:nvPr/>
          </p:nvSpPr>
          <p:spPr>
            <a:xfrm>
              <a:off x="2215902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이렇게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30:  "/>
            <p:cNvSpPr txBox="1"/>
            <p:nvPr/>
          </p:nvSpPr>
          <p:spPr>
            <a:xfrm>
              <a:off x="2701826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30: 말하곤"/>
            <p:cNvSpPr txBox="1"/>
            <p:nvPr/>
          </p:nvSpPr>
          <p:spPr>
            <a:xfrm>
              <a:off x="2748260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말하곤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30:  "/>
            <p:cNvSpPr txBox="1"/>
            <p:nvPr/>
          </p:nvSpPr>
          <p:spPr>
            <a:xfrm>
              <a:off x="3234184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30: 하죠"/>
            <p:cNvSpPr txBox="1"/>
            <p:nvPr/>
          </p:nvSpPr>
          <p:spPr>
            <a:xfrm>
              <a:off x="3280470" y="261163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하죠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30: ."/>
            <p:cNvSpPr txBox="1"/>
            <p:nvPr/>
          </p:nvSpPr>
          <p:spPr>
            <a:xfrm>
              <a:off x="3604468" y="261163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" name="Line 31: “잠깐만, 찾아볼게.”"/>
          <p:cNvGrpSpPr/>
          <p:nvPr/>
        </p:nvGrpSpPr>
        <p:grpSpPr>
          <a:xfrm>
            <a:off x="619125" y="3146822"/>
            <a:ext cx="3332113" cy="739140"/>
            <a:chOff x="619125" y="3146822"/>
            <a:chExt cx="3332113" cy="739140"/>
          </a:xfrm>
        </p:grpSpPr>
        <p:sp>
          <p:nvSpPr>
            <p:cNvPr id="46" name="Weave text 31: “"/>
            <p:cNvSpPr txBox="1"/>
            <p:nvPr/>
          </p:nvSpPr>
          <p:spPr>
            <a:xfrm>
              <a:off x="619125" y="3146822"/>
              <a:ext cx="221605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7" name="Weave text 31: 잠깐만"/>
            <p:cNvSpPr txBox="1"/>
            <p:nvPr/>
          </p:nvSpPr>
          <p:spPr>
            <a:xfrm>
              <a:off x="802481" y="3146822"/>
              <a:ext cx="1175296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" name="Weave text 31: , "/>
            <p:cNvSpPr txBox="1"/>
            <p:nvPr/>
          </p:nvSpPr>
          <p:spPr>
            <a:xfrm>
              <a:off x="1939528" y="3146822"/>
              <a:ext cx="235148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 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31: 찾아볼게"/>
            <p:cNvSpPr txBox="1"/>
            <p:nvPr/>
          </p:nvSpPr>
          <p:spPr>
            <a:xfrm>
              <a:off x="2136428" y="3146822"/>
              <a:ext cx="1554212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31: .”"/>
            <p:cNvSpPr txBox="1"/>
            <p:nvPr/>
          </p:nvSpPr>
          <p:spPr>
            <a:xfrm>
              <a:off x="3652391" y="3146822"/>
              <a:ext cx="298847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1" name="Line 32: 62%"/>
          <p:cNvGrpSpPr/>
          <p:nvPr/>
        </p:nvGrpSpPr>
        <p:grpSpPr>
          <a:xfrm>
            <a:off x="609600" y="4743450"/>
            <a:ext cx="1012329" cy="784860"/>
            <a:chOff x="609600" y="4743450"/>
            <a:chExt cx="1012329" cy="784860"/>
          </a:xfrm>
        </p:grpSpPr>
        <p:sp>
          <p:nvSpPr>
            <p:cNvPr id="52" name="Weave text 32: 62%"/>
            <p:cNvSpPr txBox="1"/>
            <p:nvPr/>
          </p:nvSpPr>
          <p:spPr>
            <a:xfrm>
              <a:off x="609600" y="4743450"/>
              <a:ext cx="1012329" cy="602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rPr>
                <a:t xml:space="preserve">62%</a:t>
              </a:r>
              <a:endParaRPr sz="3675" b="0" i="0" spc="-220" kern="0" lang="ko-KR" altLang="en-US" dirty="0">
                <a:solidFill>
                  <a:srgbClr val="C5B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3" name="Line 33: 업무 중 정보를 찾는 데"/>
          <p:cNvGrpSpPr/>
          <p:nvPr/>
        </p:nvGrpSpPr>
        <p:grpSpPr>
          <a:xfrm>
            <a:off x="1802904" y="4821138"/>
            <a:ext cx="1471464" cy="281940"/>
            <a:chOff x="1802904" y="4821138"/>
            <a:chExt cx="1471464" cy="281940"/>
          </a:xfrm>
        </p:grpSpPr>
        <p:sp>
          <p:nvSpPr>
            <p:cNvPr id="54" name="Weave text 33: 업무"/>
            <p:cNvSpPr txBox="1"/>
            <p:nvPr/>
          </p:nvSpPr>
          <p:spPr>
            <a:xfrm>
              <a:off x="1802904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33:  "/>
            <p:cNvSpPr txBox="1"/>
            <p:nvPr/>
          </p:nvSpPr>
          <p:spPr>
            <a:xfrm>
              <a:off x="2083296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33: 중"/>
            <p:cNvSpPr txBox="1"/>
            <p:nvPr/>
          </p:nvSpPr>
          <p:spPr>
            <a:xfrm>
              <a:off x="2126159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33:  "/>
            <p:cNvSpPr txBox="1"/>
            <p:nvPr/>
          </p:nvSpPr>
          <p:spPr>
            <a:xfrm>
              <a:off x="226635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33: 정보를"/>
            <p:cNvSpPr txBox="1"/>
            <p:nvPr/>
          </p:nvSpPr>
          <p:spPr>
            <a:xfrm>
              <a:off x="2309217" y="482113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33:  "/>
            <p:cNvSpPr txBox="1"/>
            <p:nvPr/>
          </p:nvSpPr>
          <p:spPr>
            <a:xfrm>
              <a:off x="272980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33: 찾는"/>
            <p:cNvSpPr txBox="1"/>
            <p:nvPr/>
          </p:nvSpPr>
          <p:spPr>
            <a:xfrm>
              <a:off x="2772668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33:  "/>
            <p:cNvSpPr txBox="1"/>
            <p:nvPr/>
          </p:nvSpPr>
          <p:spPr>
            <a:xfrm>
              <a:off x="3053060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33: 데"/>
            <p:cNvSpPr txBox="1"/>
            <p:nvPr/>
          </p:nvSpPr>
          <p:spPr>
            <a:xfrm>
              <a:off x="3095923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데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" name="Line 34: 너무 많은 시간을 쓴다고 답한 비율"/>
          <p:cNvGrpSpPr/>
          <p:nvPr/>
        </p:nvGrpSpPr>
        <p:grpSpPr>
          <a:xfrm>
            <a:off x="1802904" y="5064919"/>
            <a:ext cx="2215455" cy="281940"/>
            <a:chOff x="1802904" y="5064919"/>
            <a:chExt cx="2215455" cy="281940"/>
          </a:xfrm>
        </p:grpSpPr>
        <p:sp>
          <p:nvSpPr>
            <p:cNvPr id="64" name="Weave text 34: 너무"/>
            <p:cNvSpPr txBox="1"/>
            <p:nvPr/>
          </p:nvSpPr>
          <p:spPr>
            <a:xfrm>
              <a:off x="1802904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너무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34:  "/>
            <p:cNvSpPr txBox="1"/>
            <p:nvPr/>
          </p:nvSpPr>
          <p:spPr>
            <a:xfrm>
              <a:off x="2083296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34: 많은"/>
            <p:cNvSpPr txBox="1"/>
            <p:nvPr/>
          </p:nvSpPr>
          <p:spPr>
            <a:xfrm>
              <a:off x="2126159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많은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34:  "/>
            <p:cNvSpPr txBox="1"/>
            <p:nvPr/>
          </p:nvSpPr>
          <p:spPr>
            <a:xfrm>
              <a:off x="2406551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34: 시간을"/>
            <p:cNvSpPr txBox="1"/>
            <p:nvPr/>
          </p:nvSpPr>
          <p:spPr>
            <a:xfrm>
              <a:off x="2449413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시간을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34:  "/>
            <p:cNvSpPr txBox="1"/>
            <p:nvPr/>
          </p:nvSpPr>
          <p:spPr>
            <a:xfrm>
              <a:off x="287000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34: 쓴다고"/>
            <p:cNvSpPr txBox="1"/>
            <p:nvPr/>
          </p:nvSpPr>
          <p:spPr>
            <a:xfrm>
              <a:off x="2912864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쓴다고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34:  "/>
            <p:cNvSpPr txBox="1"/>
            <p:nvPr/>
          </p:nvSpPr>
          <p:spPr>
            <a:xfrm>
              <a:off x="333345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34: 답한"/>
            <p:cNvSpPr txBox="1"/>
            <p:nvPr/>
          </p:nvSpPr>
          <p:spPr>
            <a:xfrm>
              <a:off x="3376315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답한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34:  "/>
            <p:cNvSpPr txBox="1"/>
            <p:nvPr/>
          </p:nvSpPr>
          <p:spPr>
            <a:xfrm>
              <a:off x="3656707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34: 비율"/>
            <p:cNvSpPr txBox="1"/>
            <p:nvPr/>
          </p:nvSpPr>
          <p:spPr>
            <a:xfrm>
              <a:off x="3699570" y="5064919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비율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5" name="Line 35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76" name="Weave text 35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5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5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36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80" name="Weave text 36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81" name="Line 37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82" name="Weave text 37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37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37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38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86" name="Weave text 38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8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38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38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38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1" name="Line 39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92" name="Weave text 39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3" name="Line 40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94" name="Weave text 40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5" name="Line 41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96" name="Weave text 41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7" name="Line 42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98" name="Weave text 42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42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42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42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42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42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42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5" name="Line 43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106" name="Weave text 43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44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108" name="Weave text 44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45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110" name="Weave text 45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11" name="Line 46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112" name="Weave text 46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46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46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46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46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46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46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47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120" name="Weave text 47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47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47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47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47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47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47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47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47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47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47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47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47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47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4" name="Line 48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135" name="Weave text 48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48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48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48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48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0" name="Weave text 48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1" name="Weave text 48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48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3" name="Line 49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144" name="Weave text 49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49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49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49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49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49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49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49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49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49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50: Microsoft Work Trend Index 2023 · 31개 시장">
            <a:hlinkClick r:id="rIdWeaveLink50"/>
          </p:cNvPr>
          <p:cNvGrpSpPr/>
          <p:nvPr/>
        </p:nvGrpSpPr>
        <p:grpSpPr>
          <a:xfrm>
            <a:off x="609600" y="6210300"/>
            <a:ext cx="3128367" cy="190500"/>
            <a:chOff x="609600" y="6210300"/>
            <a:chExt cx="3128367" cy="190500"/>
          </a:xfrm>
        </p:grpSpPr>
        <p:sp>
          <p:nvSpPr>
            <p:cNvPr id="155" name="Weave text 50: Microsoft Work Trend Index 2023 · 31">
              <a:hlinkClick r:id="rIdWeaveLink50"/>
            </p:cNvPr>
            <p:cNvSpPr txBox="1"/>
            <p:nvPr/>
          </p:nvSpPr>
          <p:spPr>
            <a:xfrm>
              <a:off x="609600" y="6210300"/>
              <a:ext cx="1726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Microsoft Work Trend Index 2023 · 31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50: 개">
              <a:hlinkClick r:id="rIdWeaveLink50"/>
            </p:cNvPr>
            <p:cNvSpPr txBox="1"/>
            <p:nvPr/>
          </p:nvSpPr>
          <p:spPr>
            <a:xfrm>
              <a:off x="229760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50:  ">
              <a:hlinkClick r:id="rIdWeaveLink50"/>
            </p:cNvPr>
            <p:cNvSpPr txBox="1"/>
            <p:nvPr/>
          </p:nvSpPr>
          <p:spPr>
            <a:xfrm>
              <a:off x="2385268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50: 시장">
              <a:hlinkClick r:id="rIdWeaveLink50"/>
            </p:cNvPr>
            <p:cNvSpPr txBox="1"/>
            <p:nvPr/>
          </p:nvSpPr>
          <p:spPr>
            <a:xfrm>
              <a:off x="2412057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시장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50: , ">
              <a:hlinkClick r:id="rIdWeaveLink50"/>
            </p:cNvPr>
            <p:cNvSpPr txBox="1"/>
            <p:nvPr/>
          </p:nvSpPr>
          <p:spPr>
            <a:xfrm>
              <a:off x="2587377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50: 취업자">
              <a:hlinkClick r:id="rIdWeaveLink50"/>
            </p:cNvPr>
            <p:cNvSpPr txBox="1"/>
            <p:nvPr/>
          </p:nvSpPr>
          <p:spPr>
            <a:xfrm>
              <a:off x="2641550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취업자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50: ·">
              <a:hlinkClick r:id="rIdWeaveLink50"/>
            </p:cNvPr>
            <p:cNvSpPr txBox="1"/>
            <p:nvPr/>
          </p:nvSpPr>
          <p:spPr>
            <a:xfrm>
              <a:off x="2904381" y="62103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50: 자영업자">
              <a:hlinkClick r:id="rIdWeaveLink50"/>
            </p:cNvPr>
            <p:cNvSpPr txBox="1"/>
            <p:nvPr/>
          </p:nvSpPr>
          <p:spPr>
            <a:xfrm>
              <a:off x="2931914" y="621030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자영업자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50:  31,000">
              <a:hlinkClick r:id="rIdWeaveLink50"/>
            </p:cNvPr>
            <p:cNvSpPr txBox="1"/>
            <p:nvPr/>
          </p:nvSpPr>
          <p:spPr>
            <a:xfrm>
              <a:off x="3282404" y="6210300"/>
              <a:ext cx="36790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31,000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50: 명">
              <a:hlinkClick r:id="rIdWeaveLink50"/>
            </p:cNvPr>
            <p:cNvSpPr txBox="1"/>
            <p:nvPr/>
          </p:nvSpPr>
          <p:spPr>
            <a:xfrm>
              <a:off x="361205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명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51:  / 업무 정보 탐색 설문, 스마트폰만의 조사·Weave 성과가 아님"/>
          <p:cNvGrpSpPr/>
          <p:nvPr/>
        </p:nvGrpSpPr>
        <p:grpSpPr>
          <a:xfrm>
            <a:off x="3699867" y="6210300"/>
            <a:ext cx="2508647" cy="190500"/>
            <a:chOff x="3699867" y="6210300"/>
            <a:chExt cx="2508647" cy="190500"/>
          </a:xfrm>
        </p:grpSpPr>
        <p:sp>
          <p:nvSpPr>
            <p:cNvPr id="166" name="Weave text 51:  / "/>
            <p:cNvSpPr txBox="1"/>
            <p:nvPr/>
          </p:nvSpPr>
          <p:spPr>
            <a:xfrm>
              <a:off x="3699867" y="6210300"/>
              <a:ext cx="1260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51: 업무"/>
            <p:cNvSpPr txBox="1"/>
            <p:nvPr/>
          </p:nvSpPr>
          <p:spPr>
            <a:xfrm>
              <a:off x="378767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51:  "/>
            <p:cNvSpPr txBox="1"/>
            <p:nvPr/>
          </p:nvSpPr>
          <p:spPr>
            <a:xfrm>
              <a:off x="396299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51: 정보"/>
            <p:cNvSpPr txBox="1"/>
            <p:nvPr/>
          </p:nvSpPr>
          <p:spPr>
            <a:xfrm>
              <a:off x="3989784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51:  "/>
            <p:cNvSpPr txBox="1"/>
            <p:nvPr/>
          </p:nvSpPr>
          <p:spPr>
            <a:xfrm>
              <a:off x="41649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51: 탐색"/>
            <p:cNvSpPr txBox="1"/>
            <p:nvPr/>
          </p:nvSpPr>
          <p:spPr>
            <a:xfrm>
              <a:off x="4191744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탐색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51:  "/>
            <p:cNvSpPr txBox="1"/>
            <p:nvPr/>
          </p:nvSpPr>
          <p:spPr>
            <a:xfrm>
              <a:off x="4367064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51: 설문"/>
            <p:cNvSpPr txBox="1"/>
            <p:nvPr/>
          </p:nvSpPr>
          <p:spPr>
            <a:xfrm>
              <a:off x="4393853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51: , "/>
            <p:cNvSpPr txBox="1"/>
            <p:nvPr/>
          </p:nvSpPr>
          <p:spPr>
            <a:xfrm>
              <a:off x="4569172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51: 스마트폰만의"/>
            <p:cNvSpPr txBox="1"/>
            <p:nvPr/>
          </p:nvSpPr>
          <p:spPr>
            <a:xfrm>
              <a:off x="4623346" y="6210300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스마트폰만의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51:  "/>
            <p:cNvSpPr txBox="1"/>
            <p:nvPr/>
          </p:nvSpPr>
          <p:spPr>
            <a:xfrm>
              <a:off x="51491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51: 조사"/>
            <p:cNvSpPr txBox="1"/>
            <p:nvPr/>
          </p:nvSpPr>
          <p:spPr>
            <a:xfrm>
              <a:off x="5175945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조사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51: ·Weave "/>
            <p:cNvSpPr txBox="1"/>
            <p:nvPr/>
          </p:nvSpPr>
          <p:spPr>
            <a:xfrm>
              <a:off x="5351115" y="6210300"/>
              <a:ext cx="3924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·Weave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51: 성과가"/>
            <p:cNvSpPr txBox="1"/>
            <p:nvPr/>
          </p:nvSpPr>
          <p:spPr>
            <a:xfrm>
              <a:off x="5705326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성과가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51:  "/>
            <p:cNvSpPr txBox="1"/>
            <p:nvPr/>
          </p:nvSpPr>
          <p:spPr>
            <a:xfrm>
              <a:off x="5968157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51: 아님"/>
            <p:cNvSpPr txBox="1"/>
            <p:nvPr/>
          </p:nvSpPr>
          <p:spPr>
            <a:xfrm>
              <a:off x="599494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아님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2" name="Line 52: 02 / 12"/>
          <p:cNvGrpSpPr/>
          <p:nvPr/>
        </p:nvGrpSpPr>
        <p:grpSpPr>
          <a:xfrm>
            <a:off x="11152733" y="6486525"/>
            <a:ext cx="467767" cy="190500"/>
            <a:chOff x="11152733" y="6486525"/>
            <a:chExt cx="467767" cy="190500"/>
          </a:xfrm>
        </p:grpSpPr>
        <p:sp>
          <p:nvSpPr>
            <p:cNvPr id="183" name="Weave text 52: 02 / 12"/>
            <p:cNvSpPr txBox="1"/>
            <p:nvPr/>
          </p:nvSpPr>
          <p:spPr>
            <a:xfrm>
              <a:off x="11152733" y="6486525"/>
              <a:ext cx="46776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53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4" name="Weave text 53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54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6" name="Weave text 54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54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54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54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54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54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54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54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54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54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54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54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55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9" name="Weave text 55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5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55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55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55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55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55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55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55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55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55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55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56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32" name="Weave text 56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" name="Line 57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34" name="Weave text 57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57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57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57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" name="Line 58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39" name="Weave text 58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58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58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58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58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58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58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58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58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58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58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58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58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58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59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54" name="Weave text 59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59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59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59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59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59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59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59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59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59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59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" name="Line 60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66" name="Weave text 60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7" name="Line 61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68" name="Weave text 61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" name="Weave text 61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" name="Weave text 61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" name="Weave text 61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2" name="Line 62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73" name="Weave text 62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62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62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62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62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62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62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62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62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62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62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62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63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86" name="Weave text 63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63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63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63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63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63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63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63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63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63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63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64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98" name="Weave text 64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99" name="Line 65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100" name="Weave text 65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1" name="Weave text 65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2" name="Weave text 65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3" name="Weave text 65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4" name="Weave text 65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5" name="Weave text 65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6" name="Line 66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107" name="Weave text 66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8" name="Weave text 66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9" name="Weave text 66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66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66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66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66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66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66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66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66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66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66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0" name="Weave text 66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" name="Line 67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122" name="Weave text 67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67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67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67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67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67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67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67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67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67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67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67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67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67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67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7" name="Line 68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138" name="Weave text 68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68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68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68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68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3" name="Line 69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144" name="Weave text 69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69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69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69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69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69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69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69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69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69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69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69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69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69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69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9" name="Line 70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160" name="Weave text 70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70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70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70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70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71: “가족·친구들이 흘린 말 한마디를 놓치지 않고"/>
          <p:cNvGrpSpPr/>
          <p:nvPr/>
        </p:nvGrpSpPr>
        <p:grpSpPr>
          <a:xfrm>
            <a:off x="6648450" y="5800725"/>
            <a:ext cx="3114824" cy="312420"/>
            <a:chOff x="6648450" y="5800725"/>
            <a:chExt cx="3114824" cy="312420"/>
          </a:xfrm>
        </p:grpSpPr>
        <p:sp>
          <p:nvSpPr>
            <p:cNvPr id="166" name="Weave text 71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71: 가족"/>
            <p:cNvSpPr txBox="1"/>
            <p:nvPr/>
          </p:nvSpPr>
          <p:spPr>
            <a:xfrm>
              <a:off x="6718697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71: ·"/>
            <p:cNvSpPr txBox="1"/>
            <p:nvPr/>
          </p:nvSpPr>
          <p:spPr>
            <a:xfrm>
              <a:off x="7023943" y="5800725"/>
              <a:ext cx="82451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71: 친구들이"/>
            <p:cNvSpPr txBox="1"/>
            <p:nvPr/>
          </p:nvSpPr>
          <p:spPr>
            <a:xfrm>
              <a:off x="7068145" y="5800725"/>
              <a:ext cx="64859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친구들이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71:  "/>
            <p:cNvSpPr txBox="1"/>
            <p:nvPr/>
          </p:nvSpPr>
          <p:spPr>
            <a:xfrm>
              <a:off x="767848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71: 흘린"/>
            <p:cNvSpPr txBox="1"/>
            <p:nvPr/>
          </p:nvSpPr>
          <p:spPr>
            <a:xfrm>
              <a:off x="7721650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흘린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71:  "/>
            <p:cNvSpPr txBox="1"/>
            <p:nvPr/>
          </p:nvSpPr>
          <p:spPr>
            <a:xfrm>
              <a:off x="802674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71: 말"/>
            <p:cNvSpPr txBox="1"/>
            <p:nvPr/>
          </p:nvSpPr>
          <p:spPr>
            <a:xfrm>
              <a:off x="8069907" y="5800725"/>
              <a:ext cx="19079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말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71:  "/>
            <p:cNvSpPr txBox="1"/>
            <p:nvPr/>
          </p:nvSpPr>
          <p:spPr>
            <a:xfrm>
              <a:off x="8222456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71: 한마디를"/>
            <p:cNvSpPr txBox="1"/>
            <p:nvPr/>
          </p:nvSpPr>
          <p:spPr>
            <a:xfrm>
              <a:off x="8265468" y="5800725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한마디를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71:  "/>
            <p:cNvSpPr txBox="1"/>
            <p:nvPr/>
          </p:nvSpPr>
          <p:spPr>
            <a:xfrm>
              <a:off x="887596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71: 놓치지"/>
            <p:cNvSpPr txBox="1"/>
            <p:nvPr/>
          </p:nvSpPr>
          <p:spPr>
            <a:xfrm>
              <a:off x="8918972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71:  "/>
            <p:cNvSpPr txBox="1"/>
            <p:nvPr/>
          </p:nvSpPr>
          <p:spPr>
            <a:xfrm>
              <a:off x="937676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71: 않고"/>
            <p:cNvSpPr txBox="1"/>
            <p:nvPr/>
          </p:nvSpPr>
          <p:spPr>
            <a:xfrm>
              <a:off x="9419779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0" name="Line 72: 제때 챙겨주고 싶어요.”"/>
          <p:cNvGrpSpPr/>
          <p:nvPr/>
        </p:nvGrpSpPr>
        <p:grpSpPr>
          <a:xfrm>
            <a:off x="6648450" y="6057900"/>
            <a:ext cx="1602581" cy="312420"/>
            <a:chOff x="6648450" y="6057900"/>
            <a:chExt cx="1602581" cy="312420"/>
          </a:xfrm>
        </p:grpSpPr>
        <p:sp>
          <p:nvSpPr>
            <p:cNvPr id="181" name="Weave text 72: 제때"/>
            <p:cNvSpPr txBox="1"/>
            <p:nvPr/>
          </p:nvSpPr>
          <p:spPr>
            <a:xfrm>
              <a:off x="6648450" y="60579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72:  "/>
            <p:cNvSpPr txBox="1"/>
            <p:nvPr/>
          </p:nvSpPr>
          <p:spPr>
            <a:xfrm>
              <a:off x="6953548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72: 챙겨주고"/>
            <p:cNvSpPr txBox="1"/>
            <p:nvPr/>
          </p:nvSpPr>
          <p:spPr>
            <a:xfrm>
              <a:off x="6996559" y="6057900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챙겨주고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72:  "/>
            <p:cNvSpPr txBox="1"/>
            <p:nvPr/>
          </p:nvSpPr>
          <p:spPr>
            <a:xfrm>
              <a:off x="7607052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72: 싶어요"/>
            <p:cNvSpPr txBox="1"/>
            <p:nvPr/>
          </p:nvSpPr>
          <p:spPr>
            <a:xfrm>
              <a:off x="7650063" y="60579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싶어요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72: .”"/>
            <p:cNvSpPr txBox="1"/>
            <p:nvPr/>
          </p:nvSpPr>
          <p:spPr>
            <a:xfrm>
              <a:off x="8107859" y="6057900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7" name="Line 73: 03 / 12"/>
          <p:cNvGrpSpPr/>
          <p:nvPr/>
        </p:nvGrpSpPr>
        <p:grpSpPr>
          <a:xfrm>
            <a:off x="11151989" y="6486525"/>
            <a:ext cx="468511" cy="190500"/>
            <a:chOff x="11151989" y="6486525"/>
            <a:chExt cx="468511" cy="190500"/>
          </a:xfrm>
        </p:grpSpPr>
        <p:sp>
          <p:nvSpPr>
            <p:cNvPr id="188" name="Weave text 73: 03 / 12"/>
            <p:cNvSpPr txBox="1"/>
            <p:nvPr/>
          </p:nvSpPr>
          <p:spPr>
            <a:xfrm>
              <a:off x="11151989" y="6486525"/>
              <a:ext cx="4685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74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4" name="Weave text 74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75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6" name="Weave text 75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75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75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75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75: 세"/>
            <p:cNvSpPr txBox="1"/>
            <p:nvPr/>
          </p:nvSpPr>
          <p:spPr>
            <a:xfrm>
              <a:off x="2183904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75:  "/>
            <p:cNvSpPr txBox="1"/>
            <p:nvPr/>
          </p:nvSpPr>
          <p:spPr>
            <a:xfrm>
              <a:off x="251534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75: 가지"/>
            <p:cNvSpPr txBox="1"/>
            <p:nvPr/>
          </p:nvSpPr>
          <p:spPr>
            <a:xfrm>
              <a:off x="259228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75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75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75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75: 방식"/>
            <p:cNvSpPr txBox="1"/>
            <p:nvPr/>
          </p:nvSpPr>
          <p:spPr>
            <a:xfrm>
              <a:off x="407208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75: ."/>
            <p:cNvSpPr txBox="1"/>
            <p:nvPr/>
          </p:nvSpPr>
          <p:spPr>
            <a:xfrm>
              <a:off x="473496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76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" name="Weave text 76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" name="Weave text 76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" name="Weave text 76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" name="Weave text 76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76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76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76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76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76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76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76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76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76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" name="Weave text 76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76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76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76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76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76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" name="Line 77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39" name="Weave text 77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" name="Weave text 77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" name="Weave text 77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" name="Line 78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43" name="Weave text 78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78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78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78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78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78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78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78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78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78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" name="Weave text 78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" name="Line 79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55" name="Weave text 79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79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79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8" name="Line 80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59" name="Weave text 80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" name="Weave text 80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" name="Weave text 80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" name="Weave text 80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" name="Weave text 80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80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80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80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80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80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80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80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80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" name="Line 81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73" name="Weave text 81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81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81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6" name="Line 82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77" name="Weave text 82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" name="Line 83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79" name="Weave text 83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" name="Line 84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81" name="Weave text 84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84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84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4" name="Line 85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85" name="Weave text 85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6" name="Line 86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87" name="Weave text 86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8" name="Weave text 86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9" name="Weave text 86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0" name="Line 87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91" name="Weave text 87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87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87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87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87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6" name="Line 88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97" name="Weave text 88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88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88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88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88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2" name="Line 89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103" name="Weave text 89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4" name="Weave text 89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5" name="Weave text 89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6" name="Weave text 89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7" name="Weave text 89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8" name="Line 90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109" name="Weave text 90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90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90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90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90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4" name="Line 91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115" name="Weave text 91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91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91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91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91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92: 출처별 목록으로 단번에 확인"/>
          <p:cNvGrpSpPr/>
          <p:nvPr/>
        </p:nvGrpSpPr>
        <p:grpSpPr>
          <a:xfrm>
            <a:off x="8477250" y="3614738"/>
            <a:ext cx="1962448" cy="297180"/>
            <a:chOff x="8477250" y="3614738"/>
            <a:chExt cx="1962448" cy="297180"/>
          </a:xfrm>
        </p:grpSpPr>
        <p:sp>
          <p:nvSpPr>
            <p:cNvPr id="121" name="Weave text 92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92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92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92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92: 단번에"/>
            <p:cNvSpPr txBox="1"/>
            <p:nvPr/>
          </p:nvSpPr>
          <p:spPr>
            <a:xfrm>
              <a:off x="9611023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단번에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92:  "/>
            <p:cNvSpPr txBox="1"/>
            <p:nvPr/>
          </p:nvSpPr>
          <p:spPr>
            <a:xfrm>
              <a:off x="10057954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92: 확인"/>
            <p:cNvSpPr txBox="1"/>
            <p:nvPr/>
          </p:nvSpPr>
          <p:spPr>
            <a:xfrm>
              <a:off x="10103495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8" name="Line 93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129" name="Weave text 93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0" name="Line 94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131" name="Weave text 94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94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94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34" name="Line 95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135" name="Weave text 95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95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95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95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95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96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141" name="Weave text 96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96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96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96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96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6" name="Line 97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147" name="Weave text 97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8" name="Line 98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149" name="Weave text 98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98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98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98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3" name="Line 99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154" name="Weave text 99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99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99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99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99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9" name="Line 100: 출처를 확인하고 즉시 입력"/>
          <p:cNvGrpSpPr/>
          <p:nvPr/>
        </p:nvGrpSpPr>
        <p:grpSpPr>
          <a:xfrm>
            <a:off x="8477250" y="4433888"/>
            <a:ext cx="1813471" cy="297180"/>
            <a:chOff x="8477250" y="4433888"/>
            <a:chExt cx="1813471" cy="297180"/>
          </a:xfrm>
        </p:grpSpPr>
        <p:sp>
          <p:nvSpPr>
            <p:cNvPr id="160" name="Weave text 100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00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00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00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00: 즉시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즉시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00:  "/>
            <p:cNvSpPr txBox="1"/>
            <p:nvPr/>
          </p:nvSpPr>
          <p:spPr>
            <a:xfrm>
              <a:off x="9908977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00: 입력"/>
            <p:cNvSpPr txBox="1"/>
            <p:nvPr/>
          </p:nvSpPr>
          <p:spPr>
            <a:xfrm>
              <a:off x="9954518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101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168" name="Weave text 101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102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170" name="Weave text 102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102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102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102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102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5" name="Line 103: 지금 도움이 될 기억을"/>
          <p:cNvGrpSpPr/>
          <p:nvPr/>
        </p:nvGrpSpPr>
        <p:grpSpPr>
          <a:xfrm>
            <a:off x="3143250" y="4985891"/>
            <a:ext cx="1515517" cy="297180"/>
            <a:chOff x="3143250" y="4985891"/>
            <a:chExt cx="1515517" cy="297180"/>
          </a:xfrm>
        </p:grpSpPr>
        <p:sp>
          <p:nvSpPr>
            <p:cNvPr id="176" name="Weave text 103: 지금"/>
            <p:cNvSpPr txBox="1"/>
            <p:nvPr/>
          </p:nvSpPr>
          <p:spPr>
            <a:xfrm>
              <a:off x="3143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03:  "/>
            <p:cNvSpPr txBox="1"/>
            <p:nvPr/>
          </p:nvSpPr>
          <p:spPr>
            <a:xfrm>
              <a:off x="3441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03: 도움이"/>
            <p:cNvSpPr txBox="1"/>
            <p:nvPr/>
          </p:nvSpPr>
          <p:spPr>
            <a:xfrm>
              <a:off x="3486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103:  "/>
            <p:cNvSpPr txBox="1"/>
            <p:nvPr/>
          </p:nvSpPr>
          <p:spPr>
            <a:xfrm>
              <a:off x="3933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103: 될"/>
            <p:cNvSpPr txBox="1"/>
            <p:nvPr/>
          </p:nvSpPr>
          <p:spPr>
            <a:xfrm>
              <a:off x="3979069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03:  "/>
            <p:cNvSpPr txBox="1"/>
            <p:nvPr/>
          </p:nvSpPr>
          <p:spPr>
            <a:xfrm>
              <a:off x="4128046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03: 기억을"/>
            <p:cNvSpPr txBox="1"/>
            <p:nvPr/>
          </p:nvSpPr>
          <p:spPr>
            <a:xfrm>
              <a:off x="4173587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04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184" name="Weave text 104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04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04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104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8" name="Weave text 104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104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104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05: 관련 기억이 감지되면"/>
          <p:cNvGrpSpPr/>
          <p:nvPr/>
        </p:nvGrpSpPr>
        <p:grpSpPr>
          <a:xfrm>
            <a:off x="5962650" y="4852243"/>
            <a:ext cx="1469975" cy="297180"/>
            <a:chOff x="5962650" y="4852243"/>
            <a:chExt cx="1469975" cy="297180"/>
          </a:xfrm>
        </p:grpSpPr>
        <p:sp>
          <p:nvSpPr>
            <p:cNvPr id="192" name="Weave text 105: 관련"/>
            <p:cNvSpPr txBox="1"/>
            <p:nvPr/>
          </p:nvSpPr>
          <p:spPr>
            <a:xfrm>
              <a:off x="59626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관련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105:  "/>
            <p:cNvSpPr txBox="1"/>
            <p:nvPr/>
          </p:nvSpPr>
          <p:spPr>
            <a:xfrm>
              <a:off x="62604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105: 기억이"/>
            <p:cNvSpPr txBox="1"/>
            <p:nvPr/>
          </p:nvSpPr>
          <p:spPr>
            <a:xfrm>
              <a:off x="63059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105:  "/>
            <p:cNvSpPr txBox="1"/>
            <p:nvPr/>
          </p:nvSpPr>
          <p:spPr>
            <a:xfrm>
              <a:off x="67529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105: 감지되면"/>
            <p:cNvSpPr txBox="1"/>
            <p:nvPr/>
          </p:nvSpPr>
          <p:spPr>
            <a:xfrm>
              <a:off x="6798469" y="485224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감지되면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7" name="Line 106: Weave 버튼에 알림 표시"/>
          <p:cNvGrpSpPr/>
          <p:nvPr/>
        </p:nvGrpSpPr>
        <p:grpSpPr>
          <a:xfrm>
            <a:off x="5962650" y="5119390"/>
            <a:ext cx="1735634" cy="297180"/>
            <a:chOff x="5962650" y="5119390"/>
            <a:chExt cx="1735634" cy="297180"/>
          </a:xfrm>
        </p:grpSpPr>
        <p:sp>
          <p:nvSpPr>
            <p:cNvPr id="198" name="Weave text 106: Weave "/>
            <p:cNvSpPr txBox="1"/>
            <p:nvPr/>
          </p:nvSpPr>
          <p:spPr>
            <a:xfrm>
              <a:off x="5962650" y="5119390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106: 버튼에"/>
            <p:cNvSpPr txBox="1"/>
            <p:nvPr/>
          </p:nvSpPr>
          <p:spPr>
            <a:xfrm>
              <a:off x="6526262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106:  "/>
            <p:cNvSpPr txBox="1"/>
            <p:nvPr/>
          </p:nvSpPr>
          <p:spPr>
            <a:xfrm>
              <a:off x="6973193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106: 알림"/>
            <p:cNvSpPr txBox="1"/>
            <p:nvPr/>
          </p:nvSpPr>
          <p:spPr>
            <a:xfrm>
              <a:off x="7018734" y="511939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106:  "/>
            <p:cNvSpPr txBox="1"/>
            <p:nvPr/>
          </p:nvSpPr>
          <p:spPr>
            <a:xfrm>
              <a:off x="7316688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106: 표시"/>
            <p:cNvSpPr txBox="1"/>
            <p:nvPr/>
          </p:nvSpPr>
          <p:spPr>
            <a:xfrm>
              <a:off x="7362230" y="511939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표시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107: Flickering · 짧게 강조"/>
          <p:cNvGrpSpPr/>
          <p:nvPr/>
        </p:nvGrpSpPr>
        <p:grpSpPr>
          <a:xfrm>
            <a:off x="5962650" y="5443686"/>
            <a:ext cx="1023045" cy="205740"/>
            <a:chOff x="5962650" y="5443686"/>
            <a:chExt cx="1023045" cy="205740"/>
          </a:xfrm>
        </p:grpSpPr>
        <p:sp>
          <p:nvSpPr>
            <p:cNvPr id="205" name="Weave text 107: Flickering · "/>
            <p:cNvSpPr txBox="1"/>
            <p:nvPr/>
          </p:nvSpPr>
          <p:spPr>
            <a:xfrm>
              <a:off x="5962650" y="5443686"/>
              <a:ext cx="60796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Flickering ·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07: 짧게"/>
            <p:cNvSpPr txBox="1"/>
            <p:nvPr/>
          </p:nvSpPr>
          <p:spPr>
            <a:xfrm>
              <a:off x="6532364" y="5443686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짧게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07:  "/>
            <p:cNvSpPr txBox="1"/>
            <p:nvPr/>
          </p:nvSpPr>
          <p:spPr>
            <a:xfrm>
              <a:off x="6725245" y="5443686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07: 강조"/>
            <p:cNvSpPr txBox="1"/>
            <p:nvPr/>
          </p:nvSpPr>
          <p:spPr>
            <a:xfrm>
              <a:off x="6754713" y="5443686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강조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9" name="Line 108: 현재 상황에 맞는"/>
          <p:cNvGrpSpPr/>
          <p:nvPr/>
        </p:nvGrpSpPr>
        <p:grpSpPr>
          <a:xfrm>
            <a:off x="8477250" y="4852243"/>
            <a:ext cx="1172021" cy="297180"/>
            <a:chOff x="8477250" y="4852243"/>
            <a:chExt cx="1172021" cy="297180"/>
          </a:xfrm>
        </p:grpSpPr>
        <p:sp>
          <p:nvSpPr>
            <p:cNvPr id="210" name="Weave text 108: 현재"/>
            <p:cNvSpPr txBox="1"/>
            <p:nvPr/>
          </p:nvSpPr>
          <p:spPr>
            <a:xfrm>
              <a:off x="84772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08:  "/>
            <p:cNvSpPr txBox="1"/>
            <p:nvPr/>
          </p:nvSpPr>
          <p:spPr>
            <a:xfrm>
              <a:off x="87750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08: 상황에"/>
            <p:cNvSpPr txBox="1"/>
            <p:nvPr/>
          </p:nvSpPr>
          <p:spPr>
            <a:xfrm>
              <a:off x="88205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08:  "/>
            <p:cNvSpPr txBox="1"/>
            <p:nvPr/>
          </p:nvSpPr>
          <p:spPr>
            <a:xfrm>
              <a:off x="92675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08: 맞는"/>
            <p:cNvSpPr txBox="1"/>
            <p:nvPr/>
          </p:nvSpPr>
          <p:spPr>
            <a:xfrm>
              <a:off x="9313069" y="485224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109: 기억과 출처를 확인하고"/>
          <p:cNvGrpSpPr/>
          <p:nvPr/>
        </p:nvGrpSpPr>
        <p:grpSpPr>
          <a:xfrm>
            <a:off x="8477250" y="5119390"/>
            <a:ext cx="1618952" cy="297180"/>
            <a:chOff x="8477250" y="5119390"/>
            <a:chExt cx="1618952" cy="297180"/>
          </a:xfrm>
        </p:grpSpPr>
        <p:sp>
          <p:nvSpPr>
            <p:cNvPr id="216" name="Weave text 109: 기억과"/>
            <p:cNvSpPr txBox="1"/>
            <p:nvPr/>
          </p:nvSpPr>
          <p:spPr>
            <a:xfrm>
              <a:off x="8477250" y="511939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09:  "/>
            <p:cNvSpPr txBox="1"/>
            <p:nvPr/>
          </p:nvSpPr>
          <p:spPr>
            <a:xfrm>
              <a:off x="8924032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09: 출처를"/>
            <p:cNvSpPr txBox="1"/>
            <p:nvPr/>
          </p:nvSpPr>
          <p:spPr>
            <a:xfrm>
              <a:off x="8969573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09:  "/>
            <p:cNvSpPr txBox="1"/>
            <p:nvPr/>
          </p:nvSpPr>
          <p:spPr>
            <a:xfrm>
              <a:off x="9416504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09: 확인하고"/>
            <p:cNvSpPr txBox="1"/>
            <p:nvPr/>
          </p:nvSpPr>
          <p:spPr>
            <a:xfrm>
              <a:off x="9462046" y="511939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1" name="Line 110: 대화에 활용"/>
          <p:cNvGrpSpPr/>
          <p:nvPr/>
        </p:nvGrpSpPr>
        <p:grpSpPr>
          <a:xfrm>
            <a:off x="8477250" y="5386536"/>
            <a:ext cx="828526" cy="297180"/>
            <a:chOff x="8477250" y="5386536"/>
            <a:chExt cx="828526" cy="297180"/>
          </a:xfrm>
        </p:grpSpPr>
        <p:sp>
          <p:nvSpPr>
            <p:cNvPr id="222" name="Weave text 110: 대화에"/>
            <p:cNvSpPr txBox="1"/>
            <p:nvPr/>
          </p:nvSpPr>
          <p:spPr>
            <a:xfrm>
              <a:off x="8477250" y="5386536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10:  "/>
            <p:cNvSpPr txBox="1"/>
            <p:nvPr/>
          </p:nvSpPr>
          <p:spPr>
            <a:xfrm>
              <a:off x="8924032" y="5386536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10: 활용"/>
            <p:cNvSpPr txBox="1"/>
            <p:nvPr/>
          </p:nvSpPr>
          <p:spPr>
            <a:xfrm>
              <a:off x="8969573" y="5386536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111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226" name="Weave text 111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111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111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111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111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111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111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111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111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11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11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111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111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111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111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111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2" name="Line 112: 04 / 12"/>
          <p:cNvGrpSpPr/>
          <p:nvPr/>
        </p:nvGrpSpPr>
        <p:grpSpPr>
          <a:xfrm>
            <a:off x="11149310" y="6486525"/>
            <a:ext cx="471190" cy="190500"/>
            <a:chOff x="11149310" y="6486525"/>
            <a:chExt cx="471190" cy="190500"/>
          </a:xfrm>
        </p:grpSpPr>
        <p:sp>
          <p:nvSpPr>
            <p:cNvPr id="243" name="Weave text 112: 04 / 12"/>
            <p:cNvSpPr txBox="1"/>
            <p:nvPr/>
          </p:nvSpPr>
          <p:spPr>
            <a:xfrm>
              <a:off x="11149310" y="6486525"/>
              <a:ext cx="47119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13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4" name="Weave text 113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14: 어디에 적었든, 한 번에 찾습니다."/>
          <p:cNvGrpSpPr/>
          <p:nvPr/>
        </p:nvGrpSpPr>
        <p:grpSpPr>
          <a:xfrm>
            <a:off x="609600" y="676275"/>
            <a:ext cx="4924425" cy="647700"/>
            <a:chOff x="609600" y="676275"/>
            <a:chExt cx="4924425" cy="647700"/>
          </a:xfrm>
        </p:grpSpPr>
        <p:sp>
          <p:nvSpPr>
            <p:cNvPr id="6" name="Weave text 114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14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14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14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14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14:  "/>
            <p:cNvSpPr txBox="1"/>
            <p:nvPr/>
          </p:nvSpPr>
          <p:spPr>
            <a:xfrm>
              <a:off x="321647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14: 번에"/>
            <p:cNvSpPr txBox="1"/>
            <p:nvPr/>
          </p:nvSpPr>
          <p:spPr>
            <a:xfrm>
              <a:off x="3297138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14:  "/>
            <p:cNvSpPr txBox="1"/>
            <p:nvPr/>
          </p:nvSpPr>
          <p:spPr>
            <a:xfrm>
              <a:off x="396775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14: 찾습니다"/>
            <p:cNvSpPr txBox="1"/>
            <p:nvPr/>
          </p:nvSpPr>
          <p:spPr>
            <a:xfrm>
              <a:off x="4048423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14: ."/>
            <p:cNvSpPr txBox="1"/>
            <p:nvPr/>
          </p:nvSpPr>
          <p:spPr>
            <a:xfrm>
              <a:off x="5389662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15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17" name="Weave text 115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15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15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15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15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15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15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15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15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15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15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15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15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15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15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15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15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15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15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15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15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15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15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15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16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42" name="Weave text 116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" name="Weave text 116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4" name="Weave text 116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5" name="Weave text 116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" name="Weave text 116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7" name="Line 117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48" name="Weave text 117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" name="Line 118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50" name="Weave text 118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18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18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18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18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18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18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" name="Weave text 118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18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19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60" name="Weave text 119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19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19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19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19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5" name="Weave text 119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6" name="Weave text 119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19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19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19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20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71" name="Weave text 120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20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20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20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120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120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120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20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20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20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20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20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20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20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21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86" name="Weave text 121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21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21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9" name="Weave text 121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0" name="Weave text 121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1" name="Weave text 121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2" name="Weave text 121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3" name="Line 122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94" name="Weave text 122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5" name="Weave text 122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6" name="Weave text 122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7" name="Weave text 122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8" name="Weave text 122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22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22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1" name="Line 123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102" name="Weave text 123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23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23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23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23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23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123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9" name="Line 124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110" name="Weave text 124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1" name="Weave text 124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2" name="Weave text 124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3" name="Weave text 124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4" name="Weave text 124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5" name="Weave text 124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6" name="Weave text 124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7" name="Line 125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118" name="Weave text 125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25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25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25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25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25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25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126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126" name="Weave text 126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7" name="Weave text 126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28" name="Weave text 126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9" name="Weave text 126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0" name="Weave text 126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1" name="Weave text 126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2" name="Weave text 126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3" name="Weave text 126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34" name="Line 127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135" name="Weave text 127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127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127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127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127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28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141" name="Weave text 128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2" name="Weave text 128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3" name="Weave text 128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4" name="Weave text 128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5" name="Weave text 128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46" name="Line 129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147" name="Weave text 129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8" name="Line 130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149" name="Weave text 130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130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130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2" name="Line 131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153" name="Weave text 131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31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31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31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31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31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32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160" name="Weave text 132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32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32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32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32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32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32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32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32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32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32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32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32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33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174" name="Weave text 133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5" name="Weave text 133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6" name="Weave text 133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7" name="Weave text 133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8" name="Weave text 133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79" name="Line 134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180" name="Weave text 134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34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34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35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184" name="Weave text 135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135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135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135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135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135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135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1" name="Weave text 135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2" name="Weave text 135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3" name="Weave text 135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4" name="Weave text 135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5" name="Weave text 135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96" name="Line 136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197" name="Weave text 136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36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36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36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36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36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36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36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36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36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36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36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36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36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36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36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36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36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36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36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7" name="Line 137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218" name="Weave text 137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37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37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137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137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37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37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137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137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38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228" name="Weave text 138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29" name="Weave text 138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0" name="Weave text 138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31" name="Weave text 138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2" name="Weave text 138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33" name="Line 139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234" name="Weave text 139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39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39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7" name="Line 140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238" name="Weave text 140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140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140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140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140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140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140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5" name="Weave text 140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6" name="Line 141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247" name="Weave text 141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41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41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41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41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41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41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141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141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141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141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141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141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0" name="Line 142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261" name="Weave text 142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142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142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142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142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142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142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142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142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142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142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142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142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142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142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142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142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42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42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42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1" name="Line 143: 05 / 12"/>
          <p:cNvGrpSpPr/>
          <p:nvPr/>
        </p:nvGrpSpPr>
        <p:grpSpPr>
          <a:xfrm>
            <a:off x="11199168" y="6496050"/>
            <a:ext cx="421332" cy="190500"/>
            <a:chOff x="11199168" y="6496050"/>
            <a:chExt cx="421332" cy="190500"/>
          </a:xfrm>
        </p:grpSpPr>
        <p:sp>
          <p:nvSpPr>
            <p:cNvPr id="282" name="Weave text 143: 05 / 12"/>
            <p:cNvSpPr txBox="1"/>
            <p:nvPr/>
          </p:nvSpPr>
          <p:spPr>
            <a:xfrm>
              <a:off x="11199168" y="6496050"/>
              <a:ext cx="42133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12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44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4" name="Weave text 144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45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6" name="Weave text 145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45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45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45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45: 정확한"/>
            <p:cNvSpPr txBox="1"/>
            <p:nvPr/>
          </p:nvSpPr>
          <p:spPr>
            <a:xfrm>
              <a:off x="2881164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45:  "/>
            <p:cNvSpPr txBox="1"/>
            <p:nvPr/>
          </p:nvSpPr>
          <p:spPr>
            <a:xfrm>
              <a:off x="3886944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45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45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45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45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46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17" name="Weave text 146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46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46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46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46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46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46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46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46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46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46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46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46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46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46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46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46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46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46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46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46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46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46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46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47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42" name="Weave text 147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147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147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" name="Line 148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46" name="Weave text 148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48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48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49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50" name="Weave text 149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" name="Weave text 149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" name="Weave text 149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3" name="Line 150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54" name="Weave text 150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5" name="Weave text 150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6" name="Weave text 150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7" name="Weave text 150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8" name="Weave text 150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9" name="Line 151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60" name="Weave text 151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51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51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51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51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65" name="Line 152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66" name="Weave text 152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52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52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52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53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71" name="Weave text 153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153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3" name="Weave text 153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4" name="Weave text 153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5" name="Weave text 153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6" name="Line 154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77" name="Weave text 154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154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154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0" name="Weave text 154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1" name="Weave text 154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2" name="Line 155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83" name="Weave text 155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4" name="Weave text 155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5" name="Weave text 155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6" name="Weave text 155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87" name="Line 156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88" name="Weave text 156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56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56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56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56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56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56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56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56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157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98" name="Weave text 157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57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57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1" name="Weave text 157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2" name="Weave text 157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3" name="Weave text 157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4" name="Weave text 157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5" name="Weave text 157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6" name="Weave text 157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7" name="Line 158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108" name="Weave text 158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159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110" name="Weave text 159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1" name="Line 160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112" name="Weave text 160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160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160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160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160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60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60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60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60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161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122" name="Weave text 161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162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124" name="Weave text 162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62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62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62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162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9" name="Line 163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130" name="Weave text 163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163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163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163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163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163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163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63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63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9" name="Line 164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140" name="Weave text 164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41" name="Line 165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142" name="Weave text 165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165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165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165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165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166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148" name="Weave text 166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9" name="Weave text 166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0" name="Weave text 166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1" name="Weave text 166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2" name="Weave text 166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3" name="Line 167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154" name="Weave text 167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67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67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67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67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68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160" name="Weave text 168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68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68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68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68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68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68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68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68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68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68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68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68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69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174" name="Weave text 169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169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169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69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69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170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180" name="Weave text 170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170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170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83" name="Line 171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184" name="Weave text 171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71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71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172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188" name="Weave text 172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173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190" name="Weave text 173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74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192" name="Weave text 174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3" name="Line 175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194" name="Weave text 175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176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196" name="Weave text 176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176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76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76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76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76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76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76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76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76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76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76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76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76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76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76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76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76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76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76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76: 바뀌지"/>
            <p:cNvSpPr txBox="1"/>
            <p:nvPr/>
          </p:nvSpPr>
          <p:spPr>
            <a:xfrm>
              <a:off x="5026223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76:  "/>
            <p:cNvSpPr txBox="1"/>
            <p:nvPr/>
          </p:nvSpPr>
          <p:spPr>
            <a:xfrm>
              <a:off x="5437733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76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76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177: 06 / 12"/>
          <p:cNvGrpSpPr/>
          <p:nvPr/>
        </p:nvGrpSpPr>
        <p:grpSpPr>
          <a:xfrm>
            <a:off x="11196638" y="6496050"/>
            <a:ext cx="423862" cy="190500"/>
            <a:chOff x="11196638" y="6496050"/>
            <a:chExt cx="423862" cy="190500"/>
          </a:xfrm>
        </p:grpSpPr>
        <p:sp>
          <p:nvSpPr>
            <p:cNvPr id="221" name="Weave text 177: 06 / 12"/>
            <p:cNvSpPr txBox="1"/>
            <p:nvPr/>
          </p:nvSpPr>
          <p:spPr>
            <a:xfrm>
              <a:off x="11196638" y="6496050"/>
              <a:ext cx="42386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12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78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4" name="Weave text 178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79: 잊고 있던 약속을, 필요한 순간 건넵니다."/>
          <p:cNvGrpSpPr/>
          <p:nvPr/>
        </p:nvGrpSpPr>
        <p:grpSpPr>
          <a:xfrm>
            <a:off x="609600" y="676275"/>
            <a:ext cx="6011019" cy="647700"/>
            <a:chOff x="609600" y="676275"/>
            <a:chExt cx="6011019" cy="647700"/>
          </a:xfrm>
        </p:grpSpPr>
        <p:sp>
          <p:nvSpPr>
            <p:cNvPr id="6" name="Weave text 179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79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79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79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79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79: , "/>
            <p:cNvSpPr txBox="1"/>
            <p:nvPr/>
          </p:nvSpPr>
          <p:spPr>
            <a:xfrm>
              <a:off x="3117949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79: 필요한"/>
            <p:cNvSpPr txBox="1"/>
            <p:nvPr/>
          </p:nvSpPr>
          <p:spPr>
            <a:xfrm>
              <a:off x="3297138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79:  "/>
            <p:cNvSpPr txBox="1"/>
            <p:nvPr/>
          </p:nvSpPr>
          <p:spPr>
            <a:xfrm>
              <a:off x="430306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79: 순간"/>
            <p:cNvSpPr txBox="1"/>
            <p:nvPr/>
          </p:nvSpPr>
          <p:spPr>
            <a:xfrm>
              <a:off x="4383732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79:  "/>
            <p:cNvSpPr txBox="1"/>
            <p:nvPr/>
          </p:nvSpPr>
          <p:spPr>
            <a:xfrm>
              <a:off x="5054352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79: 건넵니다"/>
            <p:cNvSpPr txBox="1"/>
            <p:nvPr/>
          </p:nvSpPr>
          <p:spPr>
            <a:xfrm>
              <a:off x="5135017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79: ."/>
            <p:cNvSpPr txBox="1"/>
            <p:nvPr/>
          </p:nvSpPr>
          <p:spPr>
            <a:xfrm>
              <a:off x="6476256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80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19" name="Weave text 180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80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80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80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80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80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80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80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80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80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80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80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80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80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80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80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80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80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" name="Line 181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" name="Weave text 181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" name="Weave text 181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0" name="Weave text 181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" name="Weave text 181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2" name="Weave text 181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" name="Weave text 181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4" name="Weave text 181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5" name="Weave text 181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" name="Line 182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47" name="Weave text 182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" name="Line 183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49" name="Weave text 183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83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183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183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83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83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83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83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83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8" name="Line 184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59" name="Weave text 184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" name="Line 185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61" name="Weave text 185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85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185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185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85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6" name="Line 186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67" name="Weave text 186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86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86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186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186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86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86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86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" name="Line 187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76" name="Weave text 187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7" name="Line 188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78" name="Weave text 188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188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188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1" name="Line 189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82" name="Weave text 189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189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189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190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86" name="Weave text 190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90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90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9" name="Line 191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90" name="Weave text 191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1" name="Line 192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92" name="Weave text 192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3" name="Line 193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94" name="Weave text 193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93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93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193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193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193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193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194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102" name="Weave text 194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94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94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94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94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94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8" name="Line 195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109" name="Weave text 195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195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195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195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195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195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5" name="Line 196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116" name="Weave text 196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96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96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96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96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96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96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96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96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96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96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96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8" name="Line 197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129" name="Weave text 197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30" name="Line 198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131" name="Weave text 198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198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198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198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5" name="Line 199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136" name="Weave text 199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99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99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199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199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200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142" name="Weave text 200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00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00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00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00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00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00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9" name="Weave text 200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0" name="Weave text 200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51" name="Line 201: 엄마, 전에 먹고 싶다던"/>
          <p:cNvGrpSpPr/>
          <p:nvPr/>
        </p:nvGrpSpPr>
        <p:grpSpPr>
          <a:xfrm>
            <a:off x="6943725" y="4519612"/>
            <a:ext cx="1898749" cy="373380"/>
            <a:chOff x="6943725" y="4519612"/>
            <a:chExt cx="1898749" cy="373380"/>
          </a:xfrm>
        </p:grpSpPr>
        <p:sp>
          <p:nvSpPr>
            <p:cNvPr id="152" name="Weave text 201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3" name="Weave text 201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201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201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201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201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201: 싶다던"/>
            <p:cNvSpPr txBox="1"/>
            <p:nvPr/>
          </p:nvSpPr>
          <p:spPr>
            <a:xfrm>
              <a:off x="8247906" y="4519612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202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160" name="Weave text 202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1" name="Weave text 202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2" name="Weave text 202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3" name="Weave text 202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4" name="Line 203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165" name="Weave text 203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03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03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03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203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0" name="Line 204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171" name="Weave text 204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2" name="Weave text 204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3" name="Weave text 204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4" name="Line 205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175" name="Weave text 205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205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205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205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205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205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205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205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205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205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205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205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205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205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205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05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1" name="Line 206: 07 / 12"/>
          <p:cNvGrpSpPr/>
          <p:nvPr/>
        </p:nvGrpSpPr>
        <p:grpSpPr>
          <a:xfrm>
            <a:off x="11204079" y="6496050"/>
            <a:ext cx="416421" cy="190500"/>
            <a:chOff x="11204079" y="6496050"/>
            <a:chExt cx="416421" cy="190500"/>
          </a:xfrm>
        </p:grpSpPr>
        <p:sp>
          <p:nvSpPr>
            <p:cNvPr id="192" name="Weave text 206: 07 / 12"/>
            <p:cNvSpPr txBox="1"/>
            <p:nvPr/>
          </p:nvSpPr>
          <p:spPr>
            <a:xfrm>
              <a:off x="11204079" y="6496050"/>
              <a:ext cx="41642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12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07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4" name="Weave text 207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08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6" name="Weave text 208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08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08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08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08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08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08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08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08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08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08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08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09: 검색 색인(Search index)으로 기록을 미리 정리하고, 필요한 근"/>
          <p:cNvGrpSpPr/>
          <p:nvPr/>
        </p:nvGrpSpPr>
        <p:grpSpPr>
          <a:xfrm>
            <a:off x="609600" y="1343025"/>
            <a:ext cx="6571506" cy="297180"/>
            <a:chOff x="609600" y="1343025"/>
            <a:chExt cx="6571506" cy="297180"/>
          </a:xfrm>
        </p:grpSpPr>
        <p:sp>
          <p:nvSpPr>
            <p:cNvPr id="19" name="Weave text 209: 검색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09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09: 색인"/>
            <p:cNvSpPr txBox="1"/>
            <p:nvPr/>
          </p:nvSpPr>
          <p:spPr>
            <a:xfrm>
              <a:off x="952946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09: (Search index)"/>
            <p:cNvSpPr txBox="1"/>
            <p:nvPr/>
          </p:nvSpPr>
          <p:spPr>
            <a:xfrm>
              <a:off x="1250900" y="1343025"/>
              <a:ext cx="115252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(Search index)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09: 으로"/>
            <p:cNvSpPr txBox="1"/>
            <p:nvPr/>
          </p:nvSpPr>
          <p:spPr>
            <a:xfrm>
              <a:off x="236517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으로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09:  "/>
            <p:cNvSpPr txBox="1"/>
            <p:nvPr/>
          </p:nvSpPr>
          <p:spPr>
            <a:xfrm>
              <a:off x="26631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09: 기록을"/>
            <p:cNvSpPr txBox="1"/>
            <p:nvPr/>
          </p:nvSpPr>
          <p:spPr>
            <a:xfrm>
              <a:off x="2708672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09:  "/>
            <p:cNvSpPr txBox="1"/>
            <p:nvPr/>
          </p:nvSpPr>
          <p:spPr>
            <a:xfrm>
              <a:off x="31554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09: 미리"/>
            <p:cNvSpPr txBox="1"/>
            <p:nvPr/>
          </p:nvSpPr>
          <p:spPr>
            <a:xfrm>
              <a:off x="3200995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09:  "/>
            <p:cNvSpPr txBox="1"/>
            <p:nvPr/>
          </p:nvSpPr>
          <p:spPr>
            <a:xfrm>
              <a:off x="349894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09: 정리하고"/>
            <p:cNvSpPr txBox="1"/>
            <p:nvPr/>
          </p:nvSpPr>
          <p:spPr>
            <a:xfrm>
              <a:off x="3544491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정리하고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09: , "/>
            <p:cNvSpPr txBox="1"/>
            <p:nvPr/>
          </p:nvSpPr>
          <p:spPr>
            <a:xfrm>
              <a:off x="4140398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09: 필요한"/>
            <p:cNvSpPr txBox="1"/>
            <p:nvPr/>
          </p:nvSpPr>
          <p:spPr>
            <a:xfrm>
              <a:off x="4232672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09:  "/>
            <p:cNvSpPr txBox="1"/>
            <p:nvPr/>
          </p:nvSpPr>
          <p:spPr>
            <a:xfrm>
              <a:off x="467960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09: 근거만"/>
            <p:cNvSpPr txBox="1"/>
            <p:nvPr/>
          </p:nvSpPr>
          <p:spPr>
            <a:xfrm>
              <a:off x="4725144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09:  "/>
            <p:cNvSpPr txBox="1"/>
            <p:nvPr/>
          </p:nvSpPr>
          <p:spPr>
            <a:xfrm>
              <a:off x="51719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09: 경량"/>
            <p:cNvSpPr txBox="1"/>
            <p:nvPr/>
          </p:nvSpPr>
          <p:spPr>
            <a:xfrm>
              <a:off x="52174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09:  "/>
            <p:cNvSpPr txBox="1"/>
            <p:nvPr/>
          </p:nvSpPr>
          <p:spPr>
            <a:xfrm>
              <a:off x="551542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09: 언어모델에"/>
            <p:cNvSpPr txBox="1"/>
            <p:nvPr/>
          </p:nvSpPr>
          <p:spPr>
            <a:xfrm>
              <a:off x="5560963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09:  "/>
            <p:cNvSpPr txBox="1"/>
            <p:nvPr/>
          </p:nvSpPr>
          <p:spPr>
            <a:xfrm>
              <a:off x="6305848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09: 전달합니다"/>
            <p:cNvSpPr txBox="1"/>
            <p:nvPr/>
          </p:nvSpPr>
          <p:spPr>
            <a:xfrm>
              <a:off x="635138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전달합니다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09: ."/>
            <p:cNvSpPr txBox="1"/>
            <p:nvPr/>
          </p:nvSpPr>
          <p:spPr>
            <a:xfrm>
              <a:off x="7096274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210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" name="Weave text 210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10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" name="Weave text 210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" name="Line 211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6" name="Weave text 211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11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11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11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11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" name="Line 212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52" name="Weave text 212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12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12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12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12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" name="Line 213: 색인 작업(Indexing)"/>
          <p:cNvGrpSpPr/>
          <p:nvPr/>
        </p:nvGrpSpPr>
        <p:grpSpPr>
          <a:xfrm>
            <a:off x="6270873" y="2133600"/>
            <a:ext cx="1468041" cy="312420"/>
            <a:chOff x="6270873" y="2133600"/>
            <a:chExt cx="1468041" cy="312420"/>
          </a:xfrm>
        </p:grpSpPr>
        <p:sp>
          <p:nvSpPr>
            <p:cNvPr id="58" name="Weave text 213: 색인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13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13: 작업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13: (Indexing)"/>
            <p:cNvSpPr txBox="1"/>
            <p:nvPr/>
          </p:nvSpPr>
          <p:spPr>
            <a:xfrm>
              <a:off x="6928545" y="2133600"/>
              <a:ext cx="8103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(Indexing)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" name="Line 214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63" name="Weave text 214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214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214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214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214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214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214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0" name="Line 215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71" name="Weave text 215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" name="Line 216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73" name="Weave text 216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4" name="Line 217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75" name="Weave text 217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6" name="Weave text 217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7" name="Weave text 217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217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217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0" name="Line 218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81" name="Weave text 218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18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18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18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18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6" name="Line 219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87" name="Weave text 219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19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19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19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19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2" name="Line 220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93" name="Weave text 220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20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220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220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220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220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220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0" name="Line 221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101" name="Weave text 221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2" name="Line 222: Routing"/>
          <p:cNvGrpSpPr/>
          <p:nvPr/>
        </p:nvGrpSpPr>
        <p:grpSpPr>
          <a:xfrm>
            <a:off x="3417094" y="3667125"/>
            <a:ext cx="879723" cy="434340"/>
            <a:chOff x="3417094" y="3667125"/>
            <a:chExt cx="879723" cy="434340"/>
          </a:xfrm>
        </p:grpSpPr>
        <p:sp>
          <p:nvSpPr>
            <p:cNvPr id="103" name="Weave text 222: Routing"/>
            <p:cNvSpPr txBox="1"/>
            <p:nvPr/>
          </p:nvSpPr>
          <p:spPr>
            <a:xfrm>
              <a:off x="3417094" y="3667125"/>
              <a:ext cx="879723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4" name="Line 223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105" name="Weave text 223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223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223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223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223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0" name="Weave text 223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1" name="Weave text 223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2" name="Line 224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113" name="Weave text 224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24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224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224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224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224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224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225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121" name="Weave text 225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225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225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225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225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225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225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225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225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0" name="Line 226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131" name="Weave text 226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26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26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26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226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226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227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138" name="Weave text 227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9" name="Line 228: Search"/>
          <p:cNvGrpSpPr/>
          <p:nvPr/>
        </p:nvGrpSpPr>
        <p:grpSpPr>
          <a:xfrm>
            <a:off x="6224588" y="3667125"/>
            <a:ext cx="812155" cy="434340"/>
            <a:chOff x="6224588" y="3667125"/>
            <a:chExt cx="812155" cy="434340"/>
          </a:xfrm>
        </p:grpSpPr>
        <p:sp>
          <p:nvSpPr>
            <p:cNvPr id="140" name="Weave text 228: Search"/>
            <p:cNvSpPr txBox="1"/>
            <p:nvPr/>
          </p:nvSpPr>
          <p:spPr>
            <a:xfrm>
              <a:off x="6224588" y="3667125"/>
              <a:ext cx="81215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29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142" name="Weave text 229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29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29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29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29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29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29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9" name="Line 230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150" name="Weave text 230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30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30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30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30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30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30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7" name="Line 231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158" name="Weave text 231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31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31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31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31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31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231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31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31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232: 키워드·벡터 검색 · Reranking"/>
          <p:cNvGrpSpPr/>
          <p:nvPr/>
        </p:nvGrpSpPr>
        <p:grpSpPr>
          <a:xfrm>
            <a:off x="6224588" y="5257800"/>
            <a:ext cx="1357908" cy="205740"/>
            <a:chOff x="6224588" y="5257800"/>
            <a:chExt cx="1357908" cy="205740"/>
          </a:xfrm>
        </p:grpSpPr>
        <p:sp>
          <p:nvSpPr>
            <p:cNvPr id="168" name="Weave text 232: 키워드"/>
            <p:cNvSpPr txBox="1"/>
            <p:nvPr/>
          </p:nvSpPr>
          <p:spPr>
            <a:xfrm>
              <a:off x="622458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232: ·"/>
            <p:cNvSpPr txBox="1"/>
            <p:nvPr/>
          </p:nvSpPr>
          <p:spPr>
            <a:xfrm>
              <a:off x="6513761" y="5257800"/>
              <a:ext cx="68312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232: 벡터"/>
            <p:cNvSpPr txBox="1"/>
            <p:nvPr/>
          </p:nvSpPr>
          <p:spPr>
            <a:xfrm>
              <a:off x="6543824" y="525780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벡터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32:  "/>
            <p:cNvSpPr txBox="1"/>
            <p:nvPr/>
          </p:nvSpPr>
          <p:spPr>
            <a:xfrm>
              <a:off x="6736705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32: 검색"/>
            <p:cNvSpPr txBox="1"/>
            <p:nvPr/>
          </p:nvSpPr>
          <p:spPr>
            <a:xfrm>
              <a:off x="6766173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32:  · Reranking"/>
            <p:cNvSpPr txBox="1"/>
            <p:nvPr/>
          </p:nvSpPr>
          <p:spPr>
            <a:xfrm>
              <a:off x="6958905" y="5257800"/>
              <a:ext cx="62359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Reranking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4" name="Line 233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175" name="Weave text 233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6" name="Line 234: Delivery"/>
          <p:cNvGrpSpPr/>
          <p:nvPr/>
        </p:nvGrpSpPr>
        <p:grpSpPr>
          <a:xfrm>
            <a:off x="9032081" y="3667125"/>
            <a:ext cx="938957" cy="434340"/>
            <a:chOff x="9032081" y="3667125"/>
            <a:chExt cx="938957" cy="434340"/>
          </a:xfrm>
        </p:grpSpPr>
        <p:sp>
          <p:nvSpPr>
            <p:cNvPr id="177" name="Weave text 234: Delivery"/>
            <p:cNvSpPr txBox="1"/>
            <p:nvPr/>
          </p:nvSpPr>
          <p:spPr>
            <a:xfrm>
              <a:off x="9032081" y="3667125"/>
              <a:ext cx="938957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235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179" name="Weave text 235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0" name="Weave text 235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1" name="Weave text 235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2" name="Weave text 235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3" name="Weave text 235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4" name="Weave text 235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5" name="Weave text 235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6" name="Weave text 235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7" name="Weave text 235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88" name="Line 236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189" name="Weave text 236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36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236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236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236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236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236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6" name="Line 237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197" name="Weave text 237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237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237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237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237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237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237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238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205" name="Weave text 238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238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238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238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238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238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239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212" name="Weave text 239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39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39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39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39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39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39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39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40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221" name="Weave text 240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2" name="Weave text 240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3" name="Weave text 240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4" name="Weave text 240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5" name="Weave text 240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6" name="Weave text 240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7" name="Weave text 240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240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41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230" name="Weave text 241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41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41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41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41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241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241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241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241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242: 08 / 12"/>
          <p:cNvGrpSpPr/>
          <p:nvPr/>
        </p:nvGrpSpPr>
        <p:grpSpPr>
          <a:xfrm>
            <a:off x="11151840" y="6486525"/>
            <a:ext cx="468660" cy="190500"/>
            <a:chOff x="11151840" y="6486525"/>
            <a:chExt cx="468660" cy="190500"/>
          </a:xfrm>
        </p:grpSpPr>
        <p:sp>
          <p:nvSpPr>
            <p:cNvPr id="240" name="Weave text 242: 08 / 12"/>
            <p:cNvSpPr txBox="1"/>
            <p:nvPr/>
          </p:nvSpPr>
          <p:spPr>
            <a:xfrm>
              <a:off x="11151840" y="6486525"/>
              <a:ext cx="4686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43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4" name="Weave text 243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44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6" name="Weave text 244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44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44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44: , "/>
            <p:cNvSpPr txBox="1"/>
            <p:nvPr/>
          </p:nvSpPr>
          <p:spPr>
            <a:xfrm>
              <a:off x="234374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44: 처리는"/>
            <p:cNvSpPr txBox="1"/>
            <p:nvPr/>
          </p:nvSpPr>
          <p:spPr>
            <a:xfrm>
              <a:off x="2515344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44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44: 기기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44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44: 안에서"/>
            <p:cNvSpPr txBox="1"/>
            <p:nvPr/>
          </p:nvSpPr>
          <p:spPr>
            <a:xfrm>
              <a:off x="4326582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44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245: 기록을 가져오는 방법부터 사용자가 직접 통제하는 방법까지."/>
          <p:cNvGrpSpPr/>
          <p:nvPr/>
        </p:nvGrpSpPr>
        <p:grpSpPr>
          <a:xfrm>
            <a:off x="609600" y="1333500"/>
            <a:ext cx="4082355" cy="297180"/>
            <a:chOff x="609600" y="1333500"/>
            <a:chExt cx="4082355" cy="297180"/>
          </a:xfrm>
        </p:grpSpPr>
        <p:sp>
          <p:nvSpPr>
            <p:cNvPr id="17" name="Weave text 245: 기록을"/>
            <p:cNvSpPr txBox="1"/>
            <p:nvPr/>
          </p:nvSpPr>
          <p:spPr>
            <a:xfrm>
              <a:off x="609600" y="133350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245:  "/>
            <p:cNvSpPr txBox="1"/>
            <p:nvPr/>
          </p:nvSpPr>
          <p:spPr>
            <a:xfrm>
              <a:off x="1056382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245: 가져오는"/>
            <p:cNvSpPr txBox="1"/>
            <p:nvPr/>
          </p:nvSpPr>
          <p:spPr>
            <a:xfrm>
              <a:off x="110192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45:  "/>
            <p:cNvSpPr txBox="1"/>
            <p:nvPr/>
          </p:nvSpPr>
          <p:spPr>
            <a:xfrm>
              <a:off x="1697831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45: 방법부터"/>
            <p:cNvSpPr txBox="1"/>
            <p:nvPr/>
          </p:nvSpPr>
          <p:spPr>
            <a:xfrm>
              <a:off x="174337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45:  "/>
            <p:cNvSpPr txBox="1"/>
            <p:nvPr/>
          </p:nvSpPr>
          <p:spPr>
            <a:xfrm>
              <a:off x="233928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45: 사용자가"/>
            <p:cNvSpPr txBox="1"/>
            <p:nvPr/>
          </p:nvSpPr>
          <p:spPr>
            <a:xfrm>
              <a:off x="2384822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45:  "/>
            <p:cNvSpPr txBox="1"/>
            <p:nvPr/>
          </p:nvSpPr>
          <p:spPr>
            <a:xfrm>
              <a:off x="298073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45: 직접"/>
            <p:cNvSpPr txBox="1"/>
            <p:nvPr/>
          </p:nvSpPr>
          <p:spPr>
            <a:xfrm>
              <a:off x="3026271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45:  "/>
            <p:cNvSpPr txBox="1"/>
            <p:nvPr/>
          </p:nvSpPr>
          <p:spPr>
            <a:xfrm>
              <a:off x="332422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45: 통제하는"/>
            <p:cNvSpPr txBox="1"/>
            <p:nvPr/>
          </p:nvSpPr>
          <p:spPr>
            <a:xfrm>
              <a:off x="336976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45:  "/>
            <p:cNvSpPr txBox="1"/>
            <p:nvPr/>
          </p:nvSpPr>
          <p:spPr>
            <a:xfrm>
              <a:off x="3965674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45: 방법까지"/>
            <p:cNvSpPr txBox="1"/>
            <p:nvPr/>
          </p:nvSpPr>
          <p:spPr>
            <a:xfrm>
              <a:off x="4011216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45: ."/>
            <p:cNvSpPr txBox="1"/>
            <p:nvPr/>
          </p:nvSpPr>
          <p:spPr>
            <a:xfrm>
              <a:off x="4606975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246: Q."/>
          <p:cNvGrpSpPr/>
          <p:nvPr/>
        </p:nvGrpSpPr>
        <p:grpSpPr>
          <a:xfrm>
            <a:off x="609600" y="2009775"/>
            <a:ext cx="287982" cy="434340"/>
            <a:chOff x="609600" y="2009775"/>
            <a:chExt cx="287982" cy="434340"/>
          </a:xfrm>
        </p:grpSpPr>
        <p:sp>
          <p:nvSpPr>
            <p:cNvPr id="32" name="Weave text 246: Q."/>
            <p:cNvSpPr txBox="1"/>
            <p:nvPr/>
          </p:nvSpPr>
          <p:spPr>
            <a:xfrm>
              <a:off x="609600" y="20097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" name="Line 247: 카카오톡 대화도 활용할 수 있나요?"/>
          <p:cNvGrpSpPr/>
          <p:nvPr/>
        </p:nvGrpSpPr>
        <p:grpSpPr>
          <a:xfrm>
            <a:off x="1209675" y="2000250"/>
            <a:ext cx="2791718" cy="358140"/>
            <a:chOff x="1209675" y="2000250"/>
            <a:chExt cx="2791718" cy="358140"/>
          </a:xfrm>
        </p:grpSpPr>
        <p:sp>
          <p:nvSpPr>
            <p:cNvPr id="34" name="Weave text 247: 카카오톡"/>
            <p:cNvSpPr txBox="1"/>
            <p:nvPr/>
          </p:nvSpPr>
          <p:spPr>
            <a:xfrm>
              <a:off x="1209675" y="200025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247:  "/>
            <p:cNvSpPr txBox="1"/>
            <p:nvPr/>
          </p:nvSpPr>
          <p:spPr>
            <a:xfrm>
              <a:off x="1917650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247: 대화도"/>
            <p:cNvSpPr txBox="1"/>
            <p:nvPr/>
          </p:nvSpPr>
          <p:spPr>
            <a:xfrm>
              <a:off x="1961108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247:  "/>
            <p:cNvSpPr txBox="1"/>
            <p:nvPr/>
          </p:nvSpPr>
          <p:spPr>
            <a:xfrm>
              <a:off x="2492127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" name="Weave text 247: 활용할"/>
            <p:cNvSpPr txBox="1"/>
            <p:nvPr/>
          </p:nvSpPr>
          <p:spPr>
            <a:xfrm>
              <a:off x="2535585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" name="Weave text 247:  "/>
            <p:cNvSpPr txBox="1"/>
            <p:nvPr/>
          </p:nvSpPr>
          <p:spPr>
            <a:xfrm>
              <a:off x="3066604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" name="Weave text 247: 수"/>
            <p:cNvSpPr txBox="1"/>
            <p:nvPr/>
          </p:nvSpPr>
          <p:spPr>
            <a:xfrm>
              <a:off x="3110061" y="200025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47:  "/>
            <p:cNvSpPr txBox="1"/>
            <p:nvPr/>
          </p:nvSpPr>
          <p:spPr>
            <a:xfrm>
              <a:off x="3287018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47: 있나요"/>
            <p:cNvSpPr txBox="1"/>
            <p:nvPr/>
          </p:nvSpPr>
          <p:spPr>
            <a:xfrm>
              <a:off x="3330476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47: ?"/>
            <p:cNvSpPr txBox="1"/>
            <p:nvPr/>
          </p:nvSpPr>
          <p:spPr>
            <a:xfrm>
              <a:off x="3861495" y="20002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48: A. 허용한 수신 알림을 기기 안에 쌓아 활용합니다. 본인 발신·‘나와의"/>
          <p:cNvGrpSpPr/>
          <p:nvPr/>
        </p:nvGrpSpPr>
        <p:grpSpPr>
          <a:xfrm>
            <a:off x="1209675" y="2405062"/>
            <a:ext cx="5906839" cy="281940"/>
            <a:chOff x="1209675" y="2405062"/>
            <a:chExt cx="5906839" cy="281940"/>
          </a:xfrm>
        </p:grpSpPr>
        <p:sp>
          <p:nvSpPr>
            <p:cNvPr id="45" name="Weave text 248: A. "/>
            <p:cNvSpPr txBox="1"/>
            <p:nvPr/>
          </p:nvSpPr>
          <p:spPr>
            <a:xfrm>
              <a:off x="1209675" y="24050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48: 허용한"/>
            <p:cNvSpPr txBox="1"/>
            <p:nvPr/>
          </p:nvSpPr>
          <p:spPr>
            <a:xfrm>
              <a:off x="1401514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48:  "/>
            <p:cNvSpPr txBox="1"/>
            <p:nvPr/>
          </p:nvSpPr>
          <p:spPr>
            <a:xfrm>
              <a:off x="182210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48: 수신"/>
            <p:cNvSpPr txBox="1"/>
            <p:nvPr/>
          </p:nvSpPr>
          <p:spPr>
            <a:xfrm>
              <a:off x="1864965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48:  "/>
            <p:cNvSpPr txBox="1"/>
            <p:nvPr/>
          </p:nvSpPr>
          <p:spPr>
            <a:xfrm>
              <a:off x="21453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48: 알림을"/>
            <p:cNvSpPr txBox="1"/>
            <p:nvPr/>
          </p:nvSpPr>
          <p:spPr>
            <a:xfrm>
              <a:off x="2188220" y="24050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248:  "/>
            <p:cNvSpPr txBox="1"/>
            <p:nvPr/>
          </p:nvSpPr>
          <p:spPr>
            <a:xfrm>
              <a:off x="26089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248: 기기"/>
            <p:cNvSpPr txBox="1"/>
            <p:nvPr/>
          </p:nvSpPr>
          <p:spPr>
            <a:xfrm>
              <a:off x="265182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48:  "/>
            <p:cNvSpPr txBox="1"/>
            <p:nvPr/>
          </p:nvSpPr>
          <p:spPr>
            <a:xfrm>
              <a:off x="293221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48: 안에"/>
            <p:cNvSpPr txBox="1"/>
            <p:nvPr/>
          </p:nvSpPr>
          <p:spPr>
            <a:xfrm>
              <a:off x="297507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48:  "/>
            <p:cNvSpPr txBox="1"/>
            <p:nvPr/>
          </p:nvSpPr>
          <p:spPr>
            <a:xfrm>
              <a:off x="3255466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48: 쌓아"/>
            <p:cNvSpPr txBox="1"/>
            <p:nvPr/>
          </p:nvSpPr>
          <p:spPr>
            <a:xfrm>
              <a:off x="3298329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248:  "/>
            <p:cNvSpPr txBox="1"/>
            <p:nvPr/>
          </p:nvSpPr>
          <p:spPr>
            <a:xfrm>
              <a:off x="357872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248: 활용합니다"/>
            <p:cNvSpPr txBox="1"/>
            <p:nvPr/>
          </p:nvSpPr>
          <p:spPr>
            <a:xfrm>
              <a:off x="3621584" y="24050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48: . "/>
            <p:cNvSpPr txBox="1"/>
            <p:nvPr/>
          </p:nvSpPr>
          <p:spPr>
            <a:xfrm>
              <a:off x="4322713" y="24050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48: 본인"/>
            <p:cNvSpPr txBox="1"/>
            <p:nvPr/>
          </p:nvSpPr>
          <p:spPr>
            <a:xfrm>
              <a:off x="440948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48:  "/>
            <p:cNvSpPr txBox="1"/>
            <p:nvPr/>
          </p:nvSpPr>
          <p:spPr>
            <a:xfrm>
              <a:off x="468987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48: 발신"/>
            <p:cNvSpPr txBox="1"/>
            <p:nvPr/>
          </p:nvSpPr>
          <p:spPr>
            <a:xfrm>
              <a:off x="473273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48: ·‘"/>
            <p:cNvSpPr txBox="1"/>
            <p:nvPr/>
          </p:nvSpPr>
          <p:spPr>
            <a:xfrm>
              <a:off x="5013127" y="2405062"/>
              <a:ext cx="11236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48: 나와의"/>
            <p:cNvSpPr txBox="1"/>
            <p:nvPr/>
          </p:nvSpPr>
          <p:spPr>
            <a:xfrm>
              <a:off x="5087243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48:  "/>
            <p:cNvSpPr txBox="1"/>
            <p:nvPr/>
          </p:nvSpPr>
          <p:spPr>
            <a:xfrm>
              <a:off x="550783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48: 채팅"/>
            <p:cNvSpPr txBox="1"/>
            <p:nvPr/>
          </p:nvSpPr>
          <p:spPr>
            <a:xfrm>
              <a:off x="555069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48: ’"/>
            <p:cNvSpPr txBox="1"/>
            <p:nvPr/>
          </p:nvSpPr>
          <p:spPr>
            <a:xfrm>
              <a:off x="5831086" y="2405062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48: 도"/>
            <p:cNvSpPr txBox="1"/>
            <p:nvPr/>
          </p:nvSpPr>
          <p:spPr>
            <a:xfrm>
              <a:off x="5870823" y="24050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48:  "/>
            <p:cNvSpPr txBox="1"/>
            <p:nvPr/>
          </p:nvSpPr>
          <p:spPr>
            <a:xfrm>
              <a:off x="6011019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48: 대화"/>
            <p:cNvSpPr txBox="1"/>
            <p:nvPr/>
          </p:nvSpPr>
          <p:spPr>
            <a:xfrm>
              <a:off x="6053882" y="24050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48:  "/>
            <p:cNvSpPr txBox="1"/>
            <p:nvPr/>
          </p:nvSpPr>
          <p:spPr>
            <a:xfrm>
              <a:off x="633442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48: 내보내기를"/>
            <p:cNvSpPr txBox="1"/>
            <p:nvPr/>
          </p:nvSpPr>
          <p:spPr>
            <a:xfrm>
              <a:off x="6377285" y="2405062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" name="Line 249: 한 번 실행해, 그 시점까지의 기록을 함께 가져올 수 있습니다."/>
          <p:cNvGrpSpPr/>
          <p:nvPr/>
        </p:nvGrpSpPr>
        <p:grpSpPr>
          <a:xfrm>
            <a:off x="1209675" y="2664023"/>
            <a:ext cx="3876675" cy="281940"/>
            <a:chOff x="1209675" y="2664023"/>
            <a:chExt cx="3876675" cy="281940"/>
          </a:xfrm>
        </p:grpSpPr>
        <p:sp>
          <p:nvSpPr>
            <p:cNvPr id="74" name="Weave text 249: 한"/>
            <p:cNvSpPr txBox="1"/>
            <p:nvPr/>
          </p:nvSpPr>
          <p:spPr>
            <a:xfrm>
              <a:off x="1209675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49:  "/>
            <p:cNvSpPr txBox="1"/>
            <p:nvPr/>
          </p:nvSpPr>
          <p:spPr>
            <a:xfrm>
              <a:off x="134987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49: 번"/>
            <p:cNvSpPr txBox="1"/>
            <p:nvPr/>
          </p:nvSpPr>
          <p:spPr>
            <a:xfrm>
              <a:off x="139273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49:  "/>
            <p:cNvSpPr txBox="1"/>
            <p:nvPr/>
          </p:nvSpPr>
          <p:spPr>
            <a:xfrm>
              <a:off x="153293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49: 실행해"/>
            <p:cNvSpPr txBox="1"/>
            <p:nvPr/>
          </p:nvSpPr>
          <p:spPr>
            <a:xfrm>
              <a:off x="1575792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49: , "/>
            <p:cNvSpPr txBox="1"/>
            <p:nvPr/>
          </p:nvSpPr>
          <p:spPr>
            <a:xfrm>
              <a:off x="1996380" y="26640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249: 그"/>
            <p:cNvSpPr txBox="1"/>
            <p:nvPr/>
          </p:nvSpPr>
          <p:spPr>
            <a:xfrm>
              <a:off x="2083147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49:  "/>
            <p:cNvSpPr txBox="1"/>
            <p:nvPr/>
          </p:nvSpPr>
          <p:spPr>
            <a:xfrm>
              <a:off x="2223343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49: 시점까지의"/>
            <p:cNvSpPr txBox="1"/>
            <p:nvPr/>
          </p:nvSpPr>
          <p:spPr>
            <a:xfrm>
              <a:off x="2266206" y="26640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49:  "/>
            <p:cNvSpPr txBox="1"/>
            <p:nvPr/>
          </p:nvSpPr>
          <p:spPr>
            <a:xfrm>
              <a:off x="29671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49: 기록을"/>
            <p:cNvSpPr txBox="1"/>
            <p:nvPr/>
          </p:nvSpPr>
          <p:spPr>
            <a:xfrm>
              <a:off x="3010049" y="26640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49:  "/>
            <p:cNvSpPr txBox="1"/>
            <p:nvPr/>
          </p:nvSpPr>
          <p:spPr>
            <a:xfrm>
              <a:off x="34307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49: 함께"/>
            <p:cNvSpPr txBox="1"/>
            <p:nvPr/>
          </p:nvSpPr>
          <p:spPr>
            <a:xfrm>
              <a:off x="3473648" y="26640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49:  "/>
            <p:cNvSpPr txBox="1"/>
            <p:nvPr/>
          </p:nvSpPr>
          <p:spPr>
            <a:xfrm>
              <a:off x="375404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49: 가져올"/>
            <p:cNvSpPr txBox="1"/>
            <p:nvPr/>
          </p:nvSpPr>
          <p:spPr>
            <a:xfrm>
              <a:off x="3796903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49:  "/>
            <p:cNvSpPr txBox="1"/>
            <p:nvPr/>
          </p:nvSpPr>
          <p:spPr>
            <a:xfrm>
              <a:off x="421749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49: 수"/>
            <p:cNvSpPr txBox="1"/>
            <p:nvPr/>
          </p:nvSpPr>
          <p:spPr>
            <a:xfrm>
              <a:off x="426035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49:  "/>
            <p:cNvSpPr txBox="1"/>
            <p:nvPr/>
          </p:nvSpPr>
          <p:spPr>
            <a:xfrm>
              <a:off x="440055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49: 있습니다"/>
            <p:cNvSpPr txBox="1"/>
            <p:nvPr/>
          </p:nvSpPr>
          <p:spPr>
            <a:xfrm>
              <a:off x="4443412" y="26640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49: ."/>
            <p:cNvSpPr txBox="1"/>
            <p:nvPr/>
          </p:nvSpPr>
          <p:spPr>
            <a:xfrm>
              <a:off x="5004197" y="26640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4" name="Line 250: Google Gemini도 허용된 알림을 읽고 요약합니다.">
            <a:hlinkClick r:id="rIdWeaveLink250"/>
          </p:cNvPr>
          <p:cNvGrpSpPr/>
          <p:nvPr/>
        </p:nvGrpSpPr>
        <p:grpSpPr>
          <a:xfrm>
            <a:off x="1209675" y="2989659"/>
            <a:ext cx="2263378" cy="205740"/>
            <a:chOff x="1209675" y="2989659"/>
            <a:chExt cx="2263378" cy="205740"/>
          </a:xfrm>
        </p:grpSpPr>
        <p:sp>
          <p:nvSpPr>
            <p:cNvPr id="95" name="Weave text 250: Google Gemini">
              <a:hlinkClick r:id="rIdWeaveLink250"/>
            </p:cNvPr>
            <p:cNvSpPr txBox="1"/>
            <p:nvPr/>
          </p:nvSpPr>
          <p:spPr>
            <a:xfrm>
              <a:off x="1209675" y="2989659"/>
              <a:ext cx="76587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Google Gemini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50: 도">
              <a:hlinkClick r:id="rIdWeaveLink250"/>
            </p:cNvPr>
            <p:cNvSpPr txBox="1"/>
            <p:nvPr/>
          </p:nvSpPr>
          <p:spPr>
            <a:xfrm>
              <a:off x="1937296" y="29896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50:  ">
              <a:hlinkClick r:id="rIdWeaveLink250"/>
            </p:cNvPr>
            <p:cNvSpPr txBox="1"/>
            <p:nvPr/>
          </p:nvSpPr>
          <p:spPr>
            <a:xfrm>
              <a:off x="203373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50: 허용된">
              <a:hlinkClick r:id="rIdWeaveLink250"/>
            </p:cNvPr>
            <p:cNvSpPr txBox="1"/>
            <p:nvPr/>
          </p:nvSpPr>
          <p:spPr>
            <a:xfrm>
              <a:off x="2063204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50:  ">
              <a:hlinkClick r:id="rIdWeaveLink250"/>
            </p:cNvPr>
            <p:cNvSpPr txBox="1"/>
            <p:nvPr/>
          </p:nvSpPr>
          <p:spPr>
            <a:xfrm>
              <a:off x="2352377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50: 알림을">
              <a:hlinkClick r:id="rIdWeaveLink250"/>
            </p:cNvPr>
            <p:cNvSpPr txBox="1"/>
            <p:nvPr/>
          </p:nvSpPr>
          <p:spPr>
            <a:xfrm>
              <a:off x="2381845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50:  ">
              <a:hlinkClick r:id="rIdWeaveLink250"/>
            </p:cNvPr>
            <p:cNvSpPr txBox="1"/>
            <p:nvPr/>
          </p:nvSpPr>
          <p:spPr>
            <a:xfrm>
              <a:off x="2671018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50: 읽고">
              <a:hlinkClick r:id="rIdWeaveLink250"/>
            </p:cNvPr>
            <p:cNvSpPr txBox="1"/>
            <p:nvPr/>
          </p:nvSpPr>
          <p:spPr>
            <a:xfrm>
              <a:off x="2700486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읽고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50:  ">
              <a:hlinkClick r:id="rIdWeaveLink250"/>
            </p:cNvPr>
            <p:cNvSpPr txBox="1"/>
            <p:nvPr/>
          </p:nvSpPr>
          <p:spPr>
            <a:xfrm>
              <a:off x="289321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50: 요약합니다">
              <a:hlinkClick r:id="rIdWeaveLink250"/>
            </p:cNvPr>
            <p:cNvSpPr txBox="1"/>
            <p:nvPr/>
          </p:nvSpPr>
          <p:spPr>
            <a:xfrm>
              <a:off x="2922687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요약합니다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50: .">
              <a:hlinkClick r:id="rIdWeaveLink250"/>
            </p:cNvPr>
            <p:cNvSpPr txBox="1"/>
            <p:nvPr/>
          </p:nvSpPr>
          <p:spPr>
            <a:xfrm>
              <a:off x="3404592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6" name="Line 251:  알림에 없는 이후 발신 기록은 추가 내보내기로 갱신합니다."/>
          <p:cNvGrpSpPr/>
          <p:nvPr/>
        </p:nvGrpSpPr>
        <p:grpSpPr>
          <a:xfrm>
            <a:off x="3434953" y="2989659"/>
            <a:ext cx="2617589" cy="205740"/>
            <a:chOff x="3434953" y="2989659"/>
            <a:chExt cx="2617589" cy="205740"/>
          </a:xfrm>
        </p:grpSpPr>
        <p:sp>
          <p:nvSpPr>
            <p:cNvPr id="107" name="Weave text 251:  "/>
            <p:cNvSpPr txBox="1"/>
            <p:nvPr/>
          </p:nvSpPr>
          <p:spPr>
            <a:xfrm>
              <a:off x="3434953" y="29896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51: 알림에"/>
            <p:cNvSpPr txBox="1"/>
            <p:nvPr/>
          </p:nvSpPr>
          <p:spPr>
            <a:xfrm>
              <a:off x="3464421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알림에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51:  "/>
            <p:cNvSpPr txBox="1"/>
            <p:nvPr/>
          </p:nvSpPr>
          <p:spPr>
            <a:xfrm>
              <a:off x="375359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51: 없는"/>
            <p:cNvSpPr txBox="1"/>
            <p:nvPr/>
          </p:nvSpPr>
          <p:spPr>
            <a:xfrm>
              <a:off x="37830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없는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51:  "/>
            <p:cNvSpPr txBox="1"/>
            <p:nvPr/>
          </p:nvSpPr>
          <p:spPr>
            <a:xfrm>
              <a:off x="39757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51: 이후"/>
            <p:cNvSpPr txBox="1"/>
            <p:nvPr/>
          </p:nvSpPr>
          <p:spPr>
            <a:xfrm>
              <a:off x="40052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이후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51:  "/>
            <p:cNvSpPr txBox="1"/>
            <p:nvPr/>
          </p:nvSpPr>
          <p:spPr>
            <a:xfrm>
              <a:off x="41979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51: 발신"/>
            <p:cNvSpPr txBox="1"/>
            <p:nvPr/>
          </p:nvSpPr>
          <p:spPr>
            <a:xfrm>
              <a:off x="4227463" y="29896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51:  "/>
            <p:cNvSpPr txBox="1"/>
            <p:nvPr/>
          </p:nvSpPr>
          <p:spPr>
            <a:xfrm>
              <a:off x="442034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51: 기록은"/>
            <p:cNvSpPr txBox="1"/>
            <p:nvPr/>
          </p:nvSpPr>
          <p:spPr>
            <a:xfrm>
              <a:off x="4449812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51:  "/>
            <p:cNvSpPr txBox="1"/>
            <p:nvPr/>
          </p:nvSpPr>
          <p:spPr>
            <a:xfrm>
              <a:off x="473898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51: 추가"/>
            <p:cNvSpPr txBox="1"/>
            <p:nvPr/>
          </p:nvSpPr>
          <p:spPr>
            <a:xfrm>
              <a:off x="4768453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추가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51:  "/>
            <p:cNvSpPr txBox="1"/>
            <p:nvPr/>
          </p:nvSpPr>
          <p:spPr>
            <a:xfrm>
              <a:off x="496118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51: 내보내기로"/>
            <p:cNvSpPr txBox="1"/>
            <p:nvPr/>
          </p:nvSpPr>
          <p:spPr>
            <a:xfrm>
              <a:off x="4990654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내보내기로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51:  "/>
            <p:cNvSpPr txBox="1"/>
            <p:nvPr/>
          </p:nvSpPr>
          <p:spPr>
            <a:xfrm>
              <a:off x="547255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51: 갱신합니다"/>
            <p:cNvSpPr txBox="1"/>
            <p:nvPr/>
          </p:nvSpPr>
          <p:spPr>
            <a:xfrm>
              <a:off x="5502027" y="29896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갱신합니다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51: ."/>
            <p:cNvSpPr txBox="1"/>
            <p:nvPr/>
          </p:nvSpPr>
          <p:spPr>
            <a:xfrm>
              <a:off x="5984081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4" name="Line 252: Q."/>
          <p:cNvGrpSpPr/>
          <p:nvPr/>
        </p:nvGrpSpPr>
        <p:grpSpPr>
          <a:xfrm>
            <a:off x="609600" y="3457575"/>
            <a:ext cx="287982" cy="434340"/>
            <a:chOff x="609600" y="3457575"/>
            <a:chExt cx="287982" cy="434340"/>
          </a:xfrm>
        </p:grpSpPr>
        <p:sp>
          <p:nvSpPr>
            <p:cNvPr id="125" name="Weave text 252: Q."/>
            <p:cNvSpPr txBox="1"/>
            <p:nvPr/>
          </p:nvSpPr>
          <p:spPr>
            <a:xfrm>
              <a:off x="609600" y="34575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" name="Line 253: 기록이 많으면 느려지거나, 배터리를 많이 쓰지 않을까요?"/>
          <p:cNvGrpSpPr/>
          <p:nvPr/>
        </p:nvGrpSpPr>
        <p:grpSpPr>
          <a:xfrm>
            <a:off x="1209675" y="3448050"/>
            <a:ext cx="4524375" cy="358140"/>
            <a:chOff x="1209675" y="3448050"/>
            <a:chExt cx="4524375" cy="358140"/>
          </a:xfrm>
        </p:grpSpPr>
        <p:sp>
          <p:nvSpPr>
            <p:cNvPr id="127" name="Weave text 253: 기록이"/>
            <p:cNvSpPr txBox="1"/>
            <p:nvPr/>
          </p:nvSpPr>
          <p:spPr>
            <a:xfrm>
              <a:off x="1209675" y="34480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8" name="Weave text 253:  "/>
            <p:cNvSpPr txBox="1"/>
            <p:nvPr/>
          </p:nvSpPr>
          <p:spPr>
            <a:xfrm>
              <a:off x="1740694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9" name="Weave text 253: 많으면"/>
            <p:cNvSpPr txBox="1"/>
            <p:nvPr/>
          </p:nvSpPr>
          <p:spPr>
            <a:xfrm>
              <a:off x="1784003" y="34480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0" name="Weave text 253:  "/>
            <p:cNvSpPr txBox="1"/>
            <p:nvPr/>
          </p:nvSpPr>
          <p:spPr>
            <a:xfrm>
              <a:off x="2315170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1" name="Weave text 253: 느려지거나"/>
            <p:cNvSpPr txBox="1"/>
            <p:nvPr/>
          </p:nvSpPr>
          <p:spPr>
            <a:xfrm>
              <a:off x="2358479" y="3448050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53: , "/>
            <p:cNvSpPr txBox="1"/>
            <p:nvPr/>
          </p:nvSpPr>
          <p:spPr>
            <a:xfrm>
              <a:off x="3243560" y="3448050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53: 배터리를"/>
            <p:cNvSpPr txBox="1"/>
            <p:nvPr/>
          </p:nvSpPr>
          <p:spPr>
            <a:xfrm>
              <a:off x="3339703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53:  "/>
            <p:cNvSpPr txBox="1"/>
            <p:nvPr/>
          </p:nvSpPr>
          <p:spPr>
            <a:xfrm>
              <a:off x="4047827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53: 많이"/>
            <p:cNvSpPr txBox="1"/>
            <p:nvPr/>
          </p:nvSpPr>
          <p:spPr>
            <a:xfrm>
              <a:off x="409113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53:  "/>
            <p:cNvSpPr txBox="1"/>
            <p:nvPr/>
          </p:nvSpPr>
          <p:spPr>
            <a:xfrm>
              <a:off x="4445198" y="34480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53: 쓰지"/>
            <p:cNvSpPr txBox="1"/>
            <p:nvPr/>
          </p:nvSpPr>
          <p:spPr>
            <a:xfrm>
              <a:off x="448865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53:  "/>
            <p:cNvSpPr txBox="1"/>
            <p:nvPr/>
          </p:nvSpPr>
          <p:spPr>
            <a:xfrm>
              <a:off x="4842718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9" name="Weave text 253: 않을까요"/>
            <p:cNvSpPr txBox="1"/>
            <p:nvPr/>
          </p:nvSpPr>
          <p:spPr>
            <a:xfrm>
              <a:off x="4886027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0" name="Weave text 253: ?"/>
            <p:cNvSpPr txBox="1"/>
            <p:nvPr/>
          </p:nvSpPr>
          <p:spPr>
            <a:xfrm>
              <a:off x="5594152" y="34480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54: A. 무거운 색인 작업은 충전·유휴 시간에 미리 수행합니다. 사용 중에는"/>
          <p:cNvGrpSpPr/>
          <p:nvPr/>
        </p:nvGrpSpPr>
        <p:grpSpPr>
          <a:xfrm>
            <a:off x="1209675" y="3852862"/>
            <a:ext cx="5740598" cy="281940"/>
            <a:chOff x="1209675" y="3852862"/>
            <a:chExt cx="5740598" cy="281940"/>
          </a:xfrm>
        </p:grpSpPr>
        <p:sp>
          <p:nvSpPr>
            <p:cNvPr id="142" name="Weave text 254: A. "/>
            <p:cNvSpPr txBox="1"/>
            <p:nvPr/>
          </p:nvSpPr>
          <p:spPr>
            <a:xfrm>
              <a:off x="1209675" y="38528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254: 무거운"/>
            <p:cNvSpPr txBox="1"/>
            <p:nvPr/>
          </p:nvSpPr>
          <p:spPr>
            <a:xfrm>
              <a:off x="1401514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254:  "/>
            <p:cNvSpPr txBox="1"/>
            <p:nvPr/>
          </p:nvSpPr>
          <p:spPr>
            <a:xfrm>
              <a:off x="1822103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254: 색인"/>
            <p:cNvSpPr txBox="1"/>
            <p:nvPr/>
          </p:nvSpPr>
          <p:spPr>
            <a:xfrm>
              <a:off x="1864965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254:  "/>
            <p:cNvSpPr txBox="1"/>
            <p:nvPr/>
          </p:nvSpPr>
          <p:spPr>
            <a:xfrm>
              <a:off x="21453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254: 작업은"/>
            <p:cNvSpPr txBox="1"/>
            <p:nvPr/>
          </p:nvSpPr>
          <p:spPr>
            <a:xfrm>
              <a:off x="2188220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254:  "/>
            <p:cNvSpPr txBox="1"/>
            <p:nvPr/>
          </p:nvSpPr>
          <p:spPr>
            <a:xfrm>
              <a:off x="26089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254: 충전"/>
            <p:cNvSpPr txBox="1"/>
            <p:nvPr/>
          </p:nvSpPr>
          <p:spPr>
            <a:xfrm>
              <a:off x="2651820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254: ·"/>
            <p:cNvSpPr txBox="1"/>
            <p:nvPr/>
          </p:nvSpPr>
          <p:spPr>
            <a:xfrm>
              <a:off x="2932212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254: 유휴"/>
            <p:cNvSpPr txBox="1"/>
            <p:nvPr/>
          </p:nvSpPr>
          <p:spPr>
            <a:xfrm>
              <a:off x="2976116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254:  "/>
            <p:cNvSpPr txBox="1"/>
            <p:nvPr/>
          </p:nvSpPr>
          <p:spPr>
            <a:xfrm>
              <a:off x="3256508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254: 시간에"/>
            <p:cNvSpPr txBox="1"/>
            <p:nvPr/>
          </p:nvSpPr>
          <p:spPr>
            <a:xfrm>
              <a:off x="3299371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254:  "/>
            <p:cNvSpPr txBox="1"/>
            <p:nvPr/>
          </p:nvSpPr>
          <p:spPr>
            <a:xfrm>
              <a:off x="3719959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254: 미리"/>
            <p:cNvSpPr txBox="1"/>
            <p:nvPr/>
          </p:nvSpPr>
          <p:spPr>
            <a:xfrm>
              <a:off x="3762821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254:  "/>
            <p:cNvSpPr txBox="1"/>
            <p:nvPr/>
          </p:nvSpPr>
          <p:spPr>
            <a:xfrm>
              <a:off x="404321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254: 수행합니다"/>
            <p:cNvSpPr txBox="1"/>
            <p:nvPr/>
          </p:nvSpPr>
          <p:spPr>
            <a:xfrm>
              <a:off x="4086076" y="38528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254: . "/>
            <p:cNvSpPr txBox="1"/>
            <p:nvPr/>
          </p:nvSpPr>
          <p:spPr>
            <a:xfrm>
              <a:off x="4787205" y="38528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9" name="Weave text 254: 사용"/>
            <p:cNvSpPr txBox="1"/>
            <p:nvPr/>
          </p:nvSpPr>
          <p:spPr>
            <a:xfrm>
              <a:off x="4873972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0" name="Weave text 254:  "/>
            <p:cNvSpPr txBox="1"/>
            <p:nvPr/>
          </p:nvSpPr>
          <p:spPr>
            <a:xfrm>
              <a:off x="515436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1" name="Weave text 254: 중에는"/>
            <p:cNvSpPr txBox="1"/>
            <p:nvPr/>
          </p:nvSpPr>
          <p:spPr>
            <a:xfrm>
              <a:off x="5197227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2" name="Weave text 254:  "/>
            <p:cNvSpPr txBox="1"/>
            <p:nvPr/>
          </p:nvSpPr>
          <p:spPr>
            <a:xfrm>
              <a:off x="5617815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3" name="Weave text 254: 필요한"/>
            <p:cNvSpPr txBox="1"/>
            <p:nvPr/>
          </p:nvSpPr>
          <p:spPr>
            <a:xfrm>
              <a:off x="5660678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4" name="Weave text 254:  "/>
            <p:cNvSpPr txBox="1"/>
            <p:nvPr/>
          </p:nvSpPr>
          <p:spPr>
            <a:xfrm>
              <a:off x="60812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5" name="Weave text 254: 기록만"/>
            <p:cNvSpPr txBox="1"/>
            <p:nvPr/>
          </p:nvSpPr>
          <p:spPr>
            <a:xfrm>
              <a:off x="6124129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54:  "/>
            <p:cNvSpPr txBox="1"/>
            <p:nvPr/>
          </p:nvSpPr>
          <p:spPr>
            <a:xfrm>
              <a:off x="65448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54: 찾고"/>
            <p:cNvSpPr txBox="1"/>
            <p:nvPr/>
          </p:nvSpPr>
          <p:spPr>
            <a:xfrm>
              <a:off x="6587728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54: ,"/>
            <p:cNvSpPr txBox="1"/>
            <p:nvPr/>
          </p:nvSpPr>
          <p:spPr>
            <a:xfrm>
              <a:off x="6868120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255: 경량 언어모델에도 추려낸 근거만 전달해 처리 부담을 줄이도록 설계합니다."/>
          <p:cNvGrpSpPr/>
          <p:nvPr/>
        </p:nvGrpSpPr>
        <p:grpSpPr>
          <a:xfrm>
            <a:off x="1209675" y="4111823"/>
            <a:ext cx="4771430" cy="281940"/>
            <a:chOff x="1209675" y="4111823"/>
            <a:chExt cx="4771430" cy="281940"/>
          </a:xfrm>
        </p:grpSpPr>
        <p:sp>
          <p:nvSpPr>
            <p:cNvPr id="170" name="Weave text 255: 경량"/>
            <p:cNvSpPr txBox="1"/>
            <p:nvPr/>
          </p:nvSpPr>
          <p:spPr>
            <a:xfrm>
              <a:off x="1209675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55:  "/>
            <p:cNvSpPr txBox="1"/>
            <p:nvPr/>
          </p:nvSpPr>
          <p:spPr>
            <a:xfrm>
              <a:off x="149006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55: 언어모델에도"/>
            <p:cNvSpPr txBox="1"/>
            <p:nvPr/>
          </p:nvSpPr>
          <p:spPr>
            <a:xfrm>
              <a:off x="1532930" y="4111823"/>
              <a:ext cx="87942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55:  "/>
            <p:cNvSpPr txBox="1"/>
            <p:nvPr/>
          </p:nvSpPr>
          <p:spPr>
            <a:xfrm>
              <a:off x="2374106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4" name="Weave text 255: 추려낸"/>
            <p:cNvSpPr txBox="1"/>
            <p:nvPr/>
          </p:nvSpPr>
          <p:spPr>
            <a:xfrm>
              <a:off x="241696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55:  "/>
            <p:cNvSpPr txBox="1"/>
            <p:nvPr/>
          </p:nvSpPr>
          <p:spPr>
            <a:xfrm>
              <a:off x="28375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55: 근거만"/>
            <p:cNvSpPr txBox="1"/>
            <p:nvPr/>
          </p:nvSpPr>
          <p:spPr>
            <a:xfrm>
              <a:off x="2880420" y="41118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55:  "/>
            <p:cNvSpPr txBox="1"/>
            <p:nvPr/>
          </p:nvSpPr>
          <p:spPr>
            <a:xfrm>
              <a:off x="33011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55: 전달해"/>
            <p:cNvSpPr txBox="1"/>
            <p:nvPr/>
          </p:nvSpPr>
          <p:spPr>
            <a:xfrm>
              <a:off x="334401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255:  "/>
            <p:cNvSpPr txBox="1"/>
            <p:nvPr/>
          </p:nvSpPr>
          <p:spPr>
            <a:xfrm>
              <a:off x="376460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255: 처리"/>
            <p:cNvSpPr txBox="1"/>
            <p:nvPr/>
          </p:nvSpPr>
          <p:spPr>
            <a:xfrm>
              <a:off x="3807470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55:  "/>
            <p:cNvSpPr txBox="1"/>
            <p:nvPr/>
          </p:nvSpPr>
          <p:spPr>
            <a:xfrm>
              <a:off x="4087862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55: 부담을"/>
            <p:cNvSpPr txBox="1"/>
            <p:nvPr/>
          </p:nvSpPr>
          <p:spPr>
            <a:xfrm>
              <a:off x="4130725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55:  "/>
            <p:cNvSpPr txBox="1"/>
            <p:nvPr/>
          </p:nvSpPr>
          <p:spPr>
            <a:xfrm>
              <a:off x="4551313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55: 줄이도록"/>
            <p:cNvSpPr txBox="1"/>
            <p:nvPr/>
          </p:nvSpPr>
          <p:spPr>
            <a:xfrm>
              <a:off x="4594175" y="41118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55:  "/>
            <p:cNvSpPr txBox="1"/>
            <p:nvPr/>
          </p:nvSpPr>
          <p:spPr>
            <a:xfrm>
              <a:off x="5155109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55: 설계합니다"/>
            <p:cNvSpPr txBox="1"/>
            <p:nvPr/>
          </p:nvSpPr>
          <p:spPr>
            <a:xfrm>
              <a:off x="5197971" y="41118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255: ."/>
            <p:cNvSpPr txBox="1"/>
            <p:nvPr/>
          </p:nvSpPr>
          <p:spPr>
            <a:xfrm>
              <a:off x="5898952" y="41118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8" name="Line 256: Android WorkManager는 충전·유휴 등의 실행 조건을 지원합">
            <a:hlinkClick r:id="rIdWeaveLink256"/>
          </p:cNvPr>
          <p:cNvGrpSpPr/>
          <p:nvPr/>
        </p:nvGrpSpPr>
        <p:grpSpPr>
          <a:xfrm>
            <a:off x="1209675" y="4437459"/>
            <a:ext cx="3000821" cy="205740"/>
            <a:chOff x="1209675" y="4437459"/>
            <a:chExt cx="3000821" cy="205740"/>
          </a:xfrm>
        </p:grpSpPr>
        <p:sp>
          <p:nvSpPr>
            <p:cNvPr id="189" name="Weave text 256: Android WorkManager">
              <a:hlinkClick r:id="rIdWeaveLink256"/>
            </p:cNvPr>
            <p:cNvSpPr txBox="1"/>
            <p:nvPr/>
          </p:nvSpPr>
          <p:spPr>
            <a:xfrm>
              <a:off x="1209675" y="4437459"/>
              <a:ext cx="115431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Android WorkManager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56: 는">
              <a:hlinkClick r:id="rIdWeaveLink256"/>
            </p:cNvPr>
            <p:cNvSpPr txBox="1"/>
            <p:nvPr/>
          </p:nvSpPr>
          <p:spPr>
            <a:xfrm>
              <a:off x="2325737" y="44374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56:  ">
              <a:hlinkClick r:id="rIdWeaveLink256"/>
            </p:cNvPr>
            <p:cNvSpPr txBox="1"/>
            <p:nvPr/>
          </p:nvSpPr>
          <p:spPr>
            <a:xfrm>
              <a:off x="2422178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56: 충전">
              <a:hlinkClick r:id="rIdWeaveLink256"/>
            </p:cNvPr>
            <p:cNvSpPr txBox="1"/>
            <p:nvPr/>
          </p:nvSpPr>
          <p:spPr>
            <a:xfrm>
              <a:off x="2451646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56: ·">
              <a:hlinkClick r:id="rIdWeaveLink256"/>
            </p:cNvPr>
            <p:cNvSpPr txBox="1"/>
            <p:nvPr/>
          </p:nvSpPr>
          <p:spPr>
            <a:xfrm>
              <a:off x="2644378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56: 유휴">
              <a:hlinkClick r:id="rIdWeaveLink256"/>
            </p:cNvPr>
            <p:cNvSpPr txBox="1"/>
            <p:nvPr/>
          </p:nvSpPr>
          <p:spPr>
            <a:xfrm>
              <a:off x="2674590" y="44374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256:  ">
              <a:hlinkClick r:id="rIdWeaveLink256"/>
            </p:cNvPr>
            <p:cNvSpPr txBox="1"/>
            <p:nvPr/>
          </p:nvSpPr>
          <p:spPr>
            <a:xfrm>
              <a:off x="2867471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256: 등의">
              <a:hlinkClick r:id="rIdWeaveLink256"/>
            </p:cNvPr>
            <p:cNvSpPr txBox="1"/>
            <p:nvPr/>
          </p:nvSpPr>
          <p:spPr>
            <a:xfrm>
              <a:off x="289693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등의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56:  ">
              <a:hlinkClick r:id="rIdWeaveLink256"/>
            </p:cNvPr>
            <p:cNvSpPr txBox="1"/>
            <p:nvPr/>
          </p:nvSpPr>
          <p:spPr>
            <a:xfrm>
              <a:off x="30896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56: 실행">
              <a:hlinkClick r:id="rIdWeaveLink256"/>
            </p:cNvPr>
            <p:cNvSpPr txBox="1"/>
            <p:nvPr/>
          </p:nvSpPr>
          <p:spPr>
            <a:xfrm>
              <a:off x="3119140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56:  ">
              <a:hlinkClick r:id="rIdWeaveLink256"/>
            </p:cNvPr>
            <p:cNvSpPr txBox="1"/>
            <p:nvPr/>
          </p:nvSpPr>
          <p:spPr>
            <a:xfrm>
              <a:off x="33118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56: 조건을">
              <a:hlinkClick r:id="rIdWeaveLink256"/>
            </p:cNvPr>
            <p:cNvSpPr txBox="1"/>
            <p:nvPr/>
          </p:nvSpPr>
          <p:spPr>
            <a:xfrm>
              <a:off x="3341340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조건을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56:  ">
              <a:hlinkClick r:id="rIdWeaveLink256"/>
            </p:cNvPr>
            <p:cNvSpPr txBox="1"/>
            <p:nvPr/>
          </p:nvSpPr>
          <p:spPr>
            <a:xfrm>
              <a:off x="3630513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56: 지원합니다">
              <a:hlinkClick r:id="rIdWeaveLink256"/>
            </p:cNvPr>
            <p:cNvSpPr txBox="1"/>
            <p:nvPr/>
          </p:nvSpPr>
          <p:spPr>
            <a:xfrm>
              <a:off x="3659981" y="44374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지원합니다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56: .">
              <a:hlinkClick r:id="rIdWeaveLink256"/>
            </p:cNvPr>
            <p:cNvSpPr txBox="1"/>
            <p:nvPr/>
          </p:nvSpPr>
          <p:spPr>
            <a:xfrm>
              <a:off x="4142036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4" name="Line 257:  지연·발열·전력은 대상 기기에서 측정해 조정합니다."/>
          <p:cNvGrpSpPr/>
          <p:nvPr/>
        </p:nvGrpSpPr>
        <p:grpSpPr>
          <a:xfrm>
            <a:off x="4172396" y="4437459"/>
            <a:ext cx="2300288" cy="205740"/>
            <a:chOff x="4172396" y="4437459"/>
            <a:chExt cx="2300288" cy="205740"/>
          </a:xfrm>
        </p:grpSpPr>
        <p:sp>
          <p:nvSpPr>
            <p:cNvPr id="205" name="Weave text 257:  "/>
            <p:cNvSpPr txBox="1"/>
            <p:nvPr/>
          </p:nvSpPr>
          <p:spPr>
            <a:xfrm>
              <a:off x="4172396" y="44374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257: 지연"/>
            <p:cNvSpPr txBox="1"/>
            <p:nvPr/>
          </p:nvSpPr>
          <p:spPr>
            <a:xfrm>
              <a:off x="4201864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지연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57: ·"/>
            <p:cNvSpPr txBox="1"/>
            <p:nvPr/>
          </p:nvSpPr>
          <p:spPr>
            <a:xfrm>
              <a:off x="4394597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57: 발열"/>
            <p:cNvSpPr txBox="1"/>
            <p:nvPr/>
          </p:nvSpPr>
          <p:spPr>
            <a:xfrm>
              <a:off x="442480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57: ·"/>
            <p:cNvSpPr txBox="1"/>
            <p:nvPr/>
          </p:nvSpPr>
          <p:spPr>
            <a:xfrm>
              <a:off x="4617541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57: 전력은"/>
            <p:cNvSpPr txBox="1"/>
            <p:nvPr/>
          </p:nvSpPr>
          <p:spPr>
            <a:xfrm>
              <a:off x="4647754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전력은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57:  "/>
            <p:cNvSpPr txBox="1"/>
            <p:nvPr/>
          </p:nvSpPr>
          <p:spPr>
            <a:xfrm>
              <a:off x="49369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57: 대상"/>
            <p:cNvSpPr txBox="1"/>
            <p:nvPr/>
          </p:nvSpPr>
          <p:spPr>
            <a:xfrm>
              <a:off x="4966395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57:  "/>
            <p:cNvSpPr txBox="1"/>
            <p:nvPr/>
          </p:nvSpPr>
          <p:spPr>
            <a:xfrm>
              <a:off x="51591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57: 기기에서"/>
            <p:cNvSpPr txBox="1"/>
            <p:nvPr/>
          </p:nvSpPr>
          <p:spPr>
            <a:xfrm>
              <a:off x="5188595" y="44374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기기에서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57:  "/>
            <p:cNvSpPr txBox="1"/>
            <p:nvPr/>
          </p:nvSpPr>
          <p:spPr>
            <a:xfrm>
              <a:off x="5574209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57: 측정해"/>
            <p:cNvSpPr txBox="1"/>
            <p:nvPr/>
          </p:nvSpPr>
          <p:spPr>
            <a:xfrm>
              <a:off x="5603677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측정해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57:  "/>
            <p:cNvSpPr txBox="1"/>
            <p:nvPr/>
          </p:nvSpPr>
          <p:spPr>
            <a:xfrm>
              <a:off x="5892850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57: 조정합니다"/>
            <p:cNvSpPr txBox="1"/>
            <p:nvPr/>
          </p:nvSpPr>
          <p:spPr>
            <a:xfrm>
              <a:off x="5922318" y="44374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조정합니다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57: ."/>
            <p:cNvSpPr txBox="1"/>
            <p:nvPr/>
          </p:nvSpPr>
          <p:spPr>
            <a:xfrm>
              <a:off x="6404223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58: Q."/>
          <p:cNvGrpSpPr/>
          <p:nvPr/>
        </p:nvGrpSpPr>
        <p:grpSpPr>
          <a:xfrm>
            <a:off x="609600" y="4905375"/>
            <a:ext cx="287982" cy="434340"/>
            <a:chOff x="609600" y="4905375"/>
            <a:chExt cx="287982" cy="434340"/>
          </a:xfrm>
        </p:grpSpPr>
        <p:sp>
          <p:nvSpPr>
            <p:cNvPr id="221" name="Weave text 258: Q."/>
            <p:cNvSpPr txBox="1"/>
            <p:nvPr/>
          </p:nvSpPr>
          <p:spPr>
            <a:xfrm>
              <a:off x="609600" y="49053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2" name="Line 259: 사적인 기록과 잘못된 답변은 어떻게 다루나요?"/>
          <p:cNvGrpSpPr/>
          <p:nvPr/>
        </p:nvGrpSpPr>
        <p:grpSpPr>
          <a:xfrm>
            <a:off x="1209675" y="4895850"/>
            <a:ext cx="3720257" cy="358140"/>
            <a:chOff x="1209675" y="4895850"/>
            <a:chExt cx="3720257" cy="358140"/>
          </a:xfrm>
        </p:grpSpPr>
        <p:sp>
          <p:nvSpPr>
            <p:cNvPr id="223" name="Weave text 259: 사적인"/>
            <p:cNvSpPr txBox="1"/>
            <p:nvPr/>
          </p:nvSpPr>
          <p:spPr>
            <a:xfrm>
              <a:off x="1209675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259:  "/>
            <p:cNvSpPr txBox="1"/>
            <p:nvPr/>
          </p:nvSpPr>
          <p:spPr>
            <a:xfrm>
              <a:off x="1740694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259: 기록과"/>
            <p:cNvSpPr txBox="1"/>
            <p:nvPr/>
          </p:nvSpPr>
          <p:spPr>
            <a:xfrm>
              <a:off x="1784003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259:  "/>
            <p:cNvSpPr txBox="1"/>
            <p:nvPr/>
          </p:nvSpPr>
          <p:spPr>
            <a:xfrm>
              <a:off x="2315170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7" name="Weave text 259: 잘못된"/>
            <p:cNvSpPr txBox="1"/>
            <p:nvPr/>
          </p:nvSpPr>
          <p:spPr>
            <a:xfrm>
              <a:off x="2358479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8" name="Weave text 259:  "/>
            <p:cNvSpPr txBox="1"/>
            <p:nvPr/>
          </p:nvSpPr>
          <p:spPr>
            <a:xfrm>
              <a:off x="2889647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259: 답변은"/>
            <p:cNvSpPr txBox="1"/>
            <p:nvPr/>
          </p:nvSpPr>
          <p:spPr>
            <a:xfrm>
              <a:off x="2932956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259:  "/>
            <p:cNvSpPr txBox="1"/>
            <p:nvPr/>
          </p:nvSpPr>
          <p:spPr>
            <a:xfrm>
              <a:off x="3463975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259: 어떻게"/>
            <p:cNvSpPr txBox="1"/>
            <p:nvPr/>
          </p:nvSpPr>
          <p:spPr>
            <a:xfrm>
              <a:off x="3507432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259:  "/>
            <p:cNvSpPr txBox="1"/>
            <p:nvPr/>
          </p:nvSpPr>
          <p:spPr>
            <a:xfrm>
              <a:off x="4038451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3" name="Weave text 259: 다루나요"/>
            <p:cNvSpPr txBox="1"/>
            <p:nvPr/>
          </p:nvSpPr>
          <p:spPr>
            <a:xfrm>
              <a:off x="4081909" y="48958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259: ?"/>
            <p:cNvSpPr txBox="1"/>
            <p:nvPr/>
          </p:nvSpPr>
          <p:spPr>
            <a:xfrm>
              <a:off x="4790033" y="48958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5" name="Line 260: A. 허용한 기록은 외부 서버로 보내지 않고 기기 안에서 처리하며, 언제"/>
          <p:cNvGrpSpPr/>
          <p:nvPr/>
        </p:nvGrpSpPr>
        <p:grpSpPr>
          <a:xfrm>
            <a:off x="1209675" y="5300662"/>
            <a:ext cx="6806654" cy="281940"/>
            <a:chOff x="1209675" y="5300662"/>
            <a:chExt cx="6806654" cy="281940"/>
          </a:xfrm>
        </p:grpSpPr>
        <p:sp>
          <p:nvSpPr>
            <p:cNvPr id="236" name="Weave text 260: A. "/>
            <p:cNvSpPr txBox="1"/>
            <p:nvPr/>
          </p:nvSpPr>
          <p:spPr>
            <a:xfrm>
              <a:off x="1209675" y="53006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260: 허용한"/>
            <p:cNvSpPr txBox="1"/>
            <p:nvPr/>
          </p:nvSpPr>
          <p:spPr>
            <a:xfrm>
              <a:off x="1401514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260:  "/>
            <p:cNvSpPr txBox="1"/>
            <p:nvPr/>
          </p:nvSpPr>
          <p:spPr>
            <a:xfrm>
              <a:off x="182210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260: 기록은"/>
            <p:cNvSpPr txBox="1"/>
            <p:nvPr/>
          </p:nvSpPr>
          <p:spPr>
            <a:xfrm>
              <a:off x="1864965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260:  "/>
            <p:cNvSpPr txBox="1"/>
            <p:nvPr/>
          </p:nvSpPr>
          <p:spPr>
            <a:xfrm>
              <a:off x="2285554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260: 외부"/>
            <p:cNvSpPr txBox="1"/>
            <p:nvPr/>
          </p:nvSpPr>
          <p:spPr>
            <a:xfrm>
              <a:off x="2328416" y="53006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260:  "/>
            <p:cNvSpPr txBox="1"/>
            <p:nvPr/>
          </p:nvSpPr>
          <p:spPr>
            <a:xfrm>
              <a:off x="260895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260: 서버로"/>
            <p:cNvSpPr txBox="1"/>
            <p:nvPr/>
          </p:nvSpPr>
          <p:spPr>
            <a:xfrm>
              <a:off x="265182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260:  "/>
            <p:cNvSpPr txBox="1"/>
            <p:nvPr/>
          </p:nvSpPr>
          <p:spPr>
            <a:xfrm>
              <a:off x="307240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260: 보내지"/>
            <p:cNvSpPr txBox="1"/>
            <p:nvPr/>
          </p:nvSpPr>
          <p:spPr>
            <a:xfrm>
              <a:off x="311527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260:  "/>
            <p:cNvSpPr txBox="1"/>
            <p:nvPr/>
          </p:nvSpPr>
          <p:spPr>
            <a:xfrm>
              <a:off x="353585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60: 않고"/>
            <p:cNvSpPr txBox="1"/>
            <p:nvPr/>
          </p:nvSpPr>
          <p:spPr>
            <a:xfrm>
              <a:off x="357872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60:  "/>
            <p:cNvSpPr txBox="1"/>
            <p:nvPr/>
          </p:nvSpPr>
          <p:spPr>
            <a:xfrm>
              <a:off x="385911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60: 기기"/>
            <p:cNvSpPr txBox="1"/>
            <p:nvPr/>
          </p:nvSpPr>
          <p:spPr>
            <a:xfrm>
              <a:off x="3901976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60:  "/>
            <p:cNvSpPr txBox="1"/>
            <p:nvPr/>
          </p:nvSpPr>
          <p:spPr>
            <a:xfrm>
              <a:off x="41823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60: 안에서"/>
            <p:cNvSpPr txBox="1"/>
            <p:nvPr/>
          </p:nvSpPr>
          <p:spPr>
            <a:xfrm>
              <a:off x="4225230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60:  "/>
            <p:cNvSpPr txBox="1"/>
            <p:nvPr/>
          </p:nvSpPr>
          <p:spPr>
            <a:xfrm>
              <a:off x="46459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60: 처리하며"/>
            <p:cNvSpPr txBox="1"/>
            <p:nvPr/>
          </p:nvSpPr>
          <p:spPr>
            <a:xfrm>
              <a:off x="4688830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60: , "/>
            <p:cNvSpPr txBox="1"/>
            <p:nvPr/>
          </p:nvSpPr>
          <p:spPr>
            <a:xfrm>
              <a:off x="5249614" y="53006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60: 언제든"/>
            <p:cNvSpPr txBox="1"/>
            <p:nvPr/>
          </p:nvSpPr>
          <p:spPr>
            <a:xfrm>
              <a:off x="5336381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60:  "/>
            <p:cNvSpPr txBox="1"/>
            <p:nvPr/>
          </p:nvSpPr>
          <p:spPr>
            <a:xfrm>
              <a:off x="575697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60: 활용을"/>
            <p:cNvSpPr txBox="1"/>
            <p:nvPr/>
          </p:nvSpPr>
          <p:spPr>
            <a:xfrm>
              <a:off x="5799832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60:  "/>
            <p:cNvSpPr txBox="1"/>
            <p:nvPr/>
          </p:nvSpPr>
          <p:spPr>
            <a:xfrm>
              <a:off x="622056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60: 끄거나"/>
            <p:cNvSpPr txBox="1"/>
            <p:nvPr/>
          </p:nvSpPr>
          <p:spPr>
            <a:xfrm>
              <a:off x="626343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60:  "/>
            <p:cNvSpPr txBox="1"/>
            <p:nvPr/>
          </p:nvSpPr>
          <p:spPr>
            <a:xfrm>
              <a:off x="668402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60: 삭제할"/>
            <p:cNvSpPr txBox="1"/>
            <p:nvPr/>
          </p:nvSpPr>
          <p:spPr>
            <a:xfrm>
              <a:off x="672688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60:  "/>
            <p:cNvSpPr txBox="1"/>
            <p:nvPr/>
          </p:nvSpPr>
          <p:spPr>
            <a:xfrm>
              <a:off x="7147471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60: 수"/>
            <p:cNvSpPr txBox="1"/>
            <p:nvPr/>
          </p:nvSpPr>
          <p:spPr>
            <a:xfrm>
              <a:off x="7190333" y="53006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60:  "/>
            <p:cNvSpPr txBox="1"/>
            <p:nvPr/>
          </p:nvSpPr>
          <p:spPr>
            <a:xfrm>
              <a:off x="733052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60: 있습니다"/>
            <p:cNvSpPr txBox="1"/>
            <p:nvPr/>
          </p:nvSpPr>
          <p:spPr>
            <a:xfrm>
              <a:off x="7373392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60: ."/>
            <p:cNvSpPr txBox="1"/>
            <p:nvPr/>
          </p:nvSpPr>
          <p:spPr>
            <a:xfrm>
              <a:off x="7934176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61: 출처와 원문을 확인한 뒤 선택한 내용만 입력되고, 메시지는 자동으로 전송"/>
          <p:cNvGrpSpPr/>
          <p:nvPr/>
        </p:nvGrpSpPr>
        <p:grpSpPr>
          <a:xfrm>
            <a:off x="1209675" y="5559623"/>
            <a:ext cx="5602039" cy="281940"/>
            <a:chOff x="1209675" y="5559623"/>
            <a:chExt cx="5602039" cy="281940"/>
          </a:xfrm>
        </p:grpSpPr>
        <p:sp>
          <p:nvSpPr>
            <p:cNvPr id="268" name="Weave text 261: 출처와"/>
            <p:cNvSpPr txBox="1"/>
            <p:nvPr/>
          </p:nvSpPr>
          <p:spPr>
            <a:xfrm>
              <a:off x="1209675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61:  "/>
            <p:cNvSpPr txBox="1"/>
            <p:nvPr/>
          </p:nvSpPr>
          <p:spPr>
            <a:xfrm>
              <a:off x="163026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61: 원문을"/>
            <p:cNvSpPr txBox="1"/>
            <p:nvPr/>
          </p:nvSpPr>
          <p:spPr>
            <a:xfrm>
              <a:off x="167312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61:  "/>
            <p:cNvSpPr txBox="1"/>
            <p:nvPr/>
          </p:nvSpPr>
          <p:spPr>
            <a:xfrm>
              <a:off x="20937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61: 확인한"/>
            <p:cNvSpPr txBox="1"/>
            <p:nvPr/>
          </p:nvSpPr>
          <p:spPr>
            <a:xfrm>
              <a:off x="2136577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61:  "/>
            <p:cNvSpPr txBox="1"/>
            <p:nvPr/>
          </p:nvSpPr>
          <p:spPr>
            <a:xfrm>
              <a:off x="2557165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61: 뒤"/>
            <p:cNvSpPr txBox="1"/>
            <p:nvPr/>
          </p:nvSpPr>
          <p:spPr>
            <a:xfrm>
              <a:off x="2600027" y="55596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61:  "/>
            <p:cNvSpPr txBox="1"/>
            <p:nvPr/>
          </p:nvSpPr>
          <p:spPr>
            <a:xfrm>
              <a:off x="27402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61: 선택한"/>
            <p:cNvSpPr txBox="1"/>
            <p:nvPr/>
          </p:nvSpPr>
          <p:spPr>
            <a:xfrm>
              <a:off x="2783086" y="55596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261:  "/>
            <p:cNvSpPr txBox="1"/>
            <p:nvPr/>
          </p:nvSpPr>
          <p:spPr>
            <a:xfrm>
              <a:off x="32038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261: 내용만"/>
            <p:cNvSpPr txBox="1"/>
            <p:nvPr/>
          </p:nvSpPr>
          <p:spPr>
            <a:xfrm>
              <a:off x="324668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261:  "/>
            <p:cNvSpPr txBox="1"/>
            <p:nvPr/>
          </p:nvSpPr>
          <p:spPr>
            <a:xfrm>
              <a:off x="366727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261: 입력되고"/>
            <p:cNvSpPr txBox="1"/>
            <p:nvPr/>
          </p:nvSpPr>
          <p:spPr>
            <a:xfrm>
              <a:off x="3710136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61: , "/>
            <p:cNvSpPr txBox="1"/>
            <p:nvPr/>
          </p:nvSpPr>
          <p:spPr>
            <a:xfrm>
              <a:off x="4270921" y="55596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61: 메시지는"/>
            <p:cNvSpPr txBox="1"/>
            <p:nvPr/>
          </p:nvSpPr>
          <p:spPr>
            <a:xfrm>
              <a:off x="4357688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261:  "/>
            <p:cNvSpPr txBox="1"/>
            <p:nvPr/>
          </p:nvSpPr>
          <p:spPr>
            <a:xfrm>
              <a:off x="4918472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261: 자동으로"/>
            <p:cNvSpPr txBox="1"/>
            <p:nvPr/>
          </p:nvSpPr>
          <p:spPr>
            <a:xfrm>
              <a:off x="4961334" y="55596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261:  "/>
            <p:cNvSpPr txBox="1"/>
            <p:nvPr/>
          </p:nvSpPr>
          <p:spPr>
            <a:xfrm>
              <a:off x="5522268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261: 전송되지"/>
            <p:cNvSpPr txBox="1"/>
            <p:nvPr/>
          </p:nvSpPr>
          <p:spPr>
            <a:xfrm>
              <a:off x="5565130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261:  "/>
            <p:cNvSpPr txBox="1"/>
            <p:nvPr/>
          </p:nvSpPr>
          <p:spPr>
            <a:xfrm>
              <a:off x="61259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261: 않습니다"/>
            <p:cNvSpPr txBox="1"/>
            <p:nvPr/>
          </p:nvSpPr>
          <p:spPr>
            <a:xfrm>
              <a:off x="6168777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261: ."/>
            <p:cNvSpPr txBox="1"/>
            <p:nvPr/>
          </p:nvSpPr>
          <p:spPr>
            <a:xfrm>
              <a:off x="6729561" y="55596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0" name="Line 262: Keystore로 저장소의 암호화 키를 보호합니다.">
            <a:hlinkClick r:id="rIdWeaveLink262"/>
          </p:cNvPr>
          <p:cNvGrpSpPr/>
          <p:nvPr/>
        </p:nvGrpSpPr>
        <p:grpSpPr>
          <a:xfrm>
            <a:off x="1209675" y="5885259"/>
            <a:ext cx="2066479" cy="205740"/>
            <a:chOff x="1209675" y="5885259"/>
            <a:chExt cx="2066479" cy="205740"/>
          </a:xfrm>
        </p:grpSpPr>
        <p:sp>
          <p:nvSpPr>
            <p:cNvPr id="291" name="Weave text 262: Keystore">
              <a:hlinkClick r:id="rIdWeaveLink262"/>
            </p:cNvPr>
            <p:cNvSpPr txBox="1"/>
            <p:nvPr/>
          </p:nvSpPr>
          <p:spPr>
            <a:xfrm>
              <a:off x="1209675" y="5885259"/>
              <a:ext cx="47252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Keystore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262: 로">
              <a:hlinkClick r:id="rIdWeaveLink262"/>
            </p:cNvPr>
            <p:cNvSpPr txBox="1"/>
            <p:nvPr/>
          </p:nvSpPr>
          <p:spPr>
            <a:xfrm>
              <a:off x="1643955" y="58852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262:  ">
              <a:hlinkClick r:id="rIdWeaveLink262"/>
            </p:cNvPr>
            <p:cNvSpPr txBox="1"/>
            <p:nvPr/>
          </p:nvSpPr>
          <p:spPr>
            <a:xfrm>
              <a:off x="1740396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262: 저장소의">
              <a:hlinkClick r:id="rIdWeaveLink262"/>
            </p:cNvPr>
            <p:cNvSpPr txBox="1"/>
            <p:nvPr/>
          </p:nvSpPr>
          <p:spPr>
            <a:xfrm>
              <a:off x="1769864" y="5885259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저장소의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262:  ">
              <a:hlinkClick r:id="rIdWeaveLink262"/>
            </p:cNvPr>
            <p:cNvSpPr txBox="1"/>
            <p:nvPr/>
          </p:nvSpPr>
          <p:spPr>
            <a:xfrm>
              <a:off x="215532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262: 암호화">
              <a:hlinkClick r:id="rIdWeaveLink262"/>
            </p:cNvPr>
            <p:cNvSpPr txBox="1"/>
            <p:nvPr/>
          </p:nvSpPr>
          <p:spPr>
            <a:xfrm>
              <a:off x="2184797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암호화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262:  ">
              <a:hlinkClick r:id="rIdWeaveLink262"/>
            </p:cNvPr>
            <p:cNvSpPr txBox="1"/>
            <p:nvPr/>
          </p:nvSpPr>
          <p:spPr>
            <a:xfrm>
              <a:off x="247397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262: 키를">
              <a:hlinkClick r:id="rIdWeaveLink262"/>
            </p:cNvPr>
            <p:cNvSpPr txBox="1"/>
            <p:nvPr/>
          </p:nvSpPr>
          <p:spPr>
            <a:xfrm>
              <a:off x="2503438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키를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262:  ">
              <a:hlinkClick r:id="rIdWeaveLink262"/>
            </p:cNvPr>
            <p:cNvSpPr txBox="1"/>
            <p:nvPr/>
          </p:nvSpPr>
          <p:spPr>
            <a:xfrm>
              <a:off x="269631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262: 보호합니다">
              <a:hlinkClick r:id="rIdWeaveLink262"/>
            </p:cNvPr>
            <p:cNvSpPr txBox="1"/>
            <p:nvPr/>
          </p:nvSpPr>
          <p:spPr>
            <a:xfrm>
              <a:off x="2725787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보호합니다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262: .">
              <a:hlinkClick r:id="rIdWeaveLink262"/>
            </p:cNvPr>
            <p:cNvSpPr txBox="1"/>
            <p:nvPr/>
          </p:nvSpPr>
          <p:spPr>
            <a:xfrm>
              <a:off x="3207693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2" name="Line 263:  근거가 부족하거나 충돌하면 답을 단정하지 않고 후보·원문을 먼저 보여줍"/>
          <p:cNvGrpSpPr/>
          <p:nvPr/>
        </p:nvGrpSpPr>
        <p:grpSpPr>
          <a:xfrm>
            <a:off x="3238054" y="5885259"/>
            <a:ext cx="3448348" cy="205740"/>
            <a:chOff x="3238054" y="5885259"/>
            <a:chExt cx="3448348" cy="205740"/>
          </a:xfrm>
        </p:grpSpPr>
        <p:sp>
          <p:nvSpPr>
            <p:cNvPr id="303" name="Weave text 263:  "/>
            <p:cNvSpPr txBox="1"/>
            <p:nvPr/>
          </p:nvSpPr>
          <p:spPr>
            <a:xfrm>
              <a:off x="3238054" y="58852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263: 근거가"/>
            <p:cNvSpPr txBox="1"/>
            <p:nvPr/>
          </p:nvSpPr>
          <p:spPr>
            <a:xfrm>
              <a:off x="3267521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근거가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263:  "/>
            <p:cNvSpPr txBox="1"/>
            <p:nvPr/>
          </p:nvSpPr>
          <p:spPr>
            <a:xfrm>
              <a:off x="3556695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6" name="Weave text 263: 부족하거나"/>
            <p:cNvSpPr txBox="1"/>
            <p:nvPr/>
          </p:nvSpPr>
          <p:spPr>
            <a:xfrm>
              <a:off x="3586162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부족하거나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263:  "/>
            <p:cNvSpPr txBox="1"/>
            <p:nvPr/>
          </p:nvSpPr>
          <p:spPr>
            <a:xfrm>
              <a:off x="406806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263: 충돌하면"/>
            <p:cNvSpPr txBox="1"/>
            <p:nvPr/>
          </p:nvSpPr>
          <p:spPr>
            <a:xfrm>
              <a:off x="4097536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충돌하면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263:  "/>
            <p:cNvSpPr txBox="1"/>
            <p:nvPr/>
          </p:nvSpPr>
          <p:spPr>
            <a:xfrm>
              <a:off x="44831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263: 답을"/>
            <p:cNvSpPr txBox="1"/>
            <p:nvPr/>
          </p:nvSpPr>
          <p:spPr>
            <a:xfrm>
              <a:off x="4512618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답을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1" name="Weave text 263:  "/>
            <p:cNvSpPr txBox="1"/>
            <p:nvPr/>
          </p:nvSpPr>
          <p:spPr>
            <a:xfrm>
              <a:off x="47053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2" name="Weave text 263: 단정하지"/>
            <p:cNvSpPr txBox="1"/>
            <p:nvPr/>
          </p:nvSpPr>
          <p:spPr>
            <a:xfrm>
              <a:off x="4734818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단정하지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263:  "/>
            <p:cNvSpPr txBox="1"/>
            <p:nvPr/>
          </p:nvSpPr>
          <p:spPr>
            <a:xfrm>
              <a:off x="51204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263: 않고"/>
            <p:cNvSpPr txBox="1"/>
            <p:nvPr/>
          </p:nvSpPr>
          <p:spPr>
            <a:xfrm>
              <a:off x="51499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263:  "/>
            <p:cNvSpPr txBox="1"/>
            <p:nvPr/>
          </p:nvSpPr>
          <p:spPr>
            <a:xfrm>
              <a:off x="53426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63: 후보"/>
            <p:cNvSpPr txBox="1"/>
            <p:nvPr/>
          </p:nvSpPr>
          <p:spPr>
            <a:xfrm>
              <a:off x="53721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후보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63: ·"/>
            <p:cNvSpPr txBox="1"/>
            <p:nvPr/>
          </p:nvSpPr>
          <p:spPr>
            <a:xfrm>
              <a:off x="5564832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63: 원문을"/>
            <p:cNvSpPr txBox="1"/>
            <p:nvPr/>
          </p:nvSpPr>
          <p:spPr>
            <a:xfrm>
              <a:off x="5595045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63:  "/>
            <p:cNvSpPr txBox="1"/>
            <p:nvPr/>
          </p:nvSpPr>
          <p:spPr>
            <a:xfrm>
              <a:off x="588421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63: 먼저"/>
            <p:cNvSpPr txBox="1"/>
            <p:nvPr/>
          </p:nvSpPr>
          <p:spPr>
            <a:xfrm>
              <a:off x="5913686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63:  "/>
            <p:cNvSpPr txBox="1"/>
            <p:nvPr/>
          </p:nvSpPr>
          <p:spPr>
            <a:xfrm>
              <a:off x="6106567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63: 보여줍니다"/>
            <p:cNvSpPr txBox="1"/>
            <p:nvPr/>
          </p:nvSpPr>
          <p:spPr>
            <a:xfrm>
              <a:off x="6136035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보여줍니다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63: ."/>
            <p:cNvSpPr txBox="1"/>
            <p:nvPr/>
          </p:nvSpPr>
          <p:spPr>
            <a:xfrm>
              <a:off x="6617940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4" name="Line 264: Weave는 제안 설계 기준 · 상세 데이터 흐름과 모델 후보는 기획서의"/>
          <p:cNvGrpSpPr/>
          <p:nvPr/>
        </p:nvGrpSpPr>
        <p:grpSpPr>
          <a:xfrm>
            <a:off x="609600" y="6229350"/>
            <a:ext cx="3925937" cy="190500"/>
            <a:chOff x="609600" y="6229350"/>
            <a:chExt cx="3925937" cy="190500"/>
          </a:xfrm>
        </p:grpSpPr>
        <p:sp>
          <p:nvSpPr>
            <p:cNvPr id="325" name="Weave text 264: Weave"/>
            <p:cNvSpPr txBox="1"/>
            <p:nvPr/>
          </p:nvSpPr>
          <p:spPr>
            <a:xfrm>
              <a:off x="609600" y="6229350"/>
              <a:ext cx="34290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64: 는"/>
            <p:cNvSpPr txBox="1"/>
            <p:nvPr/>
          </p:nvSpPr>
          <p:spPr>
            <a:xfrm>
              <a:off x="91425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64:  "/>
            <p:cNvSpPr txBox="1"/>
            <p:nvPr/>
          </p:nvSpPr>
          <p:spPr>
            <a:xfrm>
              <a:off x="100191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64: 제안"/>
            <p:cNvSpPr txBox="1"/>
            <p:nvPr/>
          </p:nvSpPr>
          <p:spPr>
            <a:xfrm>
              <a:off x="102870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64:  "/>
            <p:cNvSpPr txBox="1"/>
            <p:nvPr/>
          </p:nvSpPr>
          <p:spPr>
            <a:xfrm>
              <a:off x="120402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64: 설계"/>
            <p:cNvSpPr txBox="1"/>
            <p:nvPr/>
          </p:nvSpPr>
          <p:spPr>
            <a:xfrm>
              <a:off x="1230809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64:  "/>
            <p:cNvSpPr txBox="1"/>
            <p:nvPr/>
          </p:nvSpPr>
          <p:spPr>
            <a:xfrm>
              <a:off x="140597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64: 기준"/>
            <p:cNvSpPr txBox="1"/>
            <p:nvPr/>
          </p:nvSpPr>
          <p:spPr>
            <a:xfrm>
              <a:off x="1432768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64:  · "/>
            <p:cNvSpPr txBox="1"/>
            <p:nvPr/>
          </p:nvSpPr>
          <p:spPr>
            <a:xfrm>
              <a:off x="1608088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64: 상세"/>
            <p:cNvSpPr txBox="1"/>
            <p:nvPr/>
          </p:nvSpPr>
          <p:spPr>
            <a:xfrm>
              <a:off x="168905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상세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64:  "/>
            <p:cNvSpPr txBox="1"/>
            <p:nvPr/>
          </p:nvSpPr>
          <p:spPr>
            <a:xfrm>
              <a:off x="186437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64: 데이터"/>
            <p:cNvSpPr txBox="1"/>
            <p:nvPr/>
          </p:nvSpPr>
          <p:spPr>
            <a:xfrm>
              <a:off x="1891159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64:  "/>
            <p:cNvSpPr txBox="1"/>
            <p:nvPr/>
          </p:nvSpPr>
          <p:spPr>
            <a:xfrm>
              <a:off x="215398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64: 흐름과"/>
            <p:cNvSpPr txBox="1"/>
            <p:nvPr/>
          </p:nvSpPr>
          <p:spPr>
            <a:xfrm>
              <a:off x="2180779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흐름과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64:  "/>
            <p:cNvSpPr txBox="1"/>
            <p:nvPr/>
          </p:nvSpPr>
          <p:spPr>
            <a:xfrm>
              <a:off x="244375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64: 모델"/>
            <p:cNvSpPr txBox="1"/>
            <p:nvPr/>
          </p:nvSpPr>
          <p:spPr>
            <a:xfrm>
              <a:off x="2470547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64:  "/>
            <p:cNvSpPr txBox="1"/>
            <p:nvPr/>
          </p:nvSpPr>
          <p:spPr>
            <a:xfrm>
              <a:off x="264571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2" name="Weave text 264: 후보는"/>
            <p:cNvSpPr txBox="1"/>
            <p:nvPr/>
          </p:nvSpPr>
          <p:spPr>
            <a:xfrm>
              <a:off x="2672507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후보는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3" name="Weave text 264:  "/>
            <p:cNvSpPr txBox="1"/>
            <p:nvPr/>
          </p:nvSpPr>
          <p:spPr>
            <a:xfrm>
              <a:off x="2935486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4" name="Weave text 264: 기획서의"/>
            <p:cNvSpPr txBox="1"/>
            <p:nvPr/>
          </p:nvSpPr>
          <p:spPr>
            <a:xfrm>
              <a:off x="2962275" y="622935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기획서의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5" name="Weave text 264:  Technical details "/>
            <p:cNvSpPr txBox="1"/>
            <p:nvPr/>
          </p:nvSpPr>
          <p:spPr>
            <a:xfrm>
              <a:off x="3312765" y="6229350"/>
              <a:ext cx="84549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Technical details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6" name="Weave text 264: 부록"/>
            <p:cNvSpPr txBox="1"/>
            <p:nvPr/>
          </p:nvSpPr>
          <p:spPr>
            <a:xfrm>
              <a:off x="412000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부록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7" name="Weave text 264:  "/>
            <p:cNvSpPr txBox="1"/>
            <p:nvPr/>
          </p:nvSpPr>
          <p:spPr>
            <a:xfrm>
              <a:off x="429532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8" name="Weave text 264: 참조"/>
            <p:cNvSpPr txBox="1"/>
            <p:nvPr/>
          </p:nvSpPr>
          <p:spPr>
            <a:xfrm>
              <a:off x="4322118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참조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9" name="Line 265: 09 / 12"/>
          <p:cNvGrpSpPr/>
          <p:nvPr/>
        </p:nvGrpSpPr>
        <p:grpSpPr>
          <a:xfrm>
            <a:off x="11151691" y="6486525"/>
            <a:ext cx="468809" cy="190500"/>
            <a:chOff x="11151691" y="6486525"/>
            <a:chExt cx="468809" cy="190500"/>
          </a:xfrm>
        </p:grpSpPr>
        <p:sp>
          <p:nvSpPr>
            <p:cNvPr id="350" name="Weave text 265: 09 / 12"/>
            <p:cNvSpPr txBox="1"/>
            <p:nvPr/>
          </p:nvSpPr>
          <p:spPr>
            <a:xfrm>
              <a:off x="11151691" y="6486525"/>
              <a:ext cx="46880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66: 10 / WHY SAMSUNG, WHY NOW"/>
          <p:cNvGrpSpPr/>
          <p:nvPr/>
        </p:nvGrpSpPr>
        <p:grpSpPr>
          <a:xfrm>
            <a:off x="609600" y="371475"/>
            <a:ext cx="2153989" cy="205740"/>
            <a:chOff x="609600" y="371475"/>
            <a:chExt cx="2153989" cy="205740"/>
          </a:xfrm>
        </p:grpSpPr>
        <p:sp>
          <p:nvSpPr>
            <p:cNvPr id="4" name="Weave text 266: 10 / WHY SAMSUNG, WHY NOW"/>
            <p:cNvSpPr txBox="1"/>
            <p:nvPr/>
          </p:nvSpPr>
          <p:spPr>
            <a:xfrm>
              <a:off x="609600" y="371475"/>
              <a:ext cx="215398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WHY SAMSUNG, WHY NOW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67: 기록이 남는 곳에서, 다시 쓰는 순간까지."/>
          <p:cNvGrpSpPr/>
          <p:nvPr/>
        </p:nvGrpSpPr>
        <p:grpSpPr>
          <a:xfrm>
            <a:off x="609600" y="704850"/>
            <a:ext cx="5923508" cy="647700"/>
            <a:chOff x="609600" y="704850"/>
            <a:chExt cx="5923508" cy="647700"/>
          </a:xfrm>
        </p:grpSpPr>
        <p:sp>
          <p:nvSpPr>
            <p:cNvPr id="6" name="Weave text 267: 기록이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6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67: 남는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남는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67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67: 곳에서"/>
            <p:cNvSpPr txBox="1"/>
            <p:nvPr/>
          </p:nvSpPr>
          <p:spPr>
            <a:xfrm>
              <a:off x="2420689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곳에서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67: , "/>
            <p:cNvSpPr txBox="1"/>
            <p:nvPr/>
          </p:nvSpPr>
          <p:spPr>
            <a:xfrm>
              <a:off x="341515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67: 다시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67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67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67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67: 순간까지"/>
            <p:cNvSpPr txBox="1"/>
            <p:nvPr/>
          </p:nvSpPr>
          <p:spPr>
            <a:xfrm>
              <a:off x="5066556" y="704850"/>
              <a:ext cx="136401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순간까지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67: ."/>
            <p:cNvSpPr txBox="1"/>
            <p:nvPr/>
          </p:nvSpPr>
          <p:spPr>
            <a:xfrm>
              <a:off x="639231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68: 갤럭시의 앱·키보드·보안 기반 위에, 기억을 활용하는 경험을 더합니다."/>
          <p:cNvGrpSpPr/>
          <p:nvPr/>
        </p:nvGrpSpPr>
        <p:grpSpPr>
          <a:xfrm>
            <a:off x="609600" y="1333500"/>
            <a:ext cx="4714726" cy="297180"/>
            <a:chOff x="609600" y="1333500"/>
            <a:chExt cx="4714726" cy="297180"/>
          </a:xfrm>
        </p:grpSpPr>
        <p:sp>
          <p:nvSpPr>
            <p:cNvPr id="19" name="Weave text 268: 갤럭시의"/>
            <p:cNvSpPr txBox="1"/>
            <p:nvPr/>
          </p:nvSpPr>
          <p:spPr>
            <a:xfrm>
              <a:off x="609600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68:  "/>
            <p:cNvSpPr txBox="1"/>
            <p:nvPr/>
          </p:nvSpPr>
          <p:spPr>
            <a:xfrm>
              <a:off x="1205359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68: 앱"/>
            <p:cNvSpPr txBox="1"/>
            <p:nvPr/>
          </p:nvSpPr>
          <p:spPr>
            <a:xfrm>
              <a:off x="1250900" y="13335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68: ·"/>
            <p:cNvSpPr txBox="1"/>
            <p:nvPr/>
          </p:nvSpPr>
          <p:spPr>
            <a:xfrm>
              <a:off x="1399877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68: 키보드"/>
            <p:cNvSpPr txBox="1"/>
            <p:nvPr/>
          </p:nvSpPr>
          <p:spPr>
            <a:xfrm>
              <a:off x="1446609" y="13335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68: ·"/>
            <p:cNvSpPr txBox="1"/>
            <p:nvPr/>
          </p:nvSpPr>
          <p:spPr>
            <a:xfrm>
              <a:off x="1893540" y="133350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68: 보안"/>
            <p:cNvSpPr txBox="1"/>
            <p:nvPr/>
          </p:nvSpPr>
          <p:spPr>
            <a:xfrm>
              <a:off x="1940123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68:  "/>
            <p:cNvSpPr txBox="1"/>
            <p:nvPr/>
          </p:nvSpPr>
          <p:spPr>
            <a:xfrm>
              <a:off x="2238077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68: 기반"/>
            <p:cNvSpPr txBox="1"/>
            <p:nvPr/>
          </p:nvSpPr>
          <p:spPr>
            <a:xfrm>
              <a:off x="2283619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68:  "/>
            <p:cNvSpPr txBox="1"/>
            <p:nvPr/>
          </p:nvSpPr>
          <p:spPr>
            <a:xfrm>
              <a:off x="2581573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68: 위에"/>
            <p:cNvSpPr txBox="1"/>
            <p:nvPr/>
          </p:nvSpPr>
          <p:spPr>
            <a:xfrm>
              <a:off x="2627114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68: , "/>
            <p:cNvSpPr txBox="1"/>
            <p:nvPr/>
          </p:nvSpPr>
          <p:spPr>
            <a:xfrm>
              <a:off x="2925068" y="13335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68: 기억을"/>
            <p:cNvSpPr txBox="1"/>
            <p:nvPr/>
          </p:nvSpPr>
          <p:spPr>
            <a:xfrm>
              <a:off x="3017193" y="13335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68:  "/>
            <p:cNvSpPr txBox="1"/>
            <p:nvPr/>
          </p:nvSpPr>
          <p:spPr>
            <a:xfrm>
              <a:off x="3464123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68: 활용하는"/>
            <p:cNvSpPr txBox="1"/>
            <p:nvPr/>
          </p:nvSpPr>
          <p:spPr>
            <a:xfrm>
              <a:off x="3509665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활용하는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68:  "/>
            <p:cNvSpPr txBox="1"/>
            <p:nvPr/>
          </p:nvSpPr>
          <p:spPr>
            <a:xfrm>
              <a:off x="4105573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68: 경험을"/>
            <p:cNvSpPr txBox="1"/>
            <p:nvPr/>
          </p:nvSpPr>
          <p:spPr>
            <a:xfrm>
              <a:off x="4151114" y="13335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경험을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68:  "/>
            <p:cNvSpPr txBox="1"/>
            <p:nvPr/>
          </p:nvSpPr>
          <p:spPr>
            <a:xfrm>
              <a:off x="459804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68: 더합니다"/>
            <p:cNvSpPr txBox="1"/>
            <p:nvPr/>
          </p:nvSpPr>
          <p:spPr>
            <a:xfrm>
              <a:off x="464358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더합니다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68: ."/>
            <p:cNvSpPr txBox="1"/>
            <p:nvPr/>
          </p:nvSpPr>
          <p:spPr>
            <a:xfrm>
              <a:off x="5239494" y="133350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9" name="Line 269: 왜 삼성인가?"/>
          <p:cNvGrpSpPr/>
          <p:nvPr/>
        </p:nvGrpSpPr>
        <p:grpSpPr>
          <a:xfrm>
            <a:off x="609600" y="2028825"/>
            <a:ext cx="809030" cy="266700"/>
            <a:chOff x="609600" y="2028825"/>
            <a:chExt cx="809030" cy="266700"/>
          </a:xfrm>
        </p:grpSpPr>
        <p:sp>
          <p:nvSpPr>
            <p:cNvPr id="40" name="Weave text 269: 왜"/>
            <p:cNvSpPr txBox="1"/>
            <p:nvPr/>
          </p:nvSpPr>
          <p:spPr>
            <a:xfrm>
              <a:off x="609600" y="2028825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왜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69:  "/>
            <p:cNvSpPr txBox="1"/>
            <p:nvPr/>
          </p:nvSpPr>
          <p:spPr>
            <a:xfrm>
              <a:off x="741015" y="2028825"/>
              <a:ext cx="7426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69: 삼성인가"/>
            <p:cNvSpPr txBox="1"/>
            <p:nvPr/>
          </p:nvSpPr>
          <p:spPr>
            <a:xfrm>
              <a:off x="777032" y="2028825"/>
              <a:ext cx="563910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삼성인가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69: ?"/>
            <p:cNvSpPr txBox="1"/>
            <p:nvPr/>
          </p:nvSpPr>
          <p:spPr>
            <a:xfrm>
              <a:off x="1302693" y="2028825"/>
              <a:ext cx="115937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70: 기록을 남기는 앱과"/>
          <p:cNvGrpSpPr/>
          <p:nvPr/>
        </p:nvGrpSpPr>
        <p:grpSpPr>
          <a:xfrm>
            <a:off x="609600" y="2424112"/>
            <a:ext cx="2099965" cy="480060"/>
            <a:chOff x="609600" y="2424112"/>
            <a:chExt cx="2099965" cy="480060"/>
          </a:xfrm>
        </p:grpSpPr>
        <p:sp>
          <p:nvSpPr>
            <p:cNvPr id="45" name="Weave text 270: 기록을"/>
            <p:cNvSpPr txBox="1"/>
            <p:nvPr/>
          </p:nvSpPr>
          <p:spPr>
            <a:xfrm>
              <a:off x="609600" y="2424112"/>
              <a:ext cx="767358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6" name="Weave text 270:  "/>
            <p:cNvSpPr txBox="1"/>
            <p:nvPr/>
          </p:nvSpPr>
          <p:spPr>
            <a:xfrm>
              <a:off x="1338709" y="2424112"/>
              <a:ext cx="96887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7" name="Weave text 270: 남기는"/>
            <p:cNvSpPr txBox="1"/>
            <p:nvPr/>
          </p:nvSpPr>
          <p:spPr>
            <a:xfrm>
              <a:off x="1397347" y="2424112"/>
              <a:ext cx="767507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남기는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8" name="Weave text 270:  "/>
            <p:cNvSpPr txBox="1"/>
            <p:nvPr/>
          </p:nvSpPr>
          <p:spPr>
            <a:xfrm>
              <a:off x="2126605" y="2424112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9" name="Weave text 270: 앱과"/>
            <p:cNvSpPr txBox="1"/>
            <p:nvPr/>
          </p:nvSpPr>
          <p:spPr>
            <a:xfrm>
              <a:off x="2185095" y="2424112"/>
              <a:ext cx="524470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앱과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0" name="Line 271: 꺼내 쓰는 키보드를 연결합니다."/>
          <p:cNvGrpSpPr/>
          <p:nvPr/>
        </p:nvGrpSpPr>
        <p:grpSpPr>
          <a:xfrm>
            <a:off x="609600" y="2824609"/>
            <a:ext cx="3450878" cy="480060"/>
            <a:chOff x="609600" y="2824609"/>
            <a:chExt cx="3450878" cy="480060"/>
          </a:xfrm>
        </p:grpSpPr>
        <p:sp>
          <p:nvSpPr>
            <p:cNvPr id="51" name="Weave text 271: 꺼내"/>
            <p:cNvSpPr txBox="1"/>
            <p:nvPr/>
          </p:nvSpPr>
          <p:spPr>
            <a:xfrm>
              <a:off x="609600" y="2824609"/>
              <a:ext cx="524321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2" name="Weave text 271:  "/>
            <p:cNvSpPr txBox="1"/>
            <p:nvPr/>
          </p:nvSpPr>
          <p:spPr>
            <a:xfrm>
              <a:off x="1095673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3" name="Weave text 271: 쓰는"/>
            <p:cNvSpPr txBox="1"/>
            <p:nvPr/>
          </p:nvSpPr>
          <p:spPr>
            <a:xfrm>
              <a:off x="1154162" y="2824609"/>
              <a:ext cx="524470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4" name="Weave text 271:  "/>
            <p:cNvSpPr txBox="1"/>
            <p:nvPr/>
          </p:nvSpPr>
          <p:spPr>
            <a:xfrm>
              <a:off x="1640384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5" name="Weave text 271: 키보드를"/>
            <p:cNvSpPr txBox="1"/>
            <p:nvPr/>
          </p:nvSpPr>
          <p:spPr>
            <a:xfrm>
              <a:off x="1698873" y="2824609"/>
              <a:ext cx="1010692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키보드를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271:  "/>
            <p:cNvSpPr txBox="1"/>
            <p:nvPr/>
          </p:nvSpPr>
          <p:spPr>
            <a:xfrm>
              <a:off x="2671316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271: 연결합니다"/>
            <p:cNvSpPr txBox="1"/>
            <p:nvPr/>
          </p:nvSpPr>
          <p:spPr>
            <a:xfrm>
              <a:off x="2729805" y="2824609"/>
              <a:ext cx="1253579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8" name="Weave text 271: ."/>
            <p:cNvSpPr txBox="1"/>
            <p:nvPr/>
          </p:nvSpPr>
          <p:spPr>
            <a:xfrm>
              <a:off x="3945136" y="2824609"/>
              <a:ext cx="115342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72: 갤러리·삼성노트·캘린더에 남은 기록을"/>
          <p:cNvGrpSpPr/>
          <p:nvPr/>
        </p:nvGrpSpPr>
        <p:grpSpPr>
          <a:xfrm>
            <a:off x="609600" y="3434655"/>
            <a:ext cx="2671465" cy="312420"/>
            <a:chOff x="609600" y="3434655"/>
            <a:chExt cx="2671465" cy="312420"/>
          </a:xfrm>
        </p:grpSpPr>
        <p:sp>
          <p:nvSpPr>
            <p:cNvPr id="60" name="Weave text 272: 갤러리"/>
            <p:cNvSpPr txBox="1"/>
            <p:nvPr/>
          </p:nvSpPr>
          <p:spPr>
            <a:xfrm>
              <a:off x="609600" y="3434655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72: ·"/>
            <p:cNvSpPr txBox="1"/>
            <p:nvPr/>
          </p:nvSpPr>
          <p:spPr>
            <a:xfrm>
              <a:off x="1069925" y="3434655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72: 삼성노트"/>
            <p:cNvSpPr txBox="1"/>
            <p:nvPr/>
          </p:nvSpPr>
          <p:spPr>
            <a:xfrm>
              <a:off x="1115020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72: ·"/>
            <p:cNvSpPr txBox="1"/>
            <p:nvPr/>
          </p:nvSpPr>
          <p:spPr>
            <a:xfrm>
              <a:off x="1728788" y="3434655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72: 캘린더에"/>
            <p:cNvSpPr txBox="1"/>
            <p:nvPr/>
          </p:nvSpPr>
          <p:spPr>
            <a:xfrm>
              <a:off x="1773882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캘린더에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72:  "/>
            <p:cNvSpPr txBox="1"/>
            <p:nvPr/>
          </p:nvSpPr>
          <p:spPr>
            <a:xfrm>
              <a:off x="2387650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72: 남은"/>
            <p:cNvSpPr txBox="1"/>
            <p:nvPr/>
          </p:nvSpPr>
          <p:spPr>
            <a:xfrm>
              <a:off x="2431554" y="3434655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남은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72:  "/>
            <p:cNvSpPr txBox="1"/>
            <p:nvPr/>
          </p:nvSpPr>
          <p:spPr>
            <a:xfrm>
              <a:off x="2738438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72: 기록을"/>
            <p:cNvSpPr txBox="1"/>
            <p:nvPr/>
          </p:nvSpPr>
          <p:spPr>
            <a:xfrm>
              <a:off x="2782342" y="3434655"/>
              <a:ext cx="49872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9" name="Line 273: 대화와 검색이 이루어지는 삼성 키보드로."/>
          <p:cNvGrpSpPr/>
          <p:nvPr/>
        </p:nvGrpSpPr>
        <p:grpSpPr>
          <a:xfrm>
            <a:off x="609600" y="3743176"/>
            <a:ext cx="2867620" cy="312420"/>
            <a:chOff x="609600" y="3743176"/>
            <a:chExt cx="2867620" cy="312420"/>
          </a:xfrm>
        </p:grpSpPr>
        <p:sp>
          <p:nvSpPr>
            <p:cNvPr id="70" name="Weave text 273: 대화와"/>
            <p:cNvSpPr txBox="1"/>
            <p:nvPr/>
          </p:nvSpPr>
          <p:spPr>
            <a:xfrm>
              <a:off x="609600" y="3743176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73:  "/>
            <p:cNvSpPr txBox="1"/>
            <p:nvPr/>
          </p:nvSpPr>
          <p:spPr>
            <a:xfrm>
              <a:off x="1069925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73: 검색이"/>
            <p:cNvSpPr txBox="1"/>
            <p:nvPr/>
          </p:nvSpPr>
          <p:spPr>
            <a:xfrm>
              <a:off x="1113830" y="3743176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검색이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73:  "/>
            <p:cNvSpPr txBox="1"/>
            <p:nvPr/>
          </p:nvSpPr>
          <p:spPr>
            <a:xfrm>
              <a:off x="1574155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73: 이루어지는"/>
            <p:cNvSpPr txBox="1"/>
            <p:nvPr/>
          </p:nvSpPr>
          <p:spPr>
            <a:xfrm>
              <a:off x="1618059" y="3743176"/>
              <a:ext cx="8054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이루어지는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73:  "/>
            <p:cNvSpPr txBox="1"/>
            <p:nvPr/>
          </p:nvSpPr>
          <p:spPr>
            <a:xfrm>
              <a:off x="2385268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73: 삼성"/>
            <p:cNvSpPr txBox="1"/>
            <p:nvPr/>
          </p:nvSpPr>
          <p:spPr>
            <a:xfrm>
              <a:off x="2429173" y="3743176"/>
              <a:ext cx="34528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73:  "/>
            <p:cNvSpPr txBox="1"/>
            <p:nvPr/>
          </p:nvSpPr>
          <p:spPr>
            <a:xfrm>
              <a:off x="2736205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73: 키보드로"/>
            <p:cNvSpPr txBox="1"/>
            <p:nvPr/>
          </p:nvSpPr>
          <p:spPr>
            <a:xfrm>
              <a:off x="2780109" y="3743176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키보드로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73: ."/>
            <p:cNvSpPr txBox="1"/>
            <p:nvPr/>
          </p:nvSpPr>
          <p:spPr>
            <a:xfrm>
              <a:off x="3393877" y="3743176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0" name="Line 274: 이미 쓰고 있는 화면 안에서 기억을 활용합니다."/>
          <p:cNvGrpSpPr/>
          <p:nvPr/>
        </p:nvGrpSpPr>
        <p:grpSpPr>
          <a:xfrm>
            <a:off x="609600" y="4051697"/>
            <a:ext cx="3262312" cy="312420"/>
            <a:chOff x="609600" y="4051697"/>
            <a:chExt cx="3262312" cy="312420"/>
          </a:xfrm>
        </p:grpSpPr>
        <p:sp>
          <p:nvSpPr>
            <p:cNvPr id="81" name="Weave text 274: 이미"/>
            <p:cNvSpPr txBox="1"/>
            <p:nvPr/>
          </p:nvSpPr>
          <p:spPr>
            <a:xfrm>
              <a:off x="609600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이미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74:  "/>
            <p:cNvSpPr txBox="1"/>
            <p:nvPr/>
          </p:nvSpPr>
          <p:spPr>
            <a:xfrm>
              <a:off x="916484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74: 쓰고"/>
            <p:cNvSpPr txBox="1"/>
            <p:nvPr/>
          </p:nvSpPr>
          <p:spPr>
            <a:xfrm>
              <a:off x="960388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쓰고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74:  "/>
            <p:cNvSpPr txBox="1"/>
            <p:nvPr/>
          </p:nvSpPr>
          <p:spPr>
            <a:xfrm>
              <a:off x="1267271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74: 있는"/>
            <p:cNvSpPr txBox="1"/>
            <p:nvPr/>
          </p:nvSpPr>
          <p:spPr>
            <a:xfrm>
              <a:off x="1311176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있는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6" name="Weave text 274:  "/>
            <p:cNvSpPr txBox="1"/>
            <p:nvPr/>
          </p:nvSpPr>
          <p:spPr>
            <a:xfrm>
              <a:off x="1618059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7" name="Weave text 274: 화면"/>
            <p:cNvSpPr txBox="1"/>
            <p:nvPr/>
          </p:nvSpPr>
          <p:spPr>
            <a:xfrm>
              <a:off x="1661964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74:  "/>
            <p:cNvSpPr txBox="1"/>
            <p:nvPr/>
          </p:nvSpPr>
          <p:spPr>
            <a:xfrm>
              <a:off x="1968847" y="4051697"/>
              <a:ext cx="8230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74: 안에서"/>
            <p:cNvSpPr txBox="1"/>
            <p:nvPr/>
          </p:nvSpPr>
          <p:spPr>
            <a:xfrm>
              <a:off x="2012900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74:  "/>
            <p:cNvSpPr txBox="1"/>
            <p:nvPr/>
          </p:nvSpPr>
          <p:spPr>
            <a:xfrm>
              <a:off x="2473226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74: 기억을"/>
            <p:cNvSpPr txBox="1"/>
            <p:nvPr/>
          </p:nvSpPr>
          <p:spPr>
            <a:xfrm>
              <a:off x="2517130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274:  "/>
            <p:cNvSpPr txBox="1"/>
            <p:nvPr/>
          </p:nvSpPr>
          <p:spPr>
            <a:xfrm>
              <a:off x="2977455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274: 활용합니다"/>
            <p:cNvSpPr txBox="1"/>
            <p:nvPr/>
          </p:nvSpPr>
          <p:spPr>
            <a:xfrm>
              <a:off x="3021360" y="4051697"/>
              <a:ext cx="8054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74: ."/>
            <p:cNvSpPr txBox="1"/>
            <p:nvPr/>
          </p:nvSpPr>
          <p:spPr>
            <a:xfrm>
              <a:off x="3788569" y="4051697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5" name="Line 275: 개인화와 보호의 기반"/>
          <p:cNvGrpSpPr/>
          <p:nvPr/>
        </p:nvGrpSpPr>
        <p:grpSpPr>
          <a:xfrm>
            <a:off x="609600" y="4788843"/>
            <a:ext cx="1048941" cy="220980"/>
            <a:chOff x="609600" y="4788843"/>
            <a:chExt cx="1048941" cy="220980"/>
          </a:xfrm>
        </p:grpSpPr>
        <p:sp>
          <p:nvSpPr>
            <p:cNvPr id="96" name="Weave text 275: 개인화와"/>
            <p:cNvSpPr txBox="1"/>
            <p:nvPr/>
          </p:nvSpPr>
          <p:spPr>
            <a:xfrm>
              <a:off x="609600" y="4788843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개인화와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75:  "/>
            <p:cNvSpPr txBox="1"/>
            <p:nvPr/>
          </p:nvSpPr>
          <p:spPr>
            <a:xfrm>
              <a:off x="1030188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75: 보호의"/>
            <p:cNvSpPr txBox="1"/>
            <p:nvPr/>
          </p:nvSpPr>
          <p:spPr>
            <a:xfrm>
              <a:off x="1062335" y="4788843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보호의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75:  "/>
            <p:cNvSpPr txBox="1"/>
            <p:nvPr/>
          </p:nvSpPr>
          <p:spPr>
            <a:xfrm>
              <a:off x="1377702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75: 기반"/>
            <p:cNvSpPr txBox="1"/>
            <p:nvPr/>
          </p:nvSpPr>
          <p:spPr>
            <a:xfrm>
              <a:off x="1409849" y="4788843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276: Personal Data Engine · KEEP · Knox Vault"/>
          <p:cNvGrpSpPr/>
          <p:nvPr/>
        </p:nvGrpSpPr>
        <p:grpSpPr>
          <a:xfrm>
            <a:off x="609600" y="5055543"/>
            <a:ext cx="3564136" cy="342900"/>
            <a:chOff x="609600" y="5055543"/>
            <a:chExt cx="3564136" cy="342900"/>
          </a:xfrm>
        </p:grpSpPr>
        <p:sp>
          <p:nvSpPr>
            <p:cNvPr id="102" name="Weave text 276: Personal Data Engine · KEEP · Knox V"/>
            <p:cNvSpPr txBox="1"/>
            <p:nvPr/>
          </p:nvSpPr>
          <p:spPr>
            <a:xfrm>
              <a:off x="609600" y="5055543"/>
              <a:ext cx="356413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38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38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Personal Data Engine · KEEP · Knox Vault</a:t>
              </a:r>
              <a:endParaRPr sz="1500" b="0" i="0" spc="-38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03" name="Line 277: 삼성의 개인화·보안 기반과 연계하는 방향으로 검토합니다."/>
          <p:cNvGrpSpPr/>
          <p:nvPr/>
        </p:nvGrpSpPr>
        <p:grpSpPr>
          <a:xfrm>
            <a:off x="609600" y="5436543"/>
            <a:ext cx="3246834" cy="251460"/>
            <a:chOff x="609600" y="5436543"/>
            <a:chExt cx="3246834" cy="251460"/>
          </a:xfrm>
        </p:grpSpPr>
        <p:sp>
          <p:nvSpPr>
            <p:cNvPr id="104" name="Weave text 277: 삼성의"/>
            <p:cNvSpPr txBox="1"/>
            <p:nvPr/>
          </p:nvSpPr>
          <p:spPr>
            <a:xfrm>
              <a:off x="609600" y="54365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77:  "/>
            <p:cNvSpPr txBox="1"/>
            <p:nvPr/>
          </p:nvSpPr>
          <p:spPr>
            <a:xfrm>
              <a:off x="977503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77: 개인화"/>
            <p:cNvSpPr txBox="1"/>
            <p:nvPr/>
          </p:nvSpPr>
          <p:spPr>
            <a:xfrm>
              <a:off x="1015008" y="5436543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개인화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277: ·"/>
            <p:cNvSpPr txBox="1"/>
            <p:nvPr/>
          </p:nvSpPr>
          <p:spPr>
            <a:xfrm>
              <a:off x="1383060" y="5436543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77: 보안"/>
            <p:cNvSpPr txBox="1"/>
            <p:nvPr/>
          </p:nvSpPr>
          <p:spPr>
            <a:xfrm>
              <a:off x="1421606" y="543654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보안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77:  "/>
            <p:cNvSpPr txBox="1"/>
            <p:nvPr/>
          </p:nvSpPr>
          <p:spPr>
            <a:xfrm>
              <a:off x="1666875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77: 기반과"/>
            <p:cNvSpPr txBox="1"/>
            <p:nvPr/>
          </p:nvSpPr>
          <p:spPr>
            <a:xfrm>
              <a:off x="1704380" y="5436543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기반과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77:  "/>
            <p:cNvSpPr txBox="1"/>
            <p:nvPr/>
          </p:nvSpPr>
          <p:spPr>
            <a:xfrm>
              <a:off x="2072432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77: 연계하는"/>
            <p:cNvSpPr txBox="1"/>
            <p:nvPr/>
          </p:nvSpPr>
          <p:spPr>
            <a:xfrm>
              <a:off x="2109936" y="543654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연계하는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77:  "/>
            <p:cNvSpPr txBox="1"/>
            <p:nvPr/>
          </p:nvSpPr>
          <p:spPr>
            <a:xfrm>
              <a:off x="2600623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77: 방향으로"/>
            <p:cNvSpPr txBox="1"/>
            <p:nvPr/>
          </p:nvSpPr>
          <p:spPr>
            <a:xfrm>
              <a:off x="2638127" y="5436543"/>
              <a:ext cx="52908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방향으로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77:  "/>
            <p:cNvSpPr txBox="1"/>
            <p:nvPr/>
          </p:nvSpPr>
          <p:spPr>
            <a:xfrm>
              <a:off x="3128962" y="543654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77: 검토합니다"/>
            <p:cNvSpPr txBox="1"/>
            <p:nvPr/>
          </p:nvSpPr>
          <p:spPr>
            <a:xfrm>
              <a:off x="3166467" y="5436543"/>
              <a:ext cx="65157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검토합니다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77: ."/>
            <p:cNvSpPr txBox="1"/>
            <p:nvPr/>
          </p:nvSpPr>
          <p:spPr>
            <a:xfrm>
              <a:off x="3779788" y="543654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8" name="Line 278: 왜 지금인가?"/>
          <p:cNvGrpSpPr/>
          <p:nvPr/>
        </p:nvGrpSpPr>
        <p:grpSpPr>
          <a:xfrm>
            <a:off x="6496050" y="2028825"/>
            <a:ext cx="809030" cy="266700"/>
            <a:chOff x="6496050" y="2028825"/>
            <a:chExt cx="809030" cy="266700"/>
          </a:xfrm>
        </p:grpSpPr>
        <p:sp>
          <p:nvSpPr>
            <p:cNvPr id="119" name="Weave text 278: 왜"/>
            <p:cNvSpPr txBox="1"/>
            <p:nvPr/>
          </p:nvSpPr>
          <p:spPr>
            <a:xfrm>
              <a:off x="6496050" y="2028825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왜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0" name="Weave text 278:  "/>
            <p:cNvSpPr txBox="1"/>
            <p:nvPr/>
          </p:nvSpPr>
          <p:spPr>
            <a:xfrm>
              <a:off x="6627465" y="2028825"/>
              <a:ext cx="7426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1" name="Weave text 278: 지금인가"/>
            <p:cNvSpPr txBox="1"/>
            <p:nvPr/>
          </p:nvSpPr>
          <p:spPr>
            <a:xfrm>
              <a:off x="6663482" y="2028825"/>
              <a:ext cx="563910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지금인가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2" name="Weave text 278: ?"/>
            <p:cNvSpPr txBox="1"/>
            <p:nvPr/>
          </p:nvSpPr>
          <p:spPr>
            <a:xfrm>
              <a:off x="7189143" y="2028825"/>
              <a:ext cx="115937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279: 기기 안에서 이해하고,"/>
          <p:cNvGrpSpPr/>
          <p:nvPr/>
        </p:nvGrpSpPr>
        <p:grpSpPr>
          <a:xfrm>
            <a:off x="6496050" y="2424112"/>
            <a:ext cx="2419945" cy="480060"/>
            <a:chOff x="6496050" y="2424112"/>
            <a:chExt cx="2419945" cy="480060"/>
          </a:xfrm>
        </p:grpSpPr>
        <p:sp>
          <p:nvSpPr>
            <p:cNvPr id="124" name="Weave text 279: 기기"/>
            <p:cNvSpPr txBox="1"/>
            <p:nvPr/>
          </p:nvSpPr>
          <p:spPr>
            <a:xfrm>
              <a:off x="6496050" y="2424112"/>
              <a:ext cx="524321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5" name="Weave text 279:  "/>
            <p:cNvSpPr txBox="1"/>
            <p:nvPr/>
          </p:nvSpPr>
          <p:spPr>
            <a:xfrm>
              <a:off x="6982123" y="2424112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6" name="Weave text 279: 안에서"/>
            <p:cNvSpPr txBox="1"/>
            <p:nvPr/>
          </p:nvSpPr>
          <p:spPr>
            <a:xfrm>
              <a:off x="7040612" y="2424112"/>
              <a:ext cx="767507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7" name="Weave text 279:  "/>
            <p:cNvSpPr txBox="1"/>
            <p:nvPr/>
          </p:nvSpPr>
          <p:spPr>
            <a:xfrm>
              <a:off x="7769870" y="2424112"/>
              <a:ext cx="96887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8" name="Weave text 279: 이해하고"/>
            <p:cNvSpPr txBox="1"/>
            <p:nvPr/>
          </p:nvSpPr>
          <p:spPr>
            <a:xfrm>
              <a:off x="7828508" y="2424112"/>
              <a:ext cx="1010543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이해하고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9" name="Weave text 279: ,"/>
            <p:cNvSpPr txBox="1"/>
            <p:nvPr/>
          </p:nvSpPr>
          <p:spPr>
            <a:xfrm>
              <a:off x="8800802" y="2424112"/>
              <a:ext cx="115193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30" name="Line 280: 실제 사용으로 이어갈 때입니다."/>
          <p:cNvGrpSpPr/>
          <p:nvPr/>
        </p:nvGrpSpPr>
        <p:grpSpPr>
          <a:xfrm>
            <a:off x="6496050" y="2824609"/>
            <a:ext cx="3450878" cy="480060"/>
            <a:chOff x="6496050" y="2824609"/>
            <a:chExt cx="3450878" cy="480060"/>
          </a:xfrm>
        </p:grpSpPr>
        <p:sp>
          <p:nvSpPr>
            <p:cNvPr id="131" name="Weave text 280: 실제"/>
            <p:cNvSpPr txBox="1"/>
            <p:nvPr/>
          </p:nvSpPr>
          <p:spPr>
            <a:xfrm>
              <a:off x="6496050" y="2824609"/>
              <a:ext cx="524321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실제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80:  "/>
            <p:cNvSpPr txBox="1"/>
            <p:nvPr/>
          </p:nvSpPr>
          <p:spPr>
            <a:xfrm>
              <a:off x="6982123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80: 사용으로"/>
            <p:cNvSpPr txBox="1"/>
            <p:nvPr/>
          </p:nvSpPr>
          <p:spPr>
            <a:xfrm>
              <a:off x="7040612" y="2824609"/>
              <a:ext cx="1010692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사용으로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80:  "/>
            <p:cNvSpPr txBox="1"/>
            <p:nvPr/>
          </p:nvSpPr>
          <p:spPr>
            <a:xfrm>
              <a:off x="8013055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80: 이어갈"/>
            <p:cNvSpPr txBox="1"/>
            <p:nvPr/>
          </p:nvSpPr>
          <p:spPr>
            <a:xfrm>
              <a:off x="8071545" y="2824609"/>
              <a:ext cx="767507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이어갈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80:  "/>
            <p:cNvSpPr txBox="1"/>
            <p:nvPr/>
          </p:nvSpPr>
          <p:spPr>
            <a:xfrm>
              <a:off x="8800802" y="2824609"/>
              <a:ext cx="96738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80: 때입니다"/>
            <p:cNvSpPr txBox="1"/>
            <p:nvPr/>
          </p:nvSpPr>
          <p:spPr>
            <a:xfrm>
              <a:off x="8859292" y="2824609"/>
              <a:ext cx="1010543" cy="438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때입니다</a:t>
              </a:r>
              <a:endParaRPr sz="2175" b="0" i="0" spc="-8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80: ."/>
            <p:cNvSpPr txBox="1"/>
            <p:nvPr/>
          </p:nvSpPr>
          <p:spPr>
            <a:xfrm>
              <a:off x="9831586" y="2824609"/>
              <a:ext cx="115342" cy="37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75" b="0" i="0" spc="-8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175" b="0" i="0" spc="-8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39" name="Line 281: 텍스트·이미지를 처리하는 온디바이스 API와"/>
          <p:cNvGrpSpPr/>
          <p:nvPr/>
        </p:nvGrpSpPr>
        <p:grpSpPr>
          <a:xfrm>
            <a:off x="6496050" y="3434655"/>
            <a:ext cx="3084612" cy="312420"/>
            <a:chOff x="6496050" y="3434655"/>
            <a:chExt cx="3084612" cy="312420"/>
          </a:xfrm>
        </p:grpSpPr>
        <p:sp>
          <p:nvSpPr>
            <p:cNvPr id="140" name="Weave text 281: 텍스트"/>
            <p:cNvSpPr txBox="1"/>
            <p:nvPr/>
          </p:nvSpPr>
          <p:spPr>
            <a:xfrm>
              <a:off x="6496050" y="3434655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텍스트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281: ·"/>
            <p:cNvSpPr txBox="1"/>
            <p:nvPr/>
          </p:nvSpPr>
          <p:spPr>
            <a:xfrm>
              <a:off x="6956375" y="3434655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281: 이미지를"/>
            <p:cNvSpPr txBox="1"/>
            <p:nvPr/>
          </p:nvSpPr>
          <p:spPr>
            <a:xfrm>
              <a:off x="7001470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이미지를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281:  "/>
            <p:cNvSpPr txBox="1"/>
            <p:nvPr/>
          </p:nvSpPr>
          <p:spPr>
            <a:xfrm>
              <a:off x="7615238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281: 처리하는"/>
            <p:cNvSpPr txBox="1"/>
            <p:nvPr/>
          </p:nvSpPr>
          <p:spPr>
            <a:xfrm>
              <a:off x="7659142" y="3434655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처리하는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281:  "/>
            <p:cNvSpPr txBox="1"/>
            <p:nvPr/>
          </p:nvSpPr>
          <p:spPr>
            <a:xfrm>
              <a:off x="8272909" y="3434655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281: 온디바이스"/>
            <p:cNvSpPr txBox="1"/>
            <p:nvPr/>
          </p:nvSpPr>
          <p:spPr>
            <a:xfrm>
              <a:off x="8316813" y="3434655"/>
              <a:ext cx="8056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281:  API"/>
            <p:cNvSpPr txBox="1"/>
            <p:nvPr/>
          </p:nvSpPr>
          <p:spPr>
            <a:xfrm>
              <a:off x="9084171" y="3434655"/>
              <a:ext cx="34304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API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281: 와"/>
            <p:cNvSpPr txBox="1"/>
            <p:nvPr/>
          </p:nvSpPr>
          <p:spPr>
            <a:xfrm>
              <a:off x="9388971" y="3434655"/>
              <a:ext cx="19169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와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9" name="Line 282: 경량 모델의 개발·실행 환경이 갖춰지고 있습니다."/>
          <p:cNvGrpSpPr/>
          <p:nvPr/>
        </p:nvGrpSpPr>
        <p:grpSpPr>
          <a:xfrm>
            <a:off x="6496050" y="3743176"/>
            <a:ext cx="3416945" cy="312420"/>
            <a:chOff x="6496050" y="3743176"/>
            <a:chExt cx="3416945" cy="312420"/>
          </a:xfrm>
        </p:grpSpPr>
        <p:sp>
          <p:nvSpPr>
            <p:cNvPr id="150" name="Weave text 282: 경량"/>
            <p:cNvSpPr txBox="1"/>
            <p:nvPr/>
          </p:nvSpPr>
          <p:spPr>
            <a:xfrm>
              <a:off x="6496050" y="3743176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82:  "/>
            <p:cNvSpPr txBox="1"/>
            <p:nvPr/>
          </p:nvSpPr>
          <p:spPr>
            <a:xfrm>
              <a:off x="6802934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82: 모델의"/>
            <p:cNvSpPr txBox="1"/>
            <p:nvPr/>
          </p:nvSpPr>
          <p:spPr>
            <a:xfrm>
              <a:off x="6846838" y="3743176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모델의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82:  "/>
            <p:cNvSpPr txBox="1"/>
            <p:nvPr/>
          </p:nvSpPr>
          <p:spPr>
            <a:xfrm>
              <a:off x="7307163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82: 개발"/>
            <p:cNvSpPr txBox="1"/>
            <p:nvPr/>
          </p:nvSpPr>
          <p:spPr>
            <a:xfrm>
              <a:off x="7351068" y="3743176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개발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82: ·"/>
            <p:cNvSpPr txBox="1"/>
            <p:nvPr/>
          </p:nvSpPr>
          <p:spPr>
            <a:xfrm>
              <a:off x="7657951" y="3743176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82: 실행"/>
            <p:cNvSpPr txBox="1"/>
            <p:nvPr/>
          </p:nvSpPr>
          <p:spPr>
            <a:xfrm>
              <a:off x="7703046" y="3743176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282:  "/>
            <p:cNvSpPr txBox="1"/>
            <p:nvPr/>
          </p:nvSpPr>
          <p:spPr>
            <a:xfrm>
              <a:off x="8009930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282: 환경이"/>
            <p:cNvSpPr txBox="1"/>
            <p:nvPr/>
          </p:nvSpPr>
          <p:spPr>
            <a:xfrm>
              <a:off x="8053834" y="3743176"/>
              <a:ext cx="49872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환경이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82:  "/>
            <p:cNvSpPr txBox="1"/>
            <p:nvPr/>
          </p:nvSpPr>
          <p:spPr>
            <a:xfrm>
              <a:off x="8514308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82: 갖춰지고"/>
            <p:cNvSpPr txBox="1"/>
            <p:nvPr/>
          </p:nvSpPr>
          <p:spPr>
            <a:xfrm>
              <a:off x="8558212" y="3743176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갖춰지고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82:  "/>
            <p:cNvSpPr txBox="1"/>
            <p:nvPr/>
          </p:nvSpPr>
          <p:spPr>
            <a:xfrm>
              <a:off x="9171980" y="3743176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82: 있습니다"/>
            <p:cNvSpPr txBox="1"/>
            <p:nvPr/>
          </p:nvSpPr>
          <p:spPr>
            <a:xfrm>
              <a:off x="9215884" y="3743176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82: ."/>
            <p:cNvSpPr txBox="1"/>
            <p:nvPr/>
          </p:nvSpPr>
          <p:spPr>
            <a:xfrm>
              <a:off x="9829651" y="3743176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4" name="Line 283: 이제 내 기록을 정확히 찾아 쓰는 과정에 집중합니다."/>
          <p:cNvGrpSpPr/>
          <p:nvPr/>
        </p:nvGrpSpPr>
        <p:grpSpPr>
          <a:xfrm>
            <a:off x="6496050" y="4051697"/>
            <a:ext cx="3613249" cy="312420"/>
            <a:chOff x="6496050" y="4051697"/>
            <a:chExt cx="3613249" cy="312420"/>
          </a:xfrm>
        </p:grpSpPr>
        <p:sp>
          <p:nvSpPr>
            <p:cNvPr id="165" name="Weave text 283: 이제"/>
            <p:cNvSpPr txBox="1"/>
            <p:nvPr/>
          </p:nvSpPr>
          <p:spPr>
            <a:xfrm>
              <a:off x="6496050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이제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83:  "/>
            <p:cNvSpPr txBox="1"/>
            <p:nvPr/>
          </p:nvSpPr>
          <p:spPr>
            <a:xfrm>
              <a:off x="6802934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83: 내"/>
            <p:cNvSpPr txBox="1"/>
            <p:nvPr/>
          </p:nvSpPr>
          <p:spPr>
            <a:xfrm>
              <a:off x="6846838" y="4051697"/>
              <a:ext cx="19169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83:  "/>
            <p:cNvSpPr txBox="1"/>
            <p:nvPr/>
          </p:nvSpPr>
          <p:spPr>
            <a:xfrm>
              <a:off x="7000280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283: 기록을"/>
            <p:cNvSpPr txBox="1"/>
            <p:nvPr/>
          </p:nvSpPr>
          <p:spPr>
            <a:xfrm>
              <a:off x="7044184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283:  "/>
            <p:cNvSpPr txBox="1"/>
            <p:nvPr/>
          </p:nvSpPr>
          <p:spPr>
            <a:xfrm>
              <a:off x="7504509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283: 정확히"/>
            <p:cNvSpPr txBox="1"/>
            <p:nvPr/>
          </p:nvSpPr>
          <p:spPr>
            <a:xfrm>
              <a:off x="7548414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283:  "/>
            <p:cNvSpPr txBox="1"/>
            <p:nvPr/>
          </p:nvSpPr>
          <p:spPr>
            <a:xfrm>
              <a:off x="8008739" y="4051697"/>
              <a:ext cx="8230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283: 찾아"/>
            <p:cNvSpPr txBox="1"/>
            <p:nvPr/>
          </p:nvSpPr>
          <p:spPr>
            <a:xfrm>
              <a:off x="8052792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찾아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283:  "/>
            <p:cNvSpPr txBox="1"/>
            <p:nvPr/>
          </p:nvSpPr>
          <p:spPr>
            <a:xfrm>
              <a:off x="8359676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283: 쓰는"/>
            <p:cNvSpPr txBox="1"/>
            <p:nvPr/>
          </p:nvSpPr>
          <p:spPr>
            <a:xfrm>
              <a:off x="8403580" y="4051697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쓰는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283:  "/>
            <p:cNvSpPr txBox="1"/>
            <p:nvPr/>
          </p:nvSpPr>
          <p:spPr>
            <a:xfrm>
              <a:off x="8710464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283: 과정에"/>
            <p:cNvSpPr txBox="1"/>
            <p:nvPr/>
          </p:nvSpPr>
          <p:spPr>
            <a:xfrm>
              <a:off x="8754368" y="4051697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과정에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283:  "/>
            <p:cNvSpPr txBox="1"/>
            <p:nvPr/>
          </p:nvSpPr>
          <p:spPr>
            <a:xfrm>
              <a:off x="9214693" y="4051697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283: 집중합니다"/>
            <p:cNvSpPr txBox="1"/>
            <p:nvPr/>
          </p:nvSpPr>
          <p:spPr>
            <a:xfrm>
              <a:off x="9258598" y="4051697"/>
              <a:ext cx="8056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Noto Sans KR"/>
                  <a:ea typeface="Noto Sans KR"/>
                  <a:cs typeface="Noto Sans KR"/>
                </a:rPr>
                <a:t xml:space="preserve">집중합니다</a:t>
              </a:r>
              <a:endParaRPr sz="1350" b="0" i="0" spc="-34" kern="0" lang="ko-KR" altLang="en-US" dirty="0">
                <a:solidFill>
                  <a:srgbClr val="BAC6D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283: ."/>
            <p:cNvSpPr txBox="1"/>
            <p:nvPr/>
          </p:nvSpPr>
          <p:spPr>
            <a:xfrm>
              <a:off x="10025955" y="4051697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BAC6D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-34" kern="0" lang="ko-KR" altLang="en-US" dirty="0">
                <a:solidFill>
                  <a:srgbClr val="BAC6D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1" name="Line 284: Weave가 집중할 것"/>
          <p:cNvGrpSpPr/>
          <p:nvPr/>
        </p:nvGrpSpPr>
        <p:grpSpPr>
          <a:xfrm>
            <a:off x="6496050" y="4788843"/>
            <a:ext cx="994023" cy="220980"/>
            <a:chOff x="6496050" y="4788843"/>
            <a:chExt cx="994023" cy="220980"/>
          </a:xfrm>
        </p:grpSpPr>
        <p:sp>
          <p:nvSpPr>
            <p:cNvPr id="182" name="Weave text 284: Weave"/>
            <p:cNvSpPr txBox="1"/>
            <p:nvPr/>
          </p:nvSpPr>
          <p:spPr>
            <a:xfrm>
              <a:off x="6496050" y="4788843"/>
              <a:ext cx="40392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284: 가"/>
            <p:cNvSpPr txBox="1"/>
            <p:nvPr/>
          </p:nvSpPr>
          <p:spPr>
            <a:xfrm>
              <a:off x="6861721" y="4788843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가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284:  "/>
            <p:cNvSpPr txBox="1"/>
            <p:nvPr/>
          </p:nvSpPr>
          <p:spPr>
            <a:xfrm>
              <a:off x="6966793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284: 집중할"/>
            <p:cNvSpPr txBox="1"/>
            <p:nvPr/>
          </p:nvSpPr>
          <p:spPr>
            <a:xfrm>
              <a:off x="6998940" y="4788843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집중할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284:  "/>
            <p:cNvSpPr txBox="1"/>
            <p:nvPr/>
          </p:nvSpPr>
          <p:spPr>
            <a:xfrm>
              <a:off x="7314456" y="4788843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F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284: 것"/>
            <p:cNvSpPr txBox="1"/>
            <p:nvPr/>
          </p:nvSpPr>
          <p:spPr>
            <a:xfrm>
              <a:off x="7346603" y="4788843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F9DB7"/>
                  </a:solidFill>
                  <a:latin typeface="Noto Sans KR"/>
                  <a:ea typeface="Noto Sans KR"/>
                  <a:cs typeface="Noto Sans KR"/>
                </a:rPr>
                <a:t xml:space="preserve">것</a:t>
              </a:r>
              <a:endParaRPr sz="900" b="0" i="0" spc="0" kern="0" lang="ko-KR" altLang="en-US" dirty="0">
                <a:solidFill>
                  <a:srgbClr val="8F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8" name="Line 285: 더 많이 저장하는 것보다,"/>
          <p:cNvGrpSpPr/>
          <p:nvPr/>
        </p:nvGrpSpPr>
        <p:grpSpPr>
          <a:xfrm>
            <a:off x="6496050" y="5055543"/>
            <a:ext cx="2203252" cy="388620"/>
            <a:chOff x="6496050" y="5055543"/>
            <a:chExt cx="2203252" cy="388620"/>
          </a:xfrm>
        </p:grpSpPr>
        <p:sp>
          <p:nvSpPr>
            <p:cNvPr id="189" name="Weave text 285: 더"/>
            <p:cNvSpPr txBox="1"/>
            <p:nvPr/>
          </p:nvSpPr>
          <p:spPr>
            <a:xfrm>
              <a:off x="6496050" y="5055543"/>
              <a:ext cx="233214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더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0" name="Weave text 285:  "/>
            <p:cNvSpPr txBox="1"/>
            <p:nvPr/>
          </p:nvSpPr>
          <p:spPr>
            <a:xfrm>
              <a:off x="6691015" y="5055543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1" name="Weave text 285: 많이"/>
            <p:cNvSpPr txBox="1"/>
            <p:nvPr/>
          </p:nvSpPr>
          <p:spPr>
            <a:xfrm>
              <a:off x="6742807" y="5055543"/>
              <a:ext cx="42817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많이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2" name="Weave text 285:  "/>
            <p:cNvSpPr txBox="1"/>
            <p:nvPr/>
          </p:nvSpPr>
          <p:spPr>
            <a:xfrm>
              <a:off x="7132737" y="5055543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3" name="Weave text 285: 저장하는"/>
            <p:cNvSpPr txBox="1"/>
            <p:nvPr/>
          </p:nvSpPr>
          <p:spPr>
            <a:xfrm>
              <a:off x="7184529" y="5055543"/>
              <a:ext cx="81825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저장하는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4" name="Weave text 285:  "/>
            <p:cNvSpPr txBox="1"/>
            <p:nvPr/>
          </p:nvSpPr>
          <p:spPr>
            <a:xfrm>
              <a:off x="7964537" y="5055543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95" name="Weave text 285: 것보다"/>
            <p:cNvSpPr txBox="1"/>
            <p:nvPr/>
          </p:nvSpPr>
          <p:spPr>
            <a:xfrm>
              <a:off x="8016329" y="5055543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것보다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6" name="Weave text 285: ,"/>
            <p:cNvSpPr txBox="1"/>
            <p:nvPr/>
          </p:nvSpPr>
          <p:spPr>
            <a:xfrm>
              <a:off x="8601224" y="5055543"/>
              <a:ext cx="98078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97" name="Line 286: 필요한 순간 꺼내 쓰는 경험."/>
          <p:cNvGrpSpPr/>
          <p:nvPr/>
        </p:nvGrpSpPr>
        <p:grpSpPr>
          <a:xfrm>
            <a:off x="6496050" y="5395020"/>
            <a:ext cx="2450157" cy="388620"/>
            <a:chOff x="6496050" y="5395020"/>
            <a:chExt cx="2450157" cy="388620"/>
          </a:xfrm>
        </p:grpSpPr>
        <p:sp>
          <p:nvSpPr>
            <p:cNvPr id="198" name="Weave text 286: 필요한"/>
            <p:cNvSpPr txBox="1"/>
            <p:nvPr/>
          </p:nvSpPr>
          <p:spPr>
            <a:xfrm>
              <a:off x="6496050" y="5395020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99" name="Weave text 286:  "/>
            <p:cNvSpPr txBox="1"/>
            <p:nvPr/>
          </p:nvSpPr>
          <p:spPr>
            <a:xfrm>
              <a:off x="7080945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0" name="Weave text 286: 순간"/>
            <p:cNvSpPr txBox="1"/>
            <p:nvPr/>
          </p:nvSpPr>
          <p:spPr>
            <a:xfrm>
              <a:off x="7132737" y="5395020"/>
              <a:ext cx="42817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1" name="Weave text 286:  "/>
            <p:cNvSpPr txBox="1"/>
            <p:nvPr/>
          </p:nvSpPr>
          <p:spPr>
            <a:xfrm>
              <a:off x="7522666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2" name="Weave text 286: 꺼내"/>
            <p:cNvSpPr txBox="1"/>
            <p:nvPr/>
          </p:nvSpPr>
          <p:spPr>
            <a:xfrm>
              <a:off x="7574459" y="5395020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꺼내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3" name="Weave text 286:  "/>
            <p:cNvSpPr txBox="1"/>
            <p:nvPr/>
          </p:nvSpPr>
          <p:spPr>
            <a:xfrm>
              <a:off x="7964537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4" name="Weave text 286: 쓰는"/>
            <p:cNvSpPr txBox="1"/>
            <p:nvPr/>
          </p:nvSpPr>
          <p:spPr>
            <a:xfrm>
              <a:off x="8016329" y="5395020"/>
              <a:ext cx="428179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5" name="Weave text 286:  "/>
            <p:cNvSpPr txBox="1"/>
            <p:nvPr/>
          </p:nvSpPr>
          <p:spPr>
            <a:xfrm>
              <a:off x="8406259" y="5395020"/>
              <a:ext cx="90041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06" name="Weave text 286: 경험"/>
            <p:cNvSpPr txBox="1"/>
            <p:nvPr/>
          </p:nvSpPr>
          <p:spPr>
            <a:xfrm>
              <a:off x="8458051" y="5395020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1725" b="0" i="0" spc="-52" kern="0" lang="ko-KR" altLang="en-US" dirty="0">
                <a:solidFill>
                  <a:srgbClr val="D5C6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07" name="Weave text 286: ."/>
            <p:cNvSpPr txBox="1"/>
            <p:nvPr/>
          </p:nvSpPr>
          <p:spPr>
            <a:xfrm>
              <a:off x="8848130" y="5395020"/>
              <a:ext cx="98078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725" b="0" i="0" spc="-52" kern="0" lang="ko-KR" altLang="en-US" dirty="0">
                  <a:solidFill>
                    <a:srgbClr val="D5C6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725" b="0" i="0" spc="-52" kern="0" lang="ko-KR" altLang="en-US" dirty="0">
                <a:solidFill>
                  <a:srgbClr val="D5C6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208" name="Line 287: Samsung: PDE · KEEP · Knox Vault">
            <a:hlinkClick r:id="rIdWeaveLink287"/>
          </p:cNvPr>
          <p:cNvGrpSpPr/>
          <p:nvPr/>
        </p:nvGrpSpPr>
        <p:grpSpPr>
          <a:xfrm>
            <a:off x="609600" y="6029325"/>
            <a:ext cx="1580257" cy="190500"/>
            <a:chOff x="609600" y="6029325"/>
            <a:chExt cx="1580257" cy="190500"/>
          </a:xfrm>
        </p:grpSpPr>
        <p:sp>
          <p:nvSpPr>
            <p:cNvPr id="209" name="Weave text 287: Samsung: PDE · KEEP · Knox Vault">
              <a:hlinkClick r:id="rIdWeaveLink287"/>
            </p:cNvPr>
            <p:cNvSpPr txBox="1"/>
            <p:nvPr/>
          </p:nvSpPr>
          <p:spPr>
            <a:xfrm>
              <a:off x="609600" y="6029325"/>
              <a:ext cx="1580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Samsung: PDE · KEEP · Knox Vault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0" name="Line 288:  · "/>
          <p:cNvGrpSpPr/>
          <p:nvPr/>
        </p:nvGrpSpPr>
        <p:grpSpPr>
          <a:xfrm>
            <a:off x="2151757" y="6029325"/>
            <a:ext cx="119211" cy="190500"/>
            <a:chOff x="2151757" y="6029325"/>
            <a:chExt cx="119211" cy="190500"/>
          </a:xfrm>
        </p:grpSpPr>
        <p:sp>
          <p:nvSpPr>
            <p:cNvPr id="211" name="Weave text 288:  · "/>
            <p:cNvSpPr txBox="1"/>
            <p:nvPr/>
          </p:nvSpPr>
          <p:spPr>
            <a:xfrm>
              <a:off x="2151757" y="6029325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2" name="Line 289: Google: 온디바이스 GenAI API">
            <a:hlinkClick r:id="rIdWeaveLink289"/>
          </p:cNvPr>
          <p:cNvGrpSpPr/>
          <p:nvPr/>
        </p:nvGrpSpPr>
        <p:grpSpPr>
          <a:xfrm>
            <a:off x="2232868" y="6029325"/>
            <a:ext cx="1332756" cy="190500"/>
            <a:chOff x="2232868" y="6029325"/>
            <a:chExt cx="1332756" cy="190500"/>
          </a:xfrm>
        </p:grpSpPr>
        <p:sp>
          <p:nvSpPr>
            <p:cNvPr id="213" name="Weave text 289: Google: ">
              <a:hlinkClick r:id="rIdWeaveLink289"/>
            </p:cNvPr>
            <p:cNvSpPr txBox="1"/>
            <p:nvPr/>
          </p:nvSpPr>
          <p:spPr>
            <a:xfrm>
              <a:off x="2232868" y="6029325"/>
              <a:ext cx="41463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Google: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89: 온디바이스">
              <a:hlinkClick r:id="rIdWeaveLink289"/>
            </p:cNvPr>
            <p:cNvSpPr txBox="1"/>
            <p:nvPr/>
          </p:nvSpPr>
          <p:spPr>
            <a:xfrm>
              <a:off x="2609404" y="6029325"/>
              <a:ext cx="47625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89:  GenAI API">
              <a:hlinkClick r:id="rIdWeaveLink289"/>
            </p:cNvPr>
            <p:cNvSpPr txBox="1"/>
            <p:nvPr/>
          </p:nvSpPr>
          <p:spPr>
            <a:xfrm>
              <a:off x="3047405" y="6029325"/>
              <a:ext cx="51822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GenAI API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6" name="Line 290:  · Weave는 제안 설계이며 실제 연동·지원 범위는 검증 대상"/>
          <p:cNvGrpSpPr/>
          <p:nvPr/>
        </p:nvGrpSpPr>
        <p:grpSpPr>
          <a:xfrm>
            <a:off x="3527524" y="6029325"/>
            <a:ext cx="2391519" cy="190500"/>
            <a:chOff x="3527524" y="6029325"/>
            <a:chExt cx="2391519" cy="190500"/>
          </a:xfrm>
        </p:grpSpPr>
        <p:sp>
          <p:nvSpPr>
            <p:cNvPr id="217" name="Weave text 290:  · Weave"/>
            <p:cNvSpPr txBox="1"/>
            <p:nvPr/>
          </p:nvSpPr>
          <p:spPr>
            <a:xfrm>
              <a:off x="3527524" y="6029325"/>
              <a:ext cx="4240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90: 는"/>
            <p:cNvSpPr txBox="1"/>
            <p:nvPr/>
          </p:nvSpPr>
          <p:spPr>
            <a:xfrm>
              <a:off x="3913287" y="6029325"/>
              <a:ext cx="12576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90:  "/>
            <p:cNvSpPr txBox="1"/>
            <p:nvPr/>
          </p:nvSpPr>
          <p:spPr>
            <a:xfrm>
              <a:off x="4000798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290: 제안"/>
            <p:cNvSpPr txBox="1"/>
            <p:nvPr/>
          </p:nvSpPr>
          <p:spPr>
            <a:xfrm>
              <a:off x="4027587" y="602932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290:  "/>
            <p:cNvSpPr txBox="1"/>
            <p:nvPr/>
          </p:nvSpPr>
          <p:spPr>
            <a:xfrm>
              <a:off x="420290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290: 설계이며"/>
            <p:cNvSpPr txBox="1"/>
            <p:nvPr/>
          </p:nvSpPr>
          <p:spPr>
            <a:xfrm>
              <a:off x="4229695" y="6029325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설계이며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290:  "/>
            <p:cNvSpPr txBox="1"/>
            <p:nvPr/>
          </p:nvSpPr>
          <p:spPr>
            <a:xfrm>
              <a:off x="458018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290: 실제"/>
            <p:cNvSpPr txBox="1"/>
            <p:nvPr/>
          </p:nvSpPr>
          <p:spPr>
            <a:xfrm>
              <a:off x="4606975" y="602932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실제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290:  "/>
            <p:cNvSpPr txBox="1"/>
            <p:nvPr/>
          </p:nvSpPr>
          <p:spPr>
            <a:xfrm>
              <a:off x="4782294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290: 연동"/>
            <p:cNvSpPr txBox="1"/>
            <p:nvPr/>
          </p:nvSpPr>
          <p:spPr>
            <a:xfrm>
              <a:off x="4809083" y="602932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290: ·"/>
            <p:cNvSpPr txBox="1"/>
            <p:nvPr/>
          </p:nvSpPr>
          <p:spPr>
            <a:xfrm>
              <a:off x="4984254" y="6029325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290: 지원"/>
            <p:cNvSpPr txBox="1"/>
            <p:nvPr/>
          </p:nvSpPr>
          <p:spPr>
            <a:xfrm>
              <a:off x="5011787" y="602932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290:  "/>
            <p:cNvSpPr txBox="1"/>
            <p:nvPr/>
          </p:nvSpPr>
          <p:spPr>
            <a:xfrm>
              <a:off x="5186958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290: 범위는"/>
            <p:cNvSpPr txBox="1"/>
            <p:nvPr/>
          </p:nvSpPr>
          <p:spPr>
            <a:xfrm>
              <a:off x="5213747" y="6029325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범위는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90:  "/>
            <p:cNvSpPr txBox="1"/>
            <p:nvPr/>
          </p:nvSpPr>
          <p:spPr>
            <a:xfrm>
              <a:off x="547672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90: 검증"/>
            <p:cNvSpPr txBox="1"/>
            <p:nvPr/>
          </p:nvSpPr>
          <p:spPr>
            <a:xfrm>
              <a:off x="5503515" y="602932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검증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90:  "/>
            <p:cNvSpPr txBox="1"/>
            <p:nvPr/>
          </p:nvSpPr>
          <p:spPr>
            <a:xfrm>
              <a:off x="5678686" y="602932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90: 대상"/>
            <p:cNvSpPr txBox="1"/>
            <p:nvPr/>
          </p:nvSpPr>
          <p:spPr>
            <a:xfrm>
              <a:off x="5705475" y="602932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291: 10 / 12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236" name="Weave text 291: 10 / 12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92: 11 / DIFFERENTIATION"/>
          <p:cNvGrpSpPr/>
          <p:nvPr/>
        </p:nvGrpSpPr>
        <p:grpSpPr>
          <a:xfrm>
            <a:off x="609600" y="371475"/>
            <a:ext cx="1522661" cy="205740"/>
            <a:chOff x="609600" y="371475"/>
            <a:chExt cx="1522661" cy="205740"/>
          </a:xfrm>
        </p:grpSpPr>
        <p:sp>
          <p:nvSpPr>
            <p:cNvPr id="4" name="Weave text 292: 11 / DIFFERENTIATION"/>
            <p:cNvSpPr txBox="1"/>
            <p:nvPr/>
          </p:nvSpPr>
          <p:spPr>
            <a:xfrm>
              <a:off x="609600" y="371475"/>
              <a:ext cx="15226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93: 흩어진 기록을, 찾고 이어 쓰는 경험."/>
          <p:cNvGrpSpPr/>
          <p:nvPr/>
        </p:nvGrpSpPr>
        <p:grpSpPr>
          <a:xfrm>
            <a:off x="609600" y="704850"/>
            <a:ext cx="5260479" cy="647700"/>
            <a:chOff x="609600" y="704850"/>
            <a:chExt cx="5260479" cy="647700"/>
          </a:xfrm>
        </p:grpSpPr>
        <p:sp>
          <p:nvSpPr>
            <p:cNvPr id="6" name="Weave text 293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93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93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93: , "/>
            <p:cNvSpPr txBox="1"/>
            <p:nvPr/>
          </p:nvSpPr>
          <p:spPr>
            <a:xfrm>
              <a:off x="2675334" y="704850"/>
              <a:ext cx="209699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93: 찾고"/>
            <p:cNvSpPr txBox="1"/>
            <p:nvPr/>
          </p:nvSpPr>
          <p:spPr>
            <a:xfrm>
              <a:off x="2846784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93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93: 이어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93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93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93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93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93: ."/>
            <p:cNvSpPr txBox="1"/>
            <p:nvPr/>
          </p:nvSpPr>
          <p:spPr>
            <a:xfrm>
              <a:off x="572943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94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19" name="Weave text 294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94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94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94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94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94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94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94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94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94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94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94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94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94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94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94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94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94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94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94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94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94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294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294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295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4" name="Weave text 295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295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95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296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48" name="Weave text 296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9" name="Line 297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" name="Weave text 297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" name="Line 298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2" name="Weave text 298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299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4" name="Weave text 299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5" name="Line 300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6" name="Weave text 300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7" name="Line 301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8" name="Weave text 301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302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60" name="Weave text 302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1" name="Line 303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62" name="Weave text 303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3" name="Line 304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64" name="Weave text 304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5" name="Line 305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66" name="Weave text 305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306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68" name="Weave text 306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306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306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307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72" name="Weave text 307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307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307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07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07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07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07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308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80" name="Weave text 308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08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08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08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08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08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08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7" name="Line 309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88" name="Weave text 309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309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309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309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309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309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309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309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309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310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98" name="Weave text 310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310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310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310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310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3" name="Line 311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104" name="Weave text 311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311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311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312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108" name="Weave text 312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312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312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1" name="Line 313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112" name="Weave text 313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313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313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313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313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7" name="Line 314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118" name="Weave text 314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314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314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314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314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3" name="Line 315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124" name="Weave text 315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315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315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315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315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315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315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1" name="Line 316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132" name="Weave text 316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316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316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316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316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316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316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16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16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317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142" name="Weave text 317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17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17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17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17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318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148" name="Weave text 318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18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18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18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18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18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318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5" name="Line 319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156" name="Weave text 319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319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319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319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319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319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319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3" name="Line 320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164" name="Weave text 320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320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320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320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320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9" name="Line 321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170" name="Weave text 321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321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321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322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174" name="Weave text 322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322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322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322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322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323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180" name="Weave text 323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323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323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323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323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323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323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324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188" name="Weave text 324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324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324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324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324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324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324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325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196" name="Weave text 325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325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325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25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25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25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25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25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25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326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206" name="Weave text 326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26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26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26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26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26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26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26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26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327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216" name="Weave text 327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27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327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327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327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327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327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3" name="Line 328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224" name="Weave text 328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5" name="Line 329: ○"/>
          <p:cNvGrpSpPr/>
          <p:nvPr/>
        </p:nvGrpSpPr>
        <p:grpSpPr>
          <a:xfrm>
            <a:off x="6044208" y="4211241"/>
            <a:ext cx="255836" cy="419100"/>
            <a:chOff x="6044208" y="4211241"/>
            <a:chExt cx="255836" cy="419100"/>
          </a:xfrm>
        </p:grpSpPr>
        <p:sp>
          <p:nvSpPr>
            <p:cNvPr id="226" name="Weave text 329: ○"/>
            <p:cNvSpPr txBox="1"/>
            <p:nvPr/>
          </p:nvSpPr>
          <p:spPr>
            <a:xfrm>
              <a:off x="60442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7" name="Line 330: △"/>
          <p:cNvGrpSpPr/>
          <p:nvPr/>
        </p:nvGrpSpPr>
        <p:grpSpPr>
          <a:xfrm>
            <a:off x="7799040" y="4211241"/>
            <a:ext cx="278904" cy="419100"/>
            <a:chOff x="7799040" y="4211241"/>
            <a:chExt cx="278904" cy="419100"/>
          </a:xfrm>
        </p:grpSpPr>
        <p:sp>
          <p:nvSpPr>
            <p:cNvPr id="228" name="Weave text 330: △"/>
            <p:cNvSpPr txBox="1"/>
            <p:nvPr/>
          </p:nvSpPr>
          <p:spPr>
            <a:xfrm>
              <a:off x="7799040" y="4211241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331: 카톡·연동 서비스"/>
          <p:cNvGrpSpPr/>
          <p:nvPr/>
        </p:nvGrpSpPr>
        <p:grpSpPr>
          <a:xfrm>
            <a:off x="8116044" y="4295477"/>
            <a:ext cx="772567" cy="205740"/>
            <a:chOff x="8116044" y="4295477"/>
            <a:chExt cx="772567" cy="205740"/>
          </a:xfrm>
        </p:grpSpPr>
        <p:sp>
          <p:nvSpPr>
            <p:cNvPr id="230" name="Weave text 331: 카톡"/>
            <p:cNvSpPr txBox="1"/>
            <p:nvPr/>
          </p:nvSpPr>
          <p:spPr>
            <a:xfrm>
              <a:off x="811604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331: ·"/>
            <p:cNvSpPr txBox="1"/>
            <p:nvPr/>
          </p:nvSpPr>
          <p:spPr>
            <a:xfrm>
              <a:off x="8308777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331: 연동"/>
            <p:cNvSpPr txBox="1"/>
            <p:nvPr/>
          </p:nvSpPr>
          <p:spPr>
            <a:xfrm>
              <a:off x="8338989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331:  "/>
            <p:cNvSpPr txBox="1"/>
            <p:nvPr/>
          </p:nvSpPr>
          <p:spPr>
            <a:xfrm>
              <a:off x="8531721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331: 서비스"/>
            <p:cNvSpPr txBox="1"/>
            <p:nvPr/>
          </p:nvSpPr>
          <p:spPr>
            <a:xfrm>
              <a:off x="8561189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332: ○"/>
          <p:cNvGrpSpPr/>
          <p:nvPr/>
        </p:nvGrpSpPr>
        <p:grpSpPr>
          <a:xfrm>
            <a:off x="10387608" y="4211241"/>
            <a:ext cx="255836" cy="419100"/>
            <a:chOff x="10387608" y="4211241"/>
            <a:chExt cx="255836" cy="419100"/>
          </a:xfrm>
        </p:grpSpPr>
        <p:sp>
          <p:nvSpPr>
            <p:cNvPr id="236" name="Weave text 332: ○"/>
            <p:cNvSpPr txBox="1"/>
            <p:nvPr/>
          </p:nvSpPr>
          <p:spPr>
            <a:xfrm>
              <a:off x="103876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7" name="Line 333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238" name="Weave text 333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333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0" name="Weave text 333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1" name="Weave text 333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2" name="Weave text 333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3" name="Line 334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244" name="Weave text 334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5" name="Line 335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246" name="Weave text 335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7" name="Line 336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248" name="Weave text 336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9" name="Line 337: ○"/>
          <p:cNvGrpSpPr/>
          <p:nvPr/>
        </p:nvGrpSpPr>
        <p:grpSpPr>
          <a:xfrm>
            <a:off x="10387608" y="4668441"/>
            <a:ext cx="255836" cy="419100"/>
            <a:chOff x="10387608" y="4668441"/>
            <a:chExt cx="255836" cy="419100"/>
          </a:xfrm>
        </p:grpSpPr>
        <p:sp>
          <p:nvSpPr>
            <p:cNvPr id="250" name="Weave text 337: ○"/>
            <p:cNvSpPr txBox="1"/>
            <p:nvPr/>
          </p:nvSpPr>
          <p:spPr>
            <a:xfrm>
              <a:off x="10387608" y="46684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1" name="Line 338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252" name="Weave text 338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3" name="Weave text 338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4" name="Weave text 338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5" name="Weave text 338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6" name="Weave text 338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7" name="Weave text 338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8" name="Weave text 338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9" name="Weave text 338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0" name="Weave text 338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338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338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339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264" name="Weave text 339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5" name="Line 340: △"/>
          <p:cNvGrpSpPr/>
          <p:nvPr/>
        </p:nvGrpSpPr>
        <p:grpSpPr>
          <a:xfrm>
            <a:off x="5579120" y="5154216"/>
            <a:ext cx="278904" cy="419100"/>
            <a:chOff x="5579120" y="5154216"/>
            <a:chExt cx="278904" cy="419100"/>
          </a:xfrm>
        </p:grpSpPr>
        <p:sp>
          <p:nvSpPr>
            <p:cNvPr id="266" name="Weave text 340: △"/>
            <p:cNvSpPr txBox="1"/>
            <p:nvPr/>
          </p:nvSpPr>
          <p:spPr>
            <a:xfrm>
              <a:off x="5579120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341: 정보 조회·자동입력"/>
          <p:cNvGrpSpPr/>
          <p:nvPr/>
        </p:nvGrpSpPr>
        <p:grpSpPr>
          <a:xfrm>
            <a:off x="5896124" y="5238452"/>
            <a:ext cx="869007" cy="205740"/>
            <a:chOff x="5896124" y="5238452"/>
            <a:chExt cx="869007" cy="205740"/>
          </a:xfrm>
        </p:grpSpPr>
        <p:sp>
          <p:nvSpPr>
            <p:cNvPr id="268" name="Weave text 341: 정보"/>
            <p:cNvSpPr txBox="1"/>
            <p:nvPr/>
          </p:nvSpPr>
          <p:spPr>
            <a:xfrm>
              <a:off x="58961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341:  "/>
            <p:cNvSpPr txBox="1"/>
            <p:nvPr/>
          </p:nvSpPr>
          <p:spPr>
            <a:xfrm>
              <a:off x="608885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341: 조회"/>
            <p:cNvSpPr txBox="1"/>
            <p:nvPr/>
          </p:nvSpPr>
          <p:spPr>
            <a:xfrm>
              <a:off x="61183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341: ·"/>
            <p:cNvSpPr txBox="1"/>
            <p:nvPr/>
          </p:nvSpPr>
          <p:spPr>
            <a:xfrm>
              <a:off x="6311057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341: 자동입력"/>
            <p:cNvSpPr txBox="1"/>
            <p:nvPr/>
          </p:nvSpPr>
          <p:spPr>
            <a:xfrm>
              <a:off x="6341269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3" name="Line 342: △"/>
          <p:cNvGrpSpPr/>
          <p:nvPr/>
        </p:nvGrpSpPr>
        <p:grpSpPr>
          <a:xfrm>
            <a:off x="7847558" y="5154216"/>
            <a:ext cx="278904" cy="419100"/>
            <a:chOff x="7847558" y="5154216"/>
            <a:chExt cx="278904" cy="419100"/>
          </a:xfrm>
        </p:grpSpPr>
        <p:sp>
          <p:nvSpPr>
            <p:cNvPr id="274" name="Weave text 342: △"/>
            <p:cNvSpPr txBox="1"/>
            <p:nvPr/>
          </p:nvSpPr>
          <p:spPr>
            <a:xfrm>
              <a:off x="7847558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75" name="Line 343: 카톡 대화 중심"/>
          <p:cNvGrpSpPr/>
          <p:nvPr/>
        </p:nvGrpSpPr>
        <p:grpSpPr>
          <a:xfrm>
            <a:off x="8164562" y="5238452"/>
            <a:ext cx="675531" cy="205740"/>
            <a:chOff x="8164562" y="5238452"/>
            <a:chExt cx="675531" cy="205740"/>
          </a:xfrm>
        </p:grpSpPr>
        <p:sp>
          <p:nvSpPr>
            <p:cNvPr id="276" name="Weave text 343: 카톡"/>
            <p:cNvSpPr txBox="1"/>
            <p:nvPr/>
          </p:nvSpPr>
          <p:spPr>
            <a:xfrm>
              <a:off x="81645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343:  "/>
            <p:cNvSpPr txBox="1"/>
            <p:nvPr/>
          </p:nvSpPr>
          <p:spPr>
            <a:xfrm>
              <a:off x="83572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343: 대화"/>
            <p:cNvSpPr txBox="1"/>
            <p:nvPr/>
          </p:nvSpPr>
          <p:spPr>
            <a:xfrm>
              <a:off x="83867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43:  "/>
            <p:cNvSpPr txBox="1"/>
            <p:nvPr/>
          </p:nvSpPr>
          <p:spPr>
            <a:xfrm>
              <a:off x="85794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43: 중심"/>
            <p:cNvSpPr txBox="1"/>
            <p:nvPr/>
          </p:nvSpPr>
          <p:spPr>
            <a:xfrm>
              <a:off x="8608963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344: ○"/>
          <p:cNvGrpSpPr/>
          <p:nvPr/>
        </p:nvGrpSpPr>
        <p:grpSpPr>
          <a:xfrm>
            <a:off x="10387608" y="5154216"/>
            <a:ext cx="255836" cy="419100"/>
            <a:chOff x="10387608" y="5154216"/>
            <a:chExt cx="255836" cy="419100"/>
          </a:xfrm>
        </p:grpSpPr>
        <p:sp>
          <p:nvSpPr>
            <p:cNvPr id="282" name="Weave text 344: ○"/>
            <p:cNvSpPr txBox="1"/>
            <p:nvPr/>
          </p:nvSpPr>
          <p:spPr>
            <a:xfrm>
              <a:off x="10387608" y="5154216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3" name="Line 345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284" name="Weave text 345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45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45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45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45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45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45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46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292" name="Weave text 346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3" name="Line 347: ○"/>
          <p:cNvGrpSpPr/>
          <p:nvPr/>
        </p:nvGrpSpPr>
        <p:grpSpPr>
          <a:xfrm>
            <a:off x="6044208" y="5639991"/>
            <a:ext cx="255836" cy="419100"/>
            <a:chOff x="6044208" y="5639991"/>
            <a:chExt cx="255836" cy="419100"/>
          </a:xfrm>
        </p:grpSpPr>
        <p:sp>
          <p:nvSpPr>
            <p:cNvPr id="294" name="Weave text 347: ○"/>
            <p:cNvSpPr txBox="1"/>
            <p:nvPr/>
          </p:nvSpPr>
          <p:spPr>
            <a:xfrm>
              <a:off x="60442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5" name="Line 348: ○"/>
          <p:cNvGrpSpPr/>
          <p:nvPr/>
        </p:nvGrpSpPr>
        <p:grpSpPr>
          <a:xfrm>
            <a:off x="8215908" y="5639991"/>
            <a:ext cx="255836" cy="419100"/>
            <a:chOff x="8215908" y="5639991"/>
            <a:chExt cx="255836" cy="419100"/>
          </a:xfrm>
        </p:grpSpPr>
        <p:sp>
          <p:nvSpPr>
            <p:cNvPr id="296" name="Weave text 348: ○"/>
            <p:cNvSpPr txBox="1"/>
            <p:nvPr/>
          </p:nvSpPr>
          <p:spPr>
            <a:xfrm>
              <a:off x="82159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349: ○"/>
          <p:cNvGrpSpPr/>
          <p:nvPr/>
        </p:nvGrpSpPr>
        <p:grpSpPr>
          <a:xfrm>
            <a:off x="10387608" y="5639991"/>
            <a:ext cx="255836" cy="419100"/>
            <a:chOff x="10387608" y="5639991"/>
            <a:chExt cx="255836" cy="419100"/>
          </a:xfrm>
        </p:grpSpPr>
        <p:sp>
          <p:nvSpPr>
            <p:cNvPr id="298" name="Weave text 349: ○"/>
            <p:cNvSpPr txBox="1"/>
            <p:nvPr/>
          </p:nvSpPr>
          <p:spPr>
            <a:xfrm>
              <a:off x="103876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9" name="Line 350: ○ 해당 경험 지원 · △ 범위·흐름에 차이 · × 해당 UX 미안내(공"/>
          <p:cNvGrpSpPr/>
          <p:nvPr/>
        </p:nvGrpSpPr>
        <p:grpSpPr>
          <a:xfrm>
            <a:off x="609600" y="6096000"/>
            <a:ext cx="4129980" cy="190500"/>
            <a:chOff x="609600" y="6096000"/>
            <a:chExt cx="4129980" cy="190500"/>
          </a:xfrm>
        </p:grpSpPr>
        <p:sp>
          <p:nvSpPr>
            <p:cNvPr id="300" name="Weave text 350: ○ "/>
            <p:cNvSpPr txBox="1"/>
            <p:nvPr/>
          </p:nvSpPr>
          <p:spPr>
            <a:xfrm>
              <a:off x="609600" y="6096000"/>
              <a:ext cx="15195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350: 해당"/>
            <p:cNvSpPr txBox="1"/>
            <p:nvPr/>
          </p:nvSpPr>
          <p:spPr>
            <a:xfrm>
              <a:off x="72345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350:  "/>
            <p:cNvSpPr txBox="1"/>
            <p:nvPr/>
          </p:nvSpPr>
          <p:spPr>
            <a:xfrm>
              <a:off x="89862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350: 경험"/>
            <p:cNvSpPr txBox="1"/>
            <p:nvPr/>
          </p:nvSpPr>
          <p:spPr>
            <a:xfrm>
              <a:off x="925413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350:  "/>
            <p:cNvSpPr txBox="1"/>
            <p:nvPr/>
          </p:nvSpPr>
          <p:spPr>
            <a:xfrm>
              <a:off x="110073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5" name="Weave text 350: 지원"/>
            <p:cNvSpPr txBox="1"/>
            <p:nvPr/>
          </p:nvSpPr>
          <p:spPr>
            <a:xfrm>
              <a:off x="1127522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6" name="Weave text 350:  · △ "/>
            <p:cNvSpPr txBox="1"/>
            <p:nvPr/>
          </p:nvSpPr>
          <p:spPr>
            <a:xfrm>
              <a:off x="1302693" y="6096000"/>
              <a:ext cx="24244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7" name="Weave text 350: 범위"/>
            <p:cNvSpPr txBox="1"/>
            <p:nvPr/>
          </p:nvSpPr>
          <p:spPr>
            <a:xfrm>
              <a:off x="1506885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8" name="Weave text 350: ·"/>
            <p:cNvSpPr txBox="1"/>
            <p:nvPr/>
          </p:nvSpPr>
          <p:spPr>
            <a:xfrm>
              <a:off x="1682055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9" name="Weave text 350: 흐름에"/>
            <p:cNvSpPr txBox="1"/>
            <p:nvPr/>
          </p:nvSpPr>
          <p:spPr>
            <a:xfrm>
              <a:off x="1709589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0" name="Weave text 350:  "/>
            <p:cNvSpPr txBox="1"/>
            <p:nvPr/>
          </p:nvSpPr>
          <p:spPr>
            <a:xfrm>
              <a:off x="1972419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1" name="Weave text 350: 차이"/>
            <p:cNvSpPr txBox="1"/>
            <p:nvPr/>
          </p:nvSpPr>
          <p:spPr>
            <a:xfrm>
              <a:off x="199920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2" name="Weave text 350:  · × "/>
            <p:cNvSpPr txBox="1"/>
            <p:nvPr/>
          </p:nvSpPr>
          <p:spPr>
            <a:xfrm>
              <a:off x="2174528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350: 해당"/>
            <p:cNvSpPr txBox="1"/>
            <p:nvPr/>
          </p:nvSpPr>
          <p:spPr>
            <a:xfrm>
              <a:off x="234523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350:  UX "/>
            <p:cNvSpPr txBox="1"/>
            <p:nvPr/>
          </p:nvSpPr>
          <p:spPr>
            <a:xfrm>
              <a:off x="2520553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350: 미안내"/>
            <p:cNvSpPr txBox="1"/>
            <p:nvPr/>
          </p:nvSpPr>
          <p:spPr>
            <a:xfrm>
              <a:off x="2710011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350: ("/>
            <p:cNvSpPr txBox="1"/>
            <p:nvPr/>
          </p:nvSpPr>
          <p:spPr>
            <a:xfrm>
              <a:off x="2972842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350: 공개"/>
            <p:cNvSpPr txBox="1"/>
            <p:nvPr/>
          </p:nvSpPr>
          <p:spPr>
            <a:xfrm>
              <a:off x="3007668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350:  "/>
            <p:cNvSpPr txBox="1"/>
            <p:nvPr/>
          </p:nvSpPr>
          <p:spPr>
            <a:xfrm>
              <a:off x="318283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350: 자료"/>
            <p:cNvSpPr txBox="1"/>
            <p:nvPr/>
          </p:nvSpPr>
          <p:spPr>
            <a:xfrm>
              <a:off x="320962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350:  "/>
            <p:cNvSpPr txBox="1"/>
            <p:nvPr/>
          </p:nvSpPr>
          <p:spPr>
            <a:xfrm>
              <a:off x="338494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350: 기준"/>
            <p:cNvSpPr txBox="1"/>
            <p:nvPr/>
          </p:nvSpPr>
          <p:spPr>
            <a:xfrm>
              <a:off x="341173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350: ) · Weave"/>
            <p:cNvSpPr txBox="1"/>
            <p:nvPr/>
          </p:nvSpPr>
          <p:spPr>
            <a:xfrm>
              <a:off x="3586907" y="6096000"/>
              <a:ext cx="4588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350: 는"/>
            <p:cNvSpPr txBox="1"/>
            <p:nvPr/>
          </p:nvSpPr>
          <p:spPr>
            <a:xfrm>
              <a:off x="4007495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350:  "/>
            <p:cNvSpPr txBox="1"/>
            <p:nvPr/>
          </p:nvSpPr>
          <p:spPr>
            <a:xfrm>
              <a:off x="4095155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350: 제안"/>
            <p:cNvSpPr txBox="1"/>
            <p:nvPr/>
          </p:nvSpPr>
          <p:spPr>
            <a:xfrm>
              <a:off x="412194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350:  "/>
            <p:cNvSpPr txBox="1"/>
            <p:nvPr/>
          </p:nvSpPr>
          <p:spPr>
            <a:xfrm>
              <a:off x="429711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350: 설계"/>
            <p:cNvSpPr txBox="1"/>
            <p:nvPr/>
          </p:nvSpPr>
          <p:spPr>
            <a:xfrm>
              <a:off x="432390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350:  "/>
            <p:cNvSpPr txBox="1"/>
            <p:nvPr/>
          </p:nvSpPr>
          <p:spPr>
            <a:xfrm>
              <a:off x="449922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350: 기준"/>
            <p:cNvSpPr txBox="1"/>
            <p:nvPr/>
          </p:nvSpPr>
          <p:spPr>
            <a:xfrm>
              <a:off x="452601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351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331" name="Weave text 351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51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51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51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51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351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351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351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351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351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351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352: 삼성">
            <a:hlinkClick r:id="rIdWeaveLink352"/>
          </p:cNvPr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343" name="Weave text 352: 삼성">
              <a:hlinkClick r:id="rIdWeaveLink352"/>
            </p:cNvPr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4" name="Line 353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345" name="Weave text 353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6" name="Line 354: 카카오">
            <a:hlinkClick r:id="rIdWeaveLink354"/>
          </p:cNvPr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347" name="Weave text 354: 카카오">
              <a:hlinkClick r:id="rIdWeaveLink354"/>
            </p:cNvPr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8" name="Line 355:  공식 안내 기준 / △는 해당 기술이 불가능하다는 의미가 아닙니다."/>
          <p:cNvGrpSpPr/>
          <p:nvPr/>
        </p:nvGrpSpPr>
        <p:grpSpPr>
          <a:xfrm>
            <a:off x="2791420" y="6262688"/>
            <a:ext cx="2654796" cy="190500"/>
            <a:chOff x="2791420" y="6262688"/>
            <a:chExt cx="2654796" cy="190500"/>
          </a:xfrm>
        </p:grpSpPr>
        <p:sp>
          <p:nvSpPr>
            <p:cNvPr id="349" name="Weave text 355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0" name="Weave text 355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1" name="Weave text 355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2" name="Weave text 355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3" name="Weave text 355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4" name="Weave text 355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355:  / △"/>
            <p:cNvSpPr txBox="1"/>
            <p:nvPr/>
          </p:nvSpPr>
          <p:spPr>
            <a:xfrm>
              <a:off x="3397448" y="6262688"/>
              <a:ext cx="22249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355: 는"/>
            <p:cNvSpPr txBox="1"/>
            <p:nvPr/>
          </p:nvSpPr>
          <p:spPr>
            <a:xfrm>
              <a:off x="3581698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7" name="Weave text 355:  "/>
            <p:cNvSpPr txBox="1"/>
            <p:nvPr/>
          </p:nvSpPr>
          <p:spPr>
            <a:xfrm>
              <a:off x="366935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8" name="Weave text 355: 해당"/>
            <p:cNvSpPr txBox="1"/>
            <p:nvPr/>
          </p:nvSpPr>
          <p:spPr>
            <a:xfrm>
              <a:off x="3696146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355:  "/>
            <p:cNvSpPr txBox="1"/>
            <p:nvPr/>
          </p:nvSpPr>
          <p:spPr>
            <a:xfrm>
              <a:off x="387131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355: 기술이"/>
            <p:cNvSpPr txBox="1"/>
            <p:nvPr/>
          </p:nvSpPr>
          <p:spPr>
            <a:xfrm>
              <a:off x="3898106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1" name="Weave text 355:  "/>
            <p:cNvSpPr txBox="1"/>
            <p:nvPr/>
          </p:nvSpPr>
          <p:spPr>
            <a:xfrm>
              <a:off x="416108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2" name="Weave text 355: 불가능하다는"/>
            <p:cNvSpPr txBox="1"/>
            <p:nvPr/>
          </p:nvSpPr>
          <p:spPr>
            <a:xfrm>
              <a:off x="4187875" y="6262688"/>
              <a:ext cx="56391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355:  "/>
            <p:cNvSpPr txBox="1"/>
            <p:nvPr/>
          </p:nvSpPr>
          <p:spPr>
            <a:xfrm>
              <a:off x="471353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355: 의미가"/>
            <p:cNvSpPr txBox="1"/>
            <p:nvPr/>
          </p:nvSpPr>
          <p:spPr>
            <a:xfrm>
              <a:off x="4740325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355:  "/>
            <p:cNvSpPr txBox="1"/>
            <p:nvPr/>
          </p:nvSpPr>
          <p:spPr>
            <a:xfrm>
              <a:off x="500330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355: 아닙니다"/>
            <p:cNvSpPr txBox="1"/>
            <p:nvPr/>
          </p:nvSpPr>
          <p:spPr>
            <a:xfrm>
              <a:off x="5030093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355: ."/>
            <p:cNvSpPr txBox="1"/>
            <p:nvPr/>
          </p:nvSpPr>
          <p:spPr>
            <a:xfrm>
              <a:off x="5380583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8" name="Line 356: 11 / 12"/>
          <p:cNvGrpSpPr/>
          <p:nvPr/>
        </p:nvGrpSpPr>
        <p:grpSpPr>
          <a:xfrm>
            <a:off x="11193363" y="6486525"/>
            <a:ext cx="427137" cy="190500"/>
            <a:chOff x="11193363" y="6486525"/>
            <a:chExt cx="427137" cy="190500"/>
          </a:xfrm>
        </p:grpSpPr>
        <p:sp>
          <p:nvSpPr>
            <p:cNvPr id="369" name="Weave text 356: 11 / 12"/>
            <p:cNvSpPr txBox="1"/>
            <p:nvPr/>
          </p:nvSpPr>
          <p:spPr>
            <a:xfrm>
              <a:off x="11193363" y="6486525"/>
              <a:ext cx="4271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57: 12 / THE IMPACT"/>
          <p:cNvGrpSpPr/>
          <p:nvPr/>
        </p:nvGrpSpPr>
        <p:grpSpPr>
          <a:xfrm>
            <a:off x="609600" y="371475"/>
            <a:ext cx="1163538" cy="205740"/>
            <a:chOff x="609600" y="371475"/>
            <a:chExt cx="1163538" cy="205740"/>
          </a:xfrm>
        </p:grpSpPr>
        <p:sp>
          <p:nvSpPr>
            <p:cNvPr id="4" name="Weave text 357: 12 / THE IMPACT"/>
            <p:cNvSpPr txBox="1"/>
            <p:nvPr/>
          </p:nvSpPr>
          <p:spPr>
            <a:xfrm>
              <a:off x="609600" y="371475"/>
              <a:ext cx="116353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12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58: 흩어진 기억과"/>
          <p:cNvGrpSpPr/>
          <p:nvPr/>
        </p:nvGrpSpPr>
        <p:grpSpPr>
          <a:xfrm>
            <a:off x="609600" y="895350"/>
            <a:ext cx="2244477" cy="693420"/>
            <a:chOff x="609600" y="895350"/>
            <a:chExt cx="2244477" cy="693420"/>
          </a:xfrm>
        </p:grpSpPr>
        <p:sp>
          <p:nvSpPr>
            <p:cNvPr id="6" name="Weave text 358: 흩어진"/>
            <p:cNvSpPr txBox="1"/>
            <p:nvPr/>
          </p:nvSpPr>
          <p:spPr>
            <a:xfrm>
              <a:off x="609600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58:  "/>
            <p:cNvSpPr txBox="1"/>
            <p:nvPr/>
          </p:nvSpPr>
          <p:spPr>
            <a:xfrm>
              <a:off x="1672382" y="895350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58: 기억과"/>
            <p:cNvSpPr txBox="1"/>
            <p:nvPr/>
          </p:nvSpPr>
          <p:spPr>
            <a:xfrm>
              <a:off x="1753046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" name="Line 359: 우리의 대화,"/>
          <p:cNvGrpSpPr/>
          <p:nvPr/>
        </p:nvGrpSpPr>
        <p:grpSpPr>
          <a:xfrm>
            <a:off x="609600" y="1480989"/>
            <a:ext cx="1998315" cy="693420"/>
            <a:chOff x="609600" y="1480989"/>
            <a:chExt cx="1998315" cy="693420"/>
          </a:xfrm>
        </p:grpSpPr>
        <p:sp>
          <p:nvSpPr>
            <p:cNvPr id="10" name="Weave text 359: 우리의"/>
            <p:cNvSpPr txBox="1"/>
            <p:nvPr/>
          </p:nvSpPr>
          <p:spPr>
            <a:xfrm>
              <a:off x="609600" y="1480989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59:  "/>
            <p:cNvSpPr txBox="1"/>
            <p:nvPr/>
          </p:nvSpPr>
          <p:spPr>
            <a:xfrm>
              <a:off x="1672382" y="1480989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59: 대화"/>
            <p:cNvSpPr txBox="1"/>
            <p:nvPr/>
          </p:nvSpPr>
          <p:spPr>
            <a:xfrm>
              <a:off x="1753046" y="1480989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59: ,"/>
            <p:cNvSpPr txBox="1"/>
            <p:nvPr/>
          </p:nvSpPr>
          <p:spPr>
            <a:xfrm>
              <a:off x="2461617" y="1480989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60: Weave가 잇습니다."/>
          <p:cNvGrpSpPr/>
          <p:nvPr/>
        </p:nvGrpSpPr>
        <p:grpSpPr>
          <a:xfrm>
            <a:off x="609600" y="2066627"/>
            <a:ext cx="3232398" cy="693420"/>
            <a:chOff x="609600" y="2066627"/>
            <a:chExt cx="3232398" cy="693420"/>
          </a:xfrm>
        </p:grpSpPr>
        <p:sp>
          <p:nvSpPr>
            <p:cNvPr id="15" name="Weave text 360: Weave"/>
            <p:cNvSpPr txBox="1"/>
            <p:nvPr/>
          </p:nvSpPr>
          <p:spPr>
            <a:xfrm>
              <a:off x="609600" y="2066627"/>
              <a:ext cx="1272332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60: 가"/>
            <p:cNvSpPr txBox="1"/>
            <p:nvPr/>
          </p:nvSpPr>
          <p:spPr>
            <a:xfrm>
              <a:off x="1843683" y="2066627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60:  "/>
            <p:cNvSpPr txBox="1"/>
            <p:nvPr/>
          </p:nvSpPr>
          <p:spPr>
            <a:xfrm>
              <a:off x="2197894" y="2066627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" name="Weave text 360: 잇습니다"/>
            <p:cNvSpPr txBox="1"/>
            <p:nvPr/>
          </p:nvSpPr>
          <p:spPr>
            <a:xfrm>
              <a:off x="2278559" y="2066627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" name="Weave text 360: ."/>
            <p:cNvSpPr txBox="1"/>
            <p:nvPr/>
          </p:nvSpPr>
          <p:spPr>
            <a:xfrm>
              <a:off x="3695700" y="2066627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" name="Line 361: 덜 찾고, 더 잘 챙기고."/>
          <p:cNvGrpSpPr/>
          <p:nvPr/>
        </p:nvGrpSpPr>
        <p:grpSpPr>
          <a:xfrm>
            <a:off x="609600" y="3257550"/>
            <a:ext cx="1591717" cy="312420"/>
            <a:chOff x="609600" y="3257550"/>
            <a:chExt cx="1591717" cy="312420"/>
          </a:xfrm>
        </p:grpSpPr>
        <p:sp>
          <p:nvSpPr>
            <p:cNvPr id="21" name="Weave text 361: 덜"/>
            <p:cNvSpPr txBox="1"/>
            <p:nvPr/>
          </p:nvSpPr>
          <p:spPr>
            <a:xfrm>
              <a:off x="609600" y="3257550"/>
              <a:ext cx="1958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덜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61:  "/>
            <p:cNvSpPr txBox="1"/>
            <p:nvPr/>
          </p:nvSpPr>
          <p:spPr>
            <a:xfrm>
              <a:off x="767209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61: 찾고"/>
            <p:cNvSpPr txBox="1"/>
            <p:nvPr/>
          </p:nvSpPr>
          <p:spPr>
            <a:xfrm>
              <a:off x="815429" y="3257550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61: , "/>
            <p:cNvSpPr txBox="1"/>
            <p:nvPr/>
          </p:nvSpPr>
          <p:spPr>
            <a:xfrm>
              <a:off x="1130945" y="3257550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61: 더"/>
            <p:cNvSpPr txBox="1"/>
            <p:nvPr/>
          </p:nvSpPr>
          <p:spPr>
            <a:xfrm>
              <a:off x="1228576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61:  "/>
            <p:cNvSpPr txBox="1"/>
            <p:nvPr/>
          </p:nvSpPr>
          <p:spPr>
            <a:xfrm>
              <a:off x="1386334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61: 잘"/>
            <p:cNvSpPr txBox="1"/>
            <p:nvPr/>
          </p:nvSpPr>
          <p:spPr>
            <a:xfrm>
              <a:off x="1434554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61:  "/>
            <p:cNvSpPr txBox="1"/>
            <p:nvPr/>
          </p:nvSpPr>
          <p:spPr>
            <a:xfrm>
              <a:off x="1592312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61: 챙기고"/>
            <p:cNvSpPr txBox="1"/>
            <p:nvPr/>
          </p:nvSpPr>
          <p:spPr>
            <a:xfrm>
              <a:off x="1640532" y="325755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챙기고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61: ."/>
            <p:cNvSpPr txBox="1"/>
            <p:nvPr/>
          </p:nvSpPr>
          <p:spPr>
            <a:xfrm>
              <a:off x="2113657" y="325755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62: 쌓인 기록이 오늘의 도움이 되는"/>
          <p:cNvGrpSpPr/>
          <p:nvPr/>
        </p:nvGrpSpPr>
        <p:grpSpPr>
          <a:xfrm>
            <a:off x="609600" y="3583186"/>
            <a:ext cx="2281535" cy="312420"/>
            <a:chOff x="609600" y="3583186"/>
            <a:chExt cx="2281535" cy="312420"/>
          </a:xfrm>
        </p:grpSpPr>
        <p:sp>
          <p:nvSpPr>
            <p:cNvPr id="32" name="Weave text 362: 쌓인"/>
            <p:cNvSpPr txBox="1"/>
            <p:nvPr/>
          </p:nvSpPr>
          <p:spPr>
            <a:xfrm>
              <a:off x="60960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쌓인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362:  "/>
            <p:cNvSpPr txBox="1"/>
            <p:nvPr/>
          </p:nvSpPr>
          <p:spPr>
            <a:xfrm>
              <a:off x="924967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362: 기록이"/>
            <p:cNvSpPr txBox="1"/>
            <p:nvPr/>
          </p:nvSpPr>
          <p:spPr>
            <a:xfrm>
              <a:off x="973187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362:  "/>
            <p:cNvSpPr txBox="1"/>
            <p:nvPr/>
          </p:nvSpPr>
          <p:spPr>
            <a:xfrm>
              <a:off x="1446461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362: 오늘의"/>
            <p:cNvSpPr txBox="1"/>
            <p:nvPr/>
          </p:nvSpPr>
          <p:spPr>
            <a:xfrm>
              <a:off x="1494681" y="3583186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362:  "/>
            <p:cNvSpPr txBox="1"/>
            <p:nvPr/>
          </p:nvSpPr>
          <p:spPr>
            <a:xfrm>
              <a:off x="1967805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" name="Weave text 362: 도움이"/>
            <p:cNvSpPr txBox="1"/>
            <p:nvPr/>
          </p:nvSpPr>
          <p:spPr>
            <a:xfrm>
              <a:off x="2016026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" name="Weave text 362:  "/>
            <p:cNvSpPr txBox="1"/>
            <p:nvPr/>
          </p:nvSpPr>
          <p:spPr>
            <a:xfrm>
              <a:off x="2489299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" name="Weave text 362: 되는"/>
            <p:cNvSpPr txBox="1"/>
            <p:nvPr/>
          </p:nvSpPr>
          <p:spPr>
            <a:xfrm>
              <a:off x="253752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되는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" name="Line 363: 갤럭시의 새로운 사용 경험."/>
          <p:cNvGrpSpPr/>
          <p:nvPr/>
        </p:nvGrpSpPr>
        <p:grpSpPr>
          <a:xfrm>
            <a:off x="609600" y="3908822"/>
            <a:ext cx="1967359" cy="312420"/>
            <a:chOff x="609600" y="3908822"/>
            <a:chExt cx="1967359" cy="312420"/>
          </a:xfrm>
        </p:grpSpPr>
        <p:sp>
          <p:nvSpPr>
            <p:cNvPr id="42" name="Weave text 363: 갤럭시의"/>
            <p:cNvSpPr txBox="1"/>
            <p:nvPr/>
          </p:nvSpPr>
          <p:spPr>
            <a:xfrm>
              <a:off x="609600" y="3908822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363:  "/>
            <p:cNvSpPr txBox="1"/>
            <p:nvPr/>
          </p:nvSpPr>
          <p:spPr>
            <a:xfrm>
              <a:off x="1240482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363: 새로운"/>
            <p:cNvSpPr txBox="1"/>
            <p:nvPr/>
          </p:nvSpPr>
          <p:spPr>
            <a:xfrm>
              <a:off x="1288703" y="3908822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363:  "/>
            <p:cNvSpPr txBox="1"/>
            <p:nvPr/>
          </p:nvSpPr>
          <p:spPr>
            <a:xfrm>
              <a:off x="1761827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363: 사용"/>
            <p:cNvSpPr txBox="1"/>
            <p:nvPr/>
          </p:nvSpPr>
          <p:spPr>
            <a:xfrm>
              <a:off x="1810048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363:  "/>
            <p:cNvSpPr txBox="1"/>
            <p:nvPr/>
          </p:nvSpPr>
          <p:spPr>
            <a:xfrm>
              <a:off x="2125563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363: 경험"/>
            <p:cNvSpPr txBox="1"/>
            <p:nvPr/>
          </p:nvSpPr>
          <p:spPr>
            <a:xfrm>
              <a:off x="2173784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363: ."/>
            <p:cNvSpPr txBox="1"/>
            <p:nvPr/>
          </p:nvSpPr>
          <p:spPr>
            <a:xfrm>
              <a:off x="2489299" y="3908822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" name="Line 364: 01 · 하던 일을 이어가는 경험"/>
          <p:cNvGrpSpPr/>
          <p:nvPr/>
        </p:nvGrpSpPr>
        <p:grpSpPr>
          <a:xfrm>
            <a:off x="5695950" y="1190625"/>
            <a:ext cx="1397943" cy="220980"/>
            <a:chOff x="5695950" y="1190625"/>
            <a:chExt cx="1397943" cy="220980"/>
          </a:xfrm>
        </p:grpSpPr>
        <p:sp>
          <p:nvSpPr>
            <p:cNvPr id="51" name="Weave text 364: 01 · "/>
            <p:cNvSpPr txBox="1"/>
            <p:nvPr/>
          </p:nvSpPr>
          <p:spPr>
            <a:xfrm>
              <a:off x="5695950" y="1190625"/>
              <a:ext cx="25494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01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" name="Weave text 364: 하던"/>
            <p:cNvSpPr txBox="1"/>
            <p:nvPr/>
          </p:nvSpPr>
          <p:spPr>
            <a:xfrm>
              <a:off x="5912644" y="1190625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하던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" name="Weave text 364:  "/>
            <p:cNvSpPr txBox="1"/>
            <p:nvPr/>
          </p:nvSpPr>
          <p:spPr>
            <a:xfrm>
              <a:off x="6123087" y="1190625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4" name="Weave text 364: 일을"/>
            <p:cNvSpPr txBox="1"/>
            <p:nvPr/>
          </p:nvSpPr>
          <p:spPr>
            <a:xfrm>
              <a:off x="6153448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일을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5" name="Weave text 364:  "/>
            <p:cNvSpPr txBox="1"/>
            <p:nvPr/>
          </p:nvSpPr>
          <p:spPr>
            <a:xfrm>
              <a:off x="6363742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" name="Weave text 364: 이어가는"/>
            <p:cNvSpPr txBox="1"/>
            <p:nvPr/>
          </p:nvSpPr>
          <p:spPr>
            <a:xfrm>
              <a:off x="6394252" y="119062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이어가는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7" name="Weave text 364:  "/>
            <p:cNvSpPr txBox="1"/>
            <p:nvPr/>
          </p:nvSpPr>
          <p:spPr>
            <a:xfrm>
              <a:off x="6814840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8" name="Weave text 364: 경험"/>
            <p:cNvSpPr txBox="1"/>
            <p:nvPr/>
          </p:nvSpPr>
          <p:spPr>
            <a:xfrm>
              <a:off x="6845350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9" name="Line 365: “잠깐만, 찾아볼게” 대신, 하던 일을 이어갑니다."/>
          <p:cNvGrpSpPr/>
          <p:nvPr/>
        </p:nvGrpSpPr>
        <p:grpSpPr>
          <a:xfrm>
            <a:off x="5695950" y="1476375"/>
            <a:ext cx="4295477" cy="403860"/>
            <a:chOff x="5695950" y="1476375"/>
            <a:chExt cx="4295477" cy="403860"/>
          </a:xfrm>
        </p:grpSpPr>
        <p:sp>
          <p:nvSpPr>
            <p:cNvPr id="60" name="Weave text 365: “"/>
            <p:cNvSpPr txBox="1"/>
            <p:nvPr/>
          </p:nvSpPr>
          <p:spPr>
            <a:xfrm>
              <a:off x="5695950" y="1476375"/>
              <a:ext cx="144959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1" name="Weave text 365: 잠깐만"/>
            <p:cNvSpPr txBox="1"/>
            <p:nvPr/>
          </p:nvSpPr>
          <p:spPr>
            <a:xfrm>
              <a:off x="5802660" y="1476375"/>
              <a:ext cx="641747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잠깐만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2" name="Weave text 365: , "/>
            <p:cNvSpPr txBox="1"/>
            <p:nvPr/>
          </p:nvSpPr>
          <p:spPr>
            <a:xfrm>
              <a:off x="6406158" y="1476375"/>
              <a:ext cx="145703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3" name="Weave text 365: 찾아볼게"/>
            <p:cNvSpPr txBox="1"/>
            <p:nvPr/>
          </p:nvSpPr>
          <p:spPr>
            <a:xfrm>
              <a:off x="6513612" y="1476375"/>
              <a:ext cx="842962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찾아볼게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4" name="Weave text 365: ” "/>
            <p:cNvSpPr txBox="1"/>
            <p:nvPr/>
          </p:nvSpPr>
          <p:spPr>
            <a:xfrm>
              <a:off x="7318325" y="1476375"/>
              <a:ext cx="19213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”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5" name="Weave text 365: 대신"/>
            <p:cNvSpPr txBox="1"/>
            <p:nvPr/>
          </p:nvSpPr>
          <p:spPr>
            <a:xfrm>
              <a:off x="7472214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대신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6" name="Weave text 365: , "/>
            <p:cNvSpPr txBox="1"/>
            <p:nvPr/>
          </p:nvSpPr>
          <p:spPr>
            <a:xfrm>
              <a:off x="7874496" y="1476375"/>
              <a:ext cx="145852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7" name="Weave text 365: 하던"/>
            <p:cNvSpPr txBox="1"/>
            <p:nvPr/>
          </p:nvSpPr>
          <p:spPr>
            <a:xfrm>
              <a:off x="79820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하던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8" name="Weave text 365:  "/>
            <p:cNvSpPr txBox="1"/>
            <p:nvPr/>
          </p:nvSpPr>
          <p:spPr>
            <a:xfrm>
              <a:off x="8384381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" name="Weave text 365: 일을"/>
            <p:cNvSpPr txBox="1"/>
            <p:nvPr/>
          </p:nvSpPr>
          <p:spPr>
            <a:xfrm>
              <a:off x="84328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일을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" name="Weave text 365:  "/>
            <p:cNvSpPr txBox="1"/>
            <p:nvPr/>
          </p:nvSpPr>
          <p:spPr>
            <a:xfrm>
              <a:off x="8835182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" name="Weave text 365: 이어갑니다"/>
            <p:cNvSpPr txBox="1"/>
            <p:nvPr/>
          </p:nvSpPr>
          <p:spPr>
            <a:xfrm>
              <a:off x="8883700" y="1476375"/>
              <a:ext cx="1044029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이어갑니다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365: ."/>
            <p:cNvSpPr txBox="1"/>
            <p:nvPr/>
          </p:nvSpPr>
          <p:spPr>
            <a:xfrm>
              <a:off x="9889480" y="1476375"/>
              <a:ext cx="10194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3" name="Line 366: 앱을 오가며 찾고 다시 입력하는 수고를 줄여,"/>
          <p:cNvGrpSpPr/>
          <p:nvPr/>
        </p:nvGrpSpPr>
        <p:grpSpPr>
          <a:xfrm>
            <a:off x="5695950" y="1952625"/>
            <a:ext cx="2863007" cy="281940"/>
            <a:chOff x="5695950" y="1952625"/>
            <a:chExt cx="2863007" cy="281940"/>
          </a:xfrm>
        </p:grpSpPr>
        <p:sp>
          <p:nvSpPr>
            <p:cNvPr id="74" name="Weave text 366: 앱을"/>
            <p:cNvSpPr txBox="1"/>
            <p:nvPr/>
          </p:nvSpPr>
          <p:spPr>
            <a:xfrm>
              <a:off x="569595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66:  "/>
            <p:cNvSpPr txBox="1"/>
            <p:nvPr/>
          </p:nvSpPr>
          <p:spPr>
            <a:xfrm>
              <a:off x="597634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66: 오가며"/>
            <p:cNvSpPr txBox="1"/>
            <p:nvPr/>
          </p:nvSpPr>
          <p:spPr>
            <a:xfrm>
              <a:off x="6019205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66:  "/>
            <p:cNvSpPr txBox="1"/>
            <p:nvPr/>
          </p:nvSpPr>
          <p:spPr>
            <a:xfrm>
              <a:off x="6439793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66: 찾고"/>
            <p:cNvSpPr txBox="1"/>
            <p:nvPr/>
          </p:nvSpPr>
          <p:spPr>
            <a:xfrm>
              <a:off x="6482655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366:  "/>
            <p:cNvSpPr txBox="1"/>
            <p:nvPr/>
          </p:nvSpPr>
          <p:spPr>
            <a:xfrm>
              <a:off x="676304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366: 다시"/>
            <p:cNvSpPr txBox="1"/>
            <p:nvPr/>
          </p:nvSpPr>
          <p:spPr>
            <a:xfrm>
              <a:off x="680591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66:  "/>
            <p:cNvSpPr txBox="1"/>
            <p:nvPr/>
          </p:nvSpPr>
          <p:spPr>
            <a:xfrm>
              <a:off x="708630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66: 입력하는"/>
            <p:cNvSpPr txBox="1"/>
            <p:nvPr/>
          </p:nvSpPr>
          <p:spPr>
            <a:xfrm>
              <a:off x="7129165" y="195262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66:  "/>
            <p:cNvSpPr txBox="1"/>
            <p:nvPr/>
          </p:nvSpPr>
          <p:spPr>
            <a:xfrm>
              <a:off x="769009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66: 수고를"/>
            <p:cNvSpPr txBox="1"/>
            <p:nvPr/>
          </p:nvSpPr>
          <p:spPr>
            <a:xfrm>
              <a:off x="7732961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66:  "/>
            <p:cNvSpPr txBox="1"/>
            <p:nvPr/>
          </p:nvSpPr>
          <p:spPr>
            <a:xfrm>
              <a:off x="8153549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66: 줄여"/>
            <p:cNvSpPr txBox="1"/>
            <p:nvPr/>
          </p:nvSpPr>
          <p:spPr>
            <a:xfrm>
              <a:off x="8196411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줄여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66: ,"/>
            <p:cNvSpPr txBox="1"/>
            <p:nvPr/>
          </p:nvSpPr>
          <p:spPr>
            <a:xfrm>
              <a:off x="8476804" y="19526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8" name="Line 367: 기억을 찾느라 멈췄던 대화와 업무가 자연스럽게 이어집니다."/>
          <p:cNvGrpSpPr/>
          <p:nvPr/>
        </p:nvGrpSpPr>
        <p:grpSpPr>
          <a:xfrm>
            <a:off x="5695950" y="2219325"/>
            <a:ext cx="3844528" cy="281940"/>
            <a:chOff x="5695950" y="2219325"/>
            <a:chExt cx="3844528" cy="281940"/>
          </a:xfrm>
        </p:grpSpPr>
        <p:sp>
          <p:nvSpPr>
            <p:cNvPr id="89" name="Weave text 367: 기억을"/>
            <p:cNvSpPr txBox="1"/>
            <p:nvPr/>
          </p:nvSpPr>
          <p:spPr>
            <a:xfrm>
              <a:off x="5695950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367:  "/>
            <p:cNvSpPr txBox="1"/>
            <p:nvPr/>
          </p:nvSpPr>
          <p:spPr>
            <a:xfrm>
              <a:off x="6116538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367: 찾느라"/>
            <p:cNvSpPr txBox="1"/>
            <p:nvPr/>
          </p:nvSpPr>
          <p:spPr>
            <a:xfrm>
              <a:off x="6159401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367:  "/>
            <p:cNvSpPr txBox="1"/>
            <p:nvPr/>
          </p:nvSpPr>
          <p:spPr>
            <a:xfrm>
              <a:off x="6579989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367: 멈췄던"/>
            <p:cNvSpPr txBox="1"/>
            <p:nvPr/>
          </p:nvSpPr>
          <p:spPr>
            <a:xfrm>
              <a:off x="662285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멈췄던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367:  "/>
            <p:cNvSpPr txBox="1"/>
            <p:nvPr/>
          </p:nvSpPr>
          <p:spPr>
            <a:xfrm>
              <a:off x="704344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367: 대화와"/>
            <p:cNvSpPr txBox="1"/>
            <p:nvPr/>
          </p:nvSpPr>
          <p:spPr>
            <a:xfrm>
              <a:off x="708630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367:  "/>
            <p:cNvSpPr txBox="1"/>
            <p:nvPr/>
          </p:nvSpPr>
          <p:spPr>
            <a:xfrm>
              <a:off x="7506891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367: 업무가"/>
            <p:cNvSpPr txBox="1"/>
            <p:nvPr/>
          </p:nvSpPr>
          <p:spPr>
            <a:xfrm>
              <a:off x="7549753" y="2219325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업무가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367:  "/>
            <p:cNvSpPr txBox="1"/>
            <p:nvPr/>
          </p:nvSpPr>
          <p:spPr>
            <a:xfrm>
              <a:off x="797049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367: 자연스럽게"/>
            <p:cNvSpPr txBox="1"/>
            <p:nvPr/>
          </p:nvSpPr>
          <p:spPr>
            <a:xfrm>
              <a:off x="8013353" y="2219325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자연스럽게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367:  "/>
            <p:cNvSpPr txBox="1"/>
            <p:nvPr/>
          </p:nvSpPr>
          <p:spPr>
            <a:xfrm>
              <a:off x="8714333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367: 이어집니다"/>
            <p:cNvSpPr txBox="1"/>
            <p:nvPr/>
          </p:nvSpPr>
          <p:spPr>
            <a:xfrm>
              <a:off x="8757196" y="2219325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이어집니다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2" name="Weave text 367: ."/>
            <p:cNvSpPr txBox="1"/>
            <p:nvPr/>
          </p:nvSpPr>
          <p:spPr>
            <a:xfrm>
              <a:off x="9458325" y="22193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3" name="Line 368: 02 · 관계를 챙기는 경험"/>
          <p:cNvGrpSpPr/>
          <p:nvPr/>
        </p:nvGrpSpPr>
        <p:grpSpPr>
          <a:xfrm>
            <a:off x="5695950" y="2857500"/>
            <a:ext cx="1180207" cy="220980"/>
            <a:chOff x="5695950" y="2857500"/>
            <a:chExt cx="1180207" cy="220980"/>
          </a:xfrm>
        </p:grpSpPr>
        <p:sp>
          <p:nvSpPr>
            <p:cNvPr id="104" name="Weave text 368: 02 · "/>
            <p:cNvSpPr txBox="1"/>
            <p:nvPr/>
          </p:nvSpPr>
          <p:spPr>
            <a:xfrm>
              <a:off x="5695950" y="2857500"/>
              <a:ext cx="278011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02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5" name="Weave text 368: 관계를"/>
            <p:cNvSpPr txBox="1"/>
            <p:nvPr/>
          </p:nvSpPr>
          <p:spPr>
            <a:xfrm>
              <a:off x="5935712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관계를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368:  "/>
            <p:cNvSpPr txBox="1"/>
            <p:nvPr/>
          </p:nvSpPr>
          <p:spPr>
            <a:xfrm>
              <a:off x="6251228" y="2857500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368: 챙기는"/>
            <p:cNvSpPr txBox="1"/>
            <p:nvPr/>
          </p:nvSpPr>
          <p:spPr>
            <a:xfrm>
              <a:off x="6281589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챙기는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368:  "/>
            <p:cNvSpPr txBox="1"/>
            <p:nvPr/>
          </p:nvSpPr>
          <p:spPr>
            <a:xfrm>
              <a:off x="6597104" y="2857500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368: 경험"/>
            <p:cNvSpPr txBox="1"/>
            <p:nvPr/>
          </p:nvSpPr>
          <p:spPr>
            <a:xfrm>
              <a:off x="6627614" y="28575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0" name="Line 369: “그걸 기억했어?”라는 순간을 만듭니다."/>
          <p:cNvGrpSpPr/>
          <p:nvPr/>
        </p:nvGrpSpPr>
        <p:grpSpPr>
          <a:xfrm>
            <a:off x="5695950" y="3143250"/>
            <a:ext cx="3740200" cy="419100"/>
            <a:chOff x="5695950" y="3143250"/>
            <a:chExt cx="3740200" cy="419100"/>
          </a:xfrm>
        </p:grpSpPr>
        <p:sp>
          <p:nvSpPr>
            <p:cNvPr id="111" name="Weave text 369: “"/>
            <p:cNvSpPr txBox="1"/>
            <p:nvPr/>
          </p:nvSpPr>
          <p:spPr>
            <a:xfrm>
              <a:off x="5695950" y="3143250"/>
              <a:ext cx="149275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2" name="Weave text 369: 그걸"/>
            <p:cNvSpPr txBox="1"/>
            <p:nvPr/>
          </p:nvSpPr>
          <p:spPr>
            <a:xfrm>
              <a:off x="5806976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3" name="Weave text 369:  "/>
            <p:cNvSpPr txBox="1"/>
            <p:nvPr/>
          </p:nvSpPr>
          <p:spPr>
            <a:xfrm>
              <a:off x="6226076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4" name="Weave text 369: 기억했어"/>
            <p:cNvSpPr txBox="1"/>
            <p:nvPr/>
          </p:nvSpPr>
          <p:spPr>
            <a:xfrm>
              <a:off x="6276677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기억했어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5" name="Weave text 369: ?”"/>
            <p:cNvSpPr txBox="1"/>
            <p:nvPr/>
          </p:nvSpPr>
          <p:spPr>
            <a:xfrm>
              <a:off x="7114877" y="3143250"/>
              <a:ext cx="267891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?”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6" name="Weave text 369: 라는"/>
            <p:cNvSpPr txBox="1"/>
            <p:nvPr/>
          </p:nvSpPr>
          <p:spPr>
            <a:xfrm>
              <a:off x="7344519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라는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7" name="Weave text 369:  "/>
            <p:cNvSpPr txBox="1"/>
            <p:nvPr/>
          </p:nvSpPr>
          <p:spPr>
            <a:xfrm>
              <a:off x="7763619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8" name="Weave text 369: 순간을"/>
            <p:cNvSpPr txBox="1"/>
            <p:nvPr/>
          </p:nvSpPr>
          <p:spPr>
            <a:xfrm>
              <a:off x="7814221" y="3143250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순간을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9" name="Weave text 369:  "/>
            <p:cNvSpPr txBox="1"/>
            <p:nvPr/>
          </p:nvSpPr>
          <p:spPr>
            <a:xfrm>
              <a:off x="8442871" y="3143250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0" name="Weave text 369: 만듭니다"/>
            <p:cNvSpPr txBox="1"/>
            <p:nvPr/>
          </p:nvSpPr>
          <p:spPr>
            <a:xfrm>
              <a:off x="8493323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만듭니다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1" name="Weave text 369: ."/>
            <p:cNvSpPr txBox="1"/>
            <p:nvPr/>
          </p:nvSpPr>
          <p:spPr>
            <a:xfrm>
              <a:off x="9331523" y="3143250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2" name="Line 370: 스쳐 간 한마디와 잊었던 약속을 제때 떠올려,"/>
          <p:cNvGrpSpPr/>
          <p:nvPr/>
        </p:nvGrpSpPr>
        <p:grpSpPr>
          <a:xfrm>
            <a:off x="5695950" y="3633788"/>
            <a:ext cx="2863007" cy="281940"/>
            <a:chOff x="5695950" y="3633788"/>
            <a:chExt cx="2863007" cy="281940"/>
          </a:xfrm>
        </p:grpSpPr>
        <p:sp>
          <p:nvSpPr>
            <p:cNvPr id="123" name="Weave text 370: 스쳐"/>
            <p:cNvSpPr txBox="1"/>
            <p:nvPr/>
          </p:nvSpPr>
          <p:spPr>
            <a:xfrm>
              <a:off x="5695950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370:  "/>
            <p:cNvSpPr txBox="1"/>
            <p:nvPr/>
          </p:nvSpPr>
          <p:spPr>
            <a:xfrm>
              <a:off x="5976342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370: 간"/>
            <p:cNvSpPr txBox="1"/>
            <p:nvPr/>
          </p:nvSpPr>
          <p:spPr>
            <a:xfrm>
              <a:off x="6019205" y="36337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370:  "/>
            <p:cNvSpPr txBox="1"/>
            <p:nvPr/>
          </p:nvSpPr>
          <p:spPr>
            <a:xfrm>
              <a:off x="6159401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370: 한마디와"/>
            <p:cNvSpPr txBox="1"/>
            <p:nvPr/>
          </p:nvSpPr>
          <p:spPr>
            <a:xfrm>
              <a:off x="6202263" y="36337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한마디와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370:  "/>
            <p:cNvSpPr txBox="1"/>
            <p:nvPr/>
          </p:nvSpPr>
          <p:spPr>
            <a:xfrm>
              <a:off x="676304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370: 잊었던"/>
            <p:cNvSpPr txBox="1"/>
            <p:nvPr/>
          </p:nvSpPr>
          <p:spPr>
            <a:xfrm>
              <a:off x="6805910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0" name="Weave text 370:  "/>
            <p:cNvSpPr txBox="1"/>
            <p:nvPr/>
          </p:nvSpPr>
          <p:spPr>
            <a:xfrm>
              <a:off x="72264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1" name="Weave text 370: 약속을"/>
            <p:cNvSpPr txBox="1"/>
            <p:nvPr/>
          </p:nvSpPr>
          <p:spPr>
            <a:xfrm>
              <a:off x="7269361" y="36337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약속을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370:  "/>
            <p:cNvSpPr txBox="1"/>
            <p:nvPr/>
          </p:nvSpPr>
          <p:spPr>
            <a:xfrm>
              <a:off x="76900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370: 제때"/>
            <p:cNvSpPr txBox="1"/>
            <p:nvPr/>
          </p:nvSpPr>
          <p:spPr>
            <a:xfrm>
              <a:off x="7732961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370:  "/>
            <p:cNvSpPr txBox="1"/>
            <p:nvPr/>
          </p:nvSpPr>
          <p:spPr>
            <a:xfrm>
              <a:off x="8013353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370: 떠올려"/>
            <p:cNvSpPr txBox="1"/>
            <p:nvPr/>
          </p:nvSpPr>
          <p:spPr>
            <a:xfrm>
              <a:off x="8056215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떠올려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70: ,"/>
            <p:cNvSpPr txBox="1"/>
            <p:nvPr/>
          </p:nvSpPr>
          <p:spPr>
            <a:xfrm>
              <a:off x="8476804" y="36337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371: 무심코 지나칠 수 있었던 말을 작은 배려로 이어줍니다."/>
          <p:cNvGrpSpPr/>
          <p:nvPr/>
        </p:nvGrpSpPr>
        <p:grpSpPr>
          <a:xfrm>
            <a:off x="5695950" y="3900488"/>
            <a:ext cx="3466654" cy="281940"/>
            <a:chOff x="5695950" y="3900488"/>
            <a:chExt cx="3466654" cy="281940"/>
          </a:xfrm>
        </p:grpSpPr>
        <p:sp>
          <p:nvSpPr>
            <p:cNvPr id="138" name="Weave text 371: 무심코"/>
            <p:cNvSpPr txBox="1"/>
            <p:nvPr/>
          </p:nvSpPr>
          <p:spPr>
            <a:xfrm>
              <a:off x="569595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무심코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71:  "/>
            <p:cNvSpPr txBox="1"/>
            <p:nvPr/>
          </p:nvSpPr>
          <p:spPr>
            <a:xfrm>
              <a:off x="611653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71: 지나칠"/>
            <p:cNvSpPr txBox="1"/>
            <p:nvPr/>
          </p:nvSpPr>
          <p:spPr>
            <a:xfrm>
              <a:off x="6159401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지나칠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371:  "/>
            <p:cNvSpPr txBox="1"/>
            <p:nvPr/>
          </p:nvSpPr>
          <p:spPr>
            <a:xfrm>
              <a:off x="6579989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371: 수"/>
            <p:cNvSpPr txBox="1"/>
            <p:nvPr/>
          </p:nvSpPr>
          <p:spPr>
            <a:xfrm>
              <a:off x="6622852" y="39004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71:  "/>
            <p:cNvSpPr txBox="1"/>
            <p:nvPr/>
          </p:nvSpPr>
          <p:spPr>
            <a:xfrm>
              <a:off x="676304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71: 있었던"/>
            <p:cNvSpPr txBox="1"/>
            <p:nvPr/>
          </p:nvSpPr>
          <p:spPr>
            <a:xfrm>
              <a:off x="680591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있었던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71:  "/>
            <p:cNvSpPr txBox="1"/>
            <p:nvPr/>
          </p:nvSpPr>
          <p:spPr>
            <a:xfrm>
              <a:off x="722649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71: 말을"/>
            <p:cNvSpPr txBox="1"/>
            <p:nvPr/>
          </p:nvSpPr>
          <p:spPr>
            <a:xfrm>
              <a:off x="7269361" y="39004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말을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71:  "/>
            <p:cNvSpPr txBox="1"/>
            <p:nvPr/>
          </p:nvSpPr>
          <p:spPr>
            <a:xfrm>
              <a:off x="7549753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71: 작은"/>
            <p:cNvSpPr txBox="1"/>
            <p:nvPr/>
          </p:nvSpPr>
          <p:spPr>
            <a:xfrm>
              <a:off x="7592616" y="3900488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71:  "/>
            <p:cNvSpPr txBox="1"/>
            <p:nvPr/>
          </p:nvSpPr>
          <p:spPr>
            <a:xfrm>
              <a:off x="787315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71: 배려로"/>
            <p:cNvSpPr txBox="1"/>
            <p:nvPr/>
          </p:nvSpPr>
          <p:spPr>
            <a:xfrm>
              <a:off x="7916019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배려로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71:  "/>
            <p:cNvSpPr txBox="1"/>
            <p:nvPr/>
          </p:nvSpPr>
          <p:spPr>
            <a:xfrm>
              <a:off x="833660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71: 이어줍니다"/>
            <p:cNvSpPr txBox="1"/>
            <p:nvPr/>
          </p:nvSpPr>
          <p:spPr>
            <a:xfrm>
              <a:off x="8379470" y="3900488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이어줍니다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71: ."/>
            <p:cNvSpPr txBox="1"/>
            <p:nvPr/>
          </p:nvSpPr>
          <p:spPr>
            <a:xfrm>
              <a:off x="9080450" y="39004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72: 03 · 갤럭시를 계속 쓰는 이유"/>
          <p:cNvGrpSpPr/>
          <p:nvPr/>
        </p:nvGrpSpPr>
        <p:grpSpPr>
          <a:xfrm>
            <a:off x="5695950" y="4524375"/>
            <a:ext cx="1422202" cy="220980"/>
            <a:chOff x="5695950" y="4524375"/>
            <a:chExt cx="1422202" cy="220980"/>
          </a:xfrm>
        </p:grpSpPr>
        <p:sp>
          <p:nvSpPr>
            <p:cNvPr id="155" name="Weave text 372: 03 · "/>
            <p:cNvSpPr txBox="1"/>
            <p:nvPr/>
          </p:nvSpPr>
          <p:spPr>
            <a:xfrm>
              <a:off x="5695950" y="4524375"/>
              <a:ext cx="27920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03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6" name="Weave text 372: 갤럭시를"/>
            <p:cNvSpPr txBox="1"/>
            <p:nvPr/>
          </p:nvSpPr>
          <p:spPr>
            <a:xfrm>
              <a:off x="5936903" y="452437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갤럭시를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7" name="Weave text 372:  "/>
            <p:cNvSpPr txBox="1"/>
            <p:nvPr/>
          </p:nvSpPr>
          <p:spPr>
            <a:xfrm>
              <a:off x="6357491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8" name="Weave text 372: 계속"/>
            <p:cNvSpPr txBox="1"/>
            <p:nvPr/>
          </p:nvSpPr>
          <p:spPr>
            <a:xfrm>
              <a:off x="6388001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계속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9" name="Weave text 372:  "/>
            <p:cNvSpPr txBox="1"/>
            <p:nvPr/>
          </p:nvSpPr>
          <p:spPr>
            <a:xfrm>
              <a:off x="6598295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0" name="Weave text 372: 쓰는"/>
            <p:cNvSpPr txBox="1"/>
            <p:nvPr/>
          </p:nvSpPr>
          <p:spPr>
            <a:xfrm>
              <a:off x="6628805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61" name="Weave text 372:  "/>
            <p:cNvSpPr txBox="1"/>
            <p:nvPr/>
          </p:nvSpPr>
          <p:spPr>
            <a:xfrm>
              <a:off x="6839099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2" name="Weave text 372: 이유"/>
            <p:cNvSpPr txBox="1"/>
            <p:nvPr/>
          </p:nvSpPr>
          <p:spPr>
            <a:xfrm>
              <a:off x="6869609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63" name="Line 373: 쌓인 기록이, 갤럭시를 계속 쓰는 이유가 됩니다."/>
          <p:cNvGrpSpPr/>
          <p:nvPr/>
        </p:nvGrpSpPr>
        <p:grpSpPr>
          <a:xfrm>
            <a:off x="5695950" y="4810125"/>
            <a:ext cx="4450407" cy="419100"/>
            <a:chOff x="5695950" y="4810125"/>
            <a:chExt cx="4450407" cy="419100"/>
          </a:xfrm>
        </p:grpSpPr>
        <p:sp>
          <p:nvSpPr>
            <p:cNvPr id="164" name="Weave text 373: 쌓인"/>
            <p:cNvSpPr txBox="1"/>
            <p:nvPr/>
          </p:nvSpPr>
          <p:spPr>
            <a:xfrm>
              <a:off x="5695950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73:  "/>
            <p:cNvSpPr txBox="1"/>
            <p:nvPr/>
          </p:nvSpPr>
          <p:spPr>
            <a:xfrm>
              <a:off x="6115050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73: 기록이"/>
            <p:cNvSpPr txBox="1"/>
            <p:nvPr/>
          </p:nvSpPr>
          <p:spPr>
            <a:xfrm>
              <a:off x="6165503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73: , "/>
            <p:cNvSpPr txBox="1"/>
            <p:nvPr/>
          </p:nvSpPr>
          <p:spPr>
            <a:xfrm>
              <a:off x="6794153" y="4810125"/>
              <a:ext cx="15016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8" name="Weave text 373: 갤럭시를"/>
            <p:cNvSpPr txBox="1"/>
            <p:nvPr/>
          </p:nvSpPr>
          <p:spPr>
            <a:xfrm>
              <a:off x="6906071" y="4810125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9" name="Weave text 373:  "/>
            <p:cNvSpPr txBox="1"/>
            <p:nvPr/>
          </p:nvSpPr>
          <p:spPr>
            <a:xfrm>
              <a:off x="7744271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0" name="Weave text 373: 계속"/>
            <p:cNvSpPr txBox="1"/>
            <p:nvPr/>
          </p:nvSpPr>
          <p:spPr>
            <a:xfrm>
              <a:off x="7794724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373:  "/>
            <p:cNvSpPr txBox="1"/>
            <p:nvPr/>
          </p:nvSpPr>
          <p:spPr>
            <a:xfrm>
              <a:off x="8213824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373: 쓰는"/>
            <p:cNvSpPr txBox="1"/>
            <p:nvPr/>
          </p:nvSpPr>
          <p:spPr>
            <a:xfrm>
              <a:off x="8264277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373:  "/>
            <p:cNvSpPr txBox="1"/>
            <p:nvPr/>
          </p:nvSpPr>
          <p:spPr>
            <a:xfrm>
              <a:off x="8683377" y="4810125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373: 이유가"/>
            <p:cNvSpPr txBox="1"/>
            <p:nvPr/>
          </p:nvSpPr>
          <p:spPr>
            <a:xfrm>
              <a:off x="8733979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373:  "/>
            <p:cNvSpPr txBox="1"/>
            <p:nvPr/>
          </p:nvSpPr>
          <p:spPr>
            <a:xfrm>
              <a:off x="9362629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373: 됩니다"/>
            <p:cNvSpPr txBox="1"/>
            <p:nvPr/>
          </p:nvSpPr>
          <p:spPr>
            <a:xfrm>
              <a:off x="9413081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373: ."/>
            <p:cNvSpPr txBox="1"/>
            <p:nvPr/>
          </p:nvSpPr>
          <p:spPr>
            <a:xfrm>
              <a:off x="10041731" y="4810125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374: 저장만 했던 대화·사진·메모가 오늘의 검색과 답장에 쓰입니다."/>
          <p:cNvGrpSpPr/>
          <p:nvPr/>
        </p:nvGrpSpPr>
        <p:grpSpPr>
          <a:xfrm>
            <a:off x="5695950" y="5300662"/>
            <a:ext cx="3932337" cy="281940"/>
            <a:chOff x="5695950" y="5300662"/>
            <a:chExt cx="3932337" cy="281940"/>
          </a:xfrm>
        </p:grpSpPr>
        <p:sp>
          <p:nvSpPr>
            <p:cNvPr id="179" name="Weave text 374: 저장만"/>
            <p:cNvSpPr txBox="1"/>
            <p:nvPr/>
          </p:nvSpPr>
          <p:spPr>
            <a:xfrm>
              <a:off x="56959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저장만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74:  "/>
            <p:cNvSpPr txBox="1"/>
            <p:nvPr/>
          </p:nvSpPr>
          <p:spPr>
            <a:xfrm>
              <a:off x="61165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74: 했던"/>
            <p:cNvSpPr txBox="1"/>
            <p:nvPr/>
          </p:nvSpPr>
          <p:spPr>
            <a:xfrm>
              <a:off x="615940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374:  "/>
            <p:cNvSpPr txBox="1"/>
            <p:nvPr/>
          </p:nvSpPr>
          <p:spPr>
            <a:xfrm>
              <a:off x="643979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374: 대화"/>
            <p:cNvSpPr txBox="1"/>
            <p:nvPr/>
          </p:nvSpPr>
          <p:spPr>
            <a:xfrm>
              <a:off x="6482655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374: ·"/>
            <p:cNvSpPr txBox="1"/>
            <p:nvPr/>
          </p:nvSpPr>
          <p:spPr>
            <a:xfrm>
              <a:off x="6763048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374: 사진"/>
            <p:cNvSpPr txBox="1"/>
            <p:nvPr/>
          </p:nvSpPr>
          <p:spPr>
            <a:xfrm>
              <a:off x="6806952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374: ·"/>
            <p:cNvSpPr txBox="1"/>
            <p:nvPr/>
          </p:nvSpPr>
          <p:spPr>
            <a:xfrm>
              <a:off x="708734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374: 메모가"/>
            <p:cNvSpPr txBox="1"/>
            <p:nvPr/>
          </p:nvSpPr>
          <p:spPr>
            <a:xfrm>
              <a:off x="7131248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메모가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374:  "/>
            <p:cNvSpPr txBox="1"/>
            <p:nvPr/>
          </p:nvSpPr>
          <p:spPr>
            <a:xfrm>
              <a:off x="755183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374: 오늘의"/>
            <p:cNvSpPr txBox="1"/>
            <p:nvPr/>
          </p:nvSpPr>
          <p:spPr>
            <a:xfrm>
              <a:off x="7594699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374:  "/>
            <p:cNvSpPr txBox="1"/>
            <p:nvPr/>
          </p:nvSpPr>
          <p:spPr>
            <a:xfrm>
              <a:off x="8015436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374: 검색과"/>
            <p:cNvSpPr txBox="1"/>
            <p:nvPr/>
          </p:nvSpPr>
          <p:spPr>
            <a:xfrm>
              <a:off x="8058299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374:  "/>
            <p:cNvSpPr txBox="1"/>
            <p:nvPr/>
          </p:nvSpPr>
          <p:spPr>
            <a:xfrm>
              <a:off x="847888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374: 답장에"/>
            <p:cNvSpPr txBox="1"/>
            <p:nvPr/>
          </p:nvSpPr>
          <p:spPr>
            <a:xfrm>
              <a:off x="85217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답장에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374:  "/>
            <p:cNvSpPr txBox="1"/>
            <p:nvPr/>
          </p:nvSpPr>
          <p:spPr>
            <a:xfrm>
              <a:off x="89423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374: 쓰입니다"/>
            <p:cNvSpPr txBox="1"/>
            <p:nvPr/>
          </p:nvSpPr>
          <p:spPr>
            <a:xfrm>
              <a:off x="8985200" y="5300662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쓰입니다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374: ."/>
            <p:cNvSpPr txBox="1"/>
            <p:nvPr/>
          </p:nvSpPr>
          <p:spPr>
            <a:xfrm>
              <a:off x="954613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375: 내 기록을 잘 활용해 주는 경험이 지속 사용의 이유가 됩니다."/>
          <p:cNvGrpSpPr/>
          <p:nvPr/>
        </p:nvGrpSpPr>
        <p:grpSpPr>
          <a:xfrm>
            <a:off x="5695950" y="5567362"/>
            <a:ext cx="3832771" cy="281940"/>
            <a:chOff x="5695950" y="5567362"/>
            <a:chExt cx="3832771" cy="281940"/>
          </a:xfrm>
        </p:grpSpPr>
        <p:sp>
          <p:nvSpPr>
            <p:cNvPr id="198" name="Weave text 375: 내"/>
            <p:cNvSpPr txBox="1"/>
            <p:nvPr/>
          </p:nvSpPr>
          <p:spPr>
            <a:xfrm>
              <a:off x="5695950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75:  "/>
            <p:cNvSpPr txBox="1"/>
            <p:nvPr/>
          </p:nvSpPr>
          <p:spPr>
            <a:xfrm>
              <a:off x="583614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75: 기록을"/>
            <p:cNvSpPr txBox="1"/>
            <p:nvPr/>
          </p:nvSpPr>
          <p:spPr>
            <a:xfrm>
              <a:off x="587900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75:  "/>
            <p:cNvSpPr txBox="1"/>
            <p:nvPr/>
          </p:nvSpPr>
          <p:spPr>
            <a:xfrm>
              <a:off x="629959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75: 잘"/>
            <p:cNvSpPr txBox="1"/>
            <p:nvPr/>
          </p:nvSpPr>
          <p:spPr>
            <a:xfrm>
              <a:off x="6342459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75:  "/>
            <p:cNvSpPr txBox="1"/>
            <p:nvPr/>
          </p:nvSpPr>
          <p:spPr>
            <a:xfrm>
              <a:off x="648265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75: 활용해"/>
            <p:cNvSpPr txBox="1"/>
            <p:nvPr/>
          </p:nvSpPr>
          <p:spPr>
            <a:xfrm>
              <a:off x="652551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활용해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375:  "/>
            <p:cNvSpPr txBox="1"/>
            <p:nvPr/>
          </p:nvSpPr>
          <p:spPr>
            <a:xfrm>
              <a:off x="694610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375: 주는"/>
            <p:cNvSpPr txBox="1"/>
            <p:nvPr/>
          </p:nvSpPr>
          <p:spPr>
            <a:xfrm>
              <a:off x="6988969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주는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75:  "/>
            <p:cNvSpPr txBox="1"/>
            <p:nvPr/>
          </p:nvSpPr>
          <p:spPr>
            <a:xfrm>
              <a:off x="72693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75: 경험이"/>
            <p:cNvSpPr txBox="1"/>
            <p:nvPr/>
          </p:nvSpPr>
          <p:spPr>
            <a:xfrm>
              <a:off x="7312223" y="55673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75:  "/>
            <p:cNvSpPr txBox="1"/>
            <p:nvPr/>
          </p:nvSpPr>
          <p:spPr>
            <a:xfrm>
              <a:off x="77329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75: 지속"/>
            <p:cNvSpPr txBox="1"/>
            <p:nvPr/>
          </p:nvSpPr>
          <p:spPr>
            <a:xfrm>
              <a:off x="7775823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지속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75:  "/>
            <p:cNvSpPr txBox="1"/>
            <p:nvPr/>
          </p:nvSpPr>
          <p:spPr>
            <a:xfrm>
              <a:off x="805621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75: 사용의"/>
            <p:cNvSpPr txBox="1"/>
            <p:nvPr/>
          </p:nvSpPr>
          <p:spPr>
            <a:xfrm>
              <a:off x="809907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75:  "/>
            <p:cNvSpPr txBox="1"/>
            <p:nvPr/>
          </p:nvSpPr>
          <p:spPr>
            <a:xfrm>
              <a:off x="851966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75: 이유가"/>
            <p:cNvSpPr txBox="1"/>
            <p:nvPr/>
          </p:nvSpPr>
          <p:spPr>
            <a:xfrm>
              <a:off x="856252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이유가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75:  "/>
            <p:cNvSpPr txBox="1"/>
            <p:nvPr/>
          </p:nvSpPr>
          <p:spPr>
            <a:xfrm>
              <a:off x="898311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75: 됩니다"/>
            <p:cNvSpPr txBox="1"/>
            <p:nvPr/>
          </p:nvSpPr>
          <p:spPr>
            <a:xfrm>
              <a:off x="902597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됩니다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75: ."/>
            <p:cNvSpPr txBox="1"/>
            <p:nvPr/>
          </p:nvSpPr>
          <p:spPr>
            <a:xfrm>
              <a:off x="9446568" y="55673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8" name="Line 376: 12 / 12"/>
          <p:cNvGrpSpPr/>
          <p:nvPr/>
        </p:nvGrpSpPr>
        <p:grpSpPr>
          <a:xfrm>
            <a:off x="11174016" y="6486525"/>
            <a:ext cx="446484" cy="190500"/>
            <a:chOff x="11174016" y="6486525"/>
            <a:chExt cx="446484" cy="190500"/>
          </a:xfrm>
        </p:grpSpPr>
        <p:sp>
          <p:nvSpPr>
            <p:cNvPr id="219" name="Weave text 376: 12 / 12"/>
            <p:cNvSpPr txBox="1"/>
            <p:nvPr/>
          </p:nvSpPr>
          <p:spPr>
            <a:xfrm>
              <a:off x="11174016" y="6486525"/>
              <a:ext cx="44648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12 / 12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